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copula/theme/theme1.xml" ContentType="application/vnd.openxmlformats-officedocument.theme+xml"/>
  <Override PartName="/ppt/copula/slideMasters/slideMaster1.xml" ContentType="application/vnd.openxmlformats-officedocument.presentationml.slideMaster+xml"/>
  <Override PartName="/ppt/copula/slideMasters/theme/theme2.xml" ContentType="application/vnd.openxmlformats-officedocument.theme+xml"/>
  <Override PartName="/ppt/copula/slideLayouts/slideLayout1.xml" ContentType="application/vnd.openxmlformats-officedocument.presentationml.slideLayout+xml"/>
  <Override PartName="/ppt/copula/notesMasters/notesMaster1.xml" ContentType="application/vnd.openxmlformats-officedocument.presentationml.notesMaster+xml"/>
  <Override PartName="/ppt/copula/notesMasters/theme/theme3.xml" ContentType="application/vnd.openxmlformats-officedocument.theme+xml"/>
  <Override PartName="/ppt/copula/presProps.xml" ContentType="application/vnd.openxmlformats-officedocument.presentationml.presProps+xml"/>
  <Override PartName="/ppt/copula/tableStyles.xml" ContentType="application/vnd.openxmlformats-officedocument.presentationml.tableStyles+xml"/>
  <Override PartName="/ppt/slides/slide101.xml" ContentType="application/vnd.openxmlformats-officedocument.presentationml.slide+xml"/>
  <Override PartName="/ppt/copula/notesSlides/notesSlide1.xml" ContentType="application/vnd.openxmlformats-officedocument.presentationml.notesSlide+xml"/>
  <Override PartName="/ppt/slides/slide102.xml" ContentType="application/vnd.openxmlformats-officedocument.presentationml.slide+xml"/>
  <Override PartName="/ppt/copula/notesSlides/notesSlide2.xml" ContentType="application/vnd.openxmlformats-officedocument.presentationml.notesSlide+xml"/>
  <Override PartName="/ppt/slides/slide103.xml" ContentType="application/vnd.openxmlformats-officedocument.presentationml.slide+xml"/>
  <Override PartName="/ppt/copula/notesSlides/notesSlide3.xml" ContentType="application/vnd.openxmlformats-officedocument.presentationml.notesSlide+xml"/>
  <Override PartName="/ppt/slides/slide104.xml" ContentType="application/vnd.openxmlformats-officedocument.presentationml.slide+xml"/>
  <Override PartName="/ppt/copula/notesSlides/notesSlide4.xml" ContentType="application/vnd.openxmlformats-officedocument.presentationml.notesSlide+xml"/>
  <Override PartName="/ppt/slides/slide105.xml" ContentType="application/vnd.openxmlformats-officedocument.presentationml.slide+xml"/>
  <Override PartName="/ppt/copula/notesSlides/notesSlide5.xml" ContentType="application/vnd.openxmlformats-officedocument.presentationml.notesSlide+xml"/>
  <Override PartName="/ppt/slides/slide106.xml" ContentType="application/vnd.openxmlformats-officedocument.presentationml.slide+xml"/>
  <Override PartName="/ppt/copula/notesSlides/notesSlide6.xml" ContentType="application/vnd.openxmlformats-officedocument.presentationml.notesSlide+xml"/>
  <Override PartName="/ppt/slides/slide107.xml" ContentType="application/vnd.openxmlformats-officedocument.presentationml.slide+xml"/>
  <Override PartName="/ppt/copula/slides/charts/chart1.xml" ContentType="application/vnd.openxmlformats-officedocument.drawingml.chart+xml"/>
  <Override PartName="/ppt/copula/notesSlides/notesSlide7.xml" ContentType="application/vnd.openxmlformats-officedocument.presentationml.notesSlide+xml"/>
  <Override PartName="/ppt/slides/slide108.xml" ContentType="application/vnd.openxmlformats-officedocument.presentationml.slide+xml"/>
  <Override PartName="/ppt/copula/notesSlides/notesSlide8.xml" ContentType="application/vnd.openxmlformats-officedocument.presentationml.notesSlide+xml"/>
  <Override PartName="/ppt/slides/slide109.xml" ContentType="application/vnd.openxmlformats-officedocument.presentationml.slide+xml"/>
  <Override PartName="/ppt/copula/notesSlides/notesSlide9.xml" ContentType="application/vnd.openxmlformats-officedocument.presentationml.notesSlide+xml"/>
  <Override PartName="/ppt/slides/slide110.xml" ContentType="application/vnd.openxmlformats-officedocument.presentationml.slide+xml"/>
  <Override PartName="/ppt/copula/notesSlides/notesSlide10.xml" ContentType="application/vnd.openxmlformats-officedocument.presentationml.notesSlide+xml"/>
  <Override PartName="/ppt/slides/slide111.xml" ContentType="application/vnd.openxmlformats-officedocument.presentationml.slide+xml"/>
  <Override PartName="/ppt/copula/slides/charts/chart2.xml" ContentType="application/vnd.openxmlformats-officedocument.drawingml.chart+xml"/>
  <Override PartName="/ppt/copula/notesSlides/notesSlide11.xml" ContentType="application/vnd.openxmlformats-officedocument.presentationml.notesSlide+xml"/>
  <Override PartName="/ppt/slides/slide112.xml" ContentType="application/vnd.openxmlformats-officedocument.presentationml.slide+xml"/>
  <Override PartName="/ppt/copula/notesSlides/notesSlide12.xml" ContentType="application/vnd.openxmlformats-officedocument.presentationml.notesSlide+xml"/>
  <Override PartName="/ppt/slides/slide113.xml" ContentType="application/vnd.openxmlformats-officedocument.presentationml.slide+xml"/>
  <Override PartName="/ppt/copula/notesSlides/notesSlide13.xml" ContentType="application/vnd.openxmlformats-officedocument.presentationml.notesSlide+xml"/>
  <Override PartName="/ppt/slides/slide114.xml" ContentType="application/vnd.openxmlformats-officedocument.presentationml.slide+xml"/>
  <Override PartName="/ppt/copula/notesSlides/notesSlide14.xml" ContentType="application/vnd.openxmlformats-officedocument.presentationml.notesSlide+xml"/>
  <Override PartName="/ppt/slides/slide115.xml" ContentType="application/vnd.openxmlformats-officedocument.presentationml.slide+xml"/>
  <Override PartName="/ppt/copula/notesSlides/notesSlide15.xml" ContentType="application/vnd.openxmlformats-officedocument.presentationml.notesSlide+xml"/>
  <Override PartName="/ppt/slides/slide116.xml" ContentType="application/vnd.openxmlformats-officedocument.presentationml.slide+xml"/>
  <Override PartName="/ppt/copula/notesSlides/notesSlide16.xml" ContentType="application/vnd.openxmlformats-officedocument.presentationml.notesSlide+xml"/>
  <Override PartName="/ppt/slides/slide117.xml" ContentType="application/vnd.openxmlformats-officedocument.presentationml.slide+xml"/>
  <Override PartName="/ppt/copula/notesSlides/notesSlide17.xml" ContentType="application/vnd.openxmlformats-officedocument.presentationml.notesSlide+xml"/>
  <Override PartName="/ppt/slides/slide118.xml" ContentType="application/vnd.openxmlformats-officedocument.presentationml.slide+xml"/>
  <Override PartName="/ppt/copula/notesSlides/notesSlide18.xml" ContentType="application/vnd.openxmlformats-officedocument.presentationml.notesSlide+xml"/>
  <Override PartName="/ppt/slides/slide119.xml" ContentType="application/vnd.openxmlformats-officedocument.presentationml.slide+xml"/>
  <Override PartName="/ppt/copula/notesSlides/notesSlide19.xml" ContentType="application/vnd.openxmlformats-officedocument.presentationml.notesSlide+xml"/>
  <Override PartName="/ppt/slides/slide120.xml" ContentType="application/vnd.openxmlformats-officedocument.presentationml.slide+xml"/>
  <Override PartName="/ppt/copula/notesSlides/notesSlide20.xml" ContentType="application/vnd.openxmlformats-officedocument.presentationml.notesSlide+xml"/>
  <Override PartName="/ppt/slides/slide121.xml" ContentType="application/vnd.openxmlformats-officedocument.presentationml.slide+xml"/>
  <Override PartName="/ppt/copula/notesSlides/notesSlide21.xml" ContentType="application/vnd.openxmlformats-officedocument.presentationml.notesSlide+xml"/>
  <Override PartName="/ppt/slides/slide122.xml" ContentType="application/vnd.openxmlformats-officedocument.presentationml.slide+xml"/>
  <Override PartName="/ppt/copula/notesSlides/notesSlide22.xml" ContentType="application/vnd.openxmlformats-officedocument.presentationml.notesSlide+xml"/>
  <Override PartName="/ppt/slides/slide123.xml" ContentType="application/vnd.openxmlformats-officedocument.presentationml.slide+xml"/>
  <Override PartName="/ppt/copula/notesSlides/notesSlide23.xml" ContentType="application/vnd.openxmlformats-officedocument.presentationml.notesSlide+xml"/>
  <Override PartName="/ppt/slides/slide124.xml" ContentType="application/vnd.openxmlformats-officedocument.presentationml.slide+xml"/>
  <Override PartName="/ppt/copula/notesSlides/notesSlide24.xml" ContentType="application/vnd.openxmlformats-officedocument.presentationml.notesSlide+xml"/>
  <Override PartName="/ppt/slides/slide125.xml" ContentType="application/vnd.openxmlformats-officedocument.presentationml.slide+xml"/>
  <Override PartName="/ppt/copula/notesSlides/notesSlide25.xml" ContentType="application/vnd.openxmlformats-officedocument.presentationml.notesSlide+xml"/>
  <Override PartName="/ppt/slides/slide126.xml" ContentType="application/vnd.openxmlformats-officedocument.presentationml.slide+xml"/>
  <Override PartName="/ppt/copula/notesSlides/notesSlide26.xml" ContentType="application/vnd.openxmlformats-officedocument.presentationml.notesSlide+xml"/>
  <Override PartName="/ppt/slides/slide127.xml" ContentType="application/vnd.openxmlformats-officedocument.presentationml.slide+xml"/>
  <Override PartName="/ppt/copula/notesSlides/notesSlide27.xml" ContentType="application/vnd.openxmlformats-officedocument.presentationml.notesSlide+xml"/>
  <Override PartName="/ppt/slides/slide128.xml" ContentType="application/vnd.openxmlformats-officedocument.presentationml.slide+xml"/>
  <Override PartName="/ppt/copula/notesSlides/notesSlide28.xml" ContentType="application/vnd.openxmlformats-officedocument.presentationml.notesSlide+xml"/>
  <Override PartName="/ppt/slides/slide129.xml" ContentType="application/vnd.openxmlformats-officedocument.presentationml.slide+xml"/>
  <Override PartName="/ppt/copula/notesSlides/notesSlide29.xml" ContentType="application/vnd.openxmlformats-officedocument.presentationml.notesSlide+xml"/>
  <Override PartName="/ppt/slides/slide130.xml" ContentType="application/vnd.openxmlformats-officedocument.presentationml.slide+xml"/>
  <Override PartName="/ppt/copula/notesSlides/notesSlide30.xml" ContentType="application/vnd.openxmlformats-officedocument.presentationml.notesSlide+xml"/>
  <Override PartName="/ppt/slides/slide131.xml" ContentType="application/vnd.openxmlformats-officedocument.presentationml.slide+xml"/>
  <Override PartName="/ppt/copula/notesSlides/notesSlide31.xml" ContentType="application/vnd.openxmlformats-officedocument.presentationml.notesSlide+xml"/>
  <Override PartName="/ppt/slides/slide132.xml" ContentType="application/vnd.openxmlformats-officedocument.presentationml.slide+xml"/>
  <Override PartName="/ppt/copula/slides/charts/chart3.xml" ContentType="application/vnd.openxmlformats-officedocument.drawingml.chart+xml"/>
  <Override PartName="/ppt/copula/slides/charts/chart4.xml" ContentType="application/vnd.openxmlformats-officedocument.drawingml.chart+xml"/>
  <Override PartName="/ppt/copula/slides/charts/chart5.xml" ContentType="application/vnd.openxmlformats-officedocument.drawingml.chart+xml"/>
  <Override PartName="/ppt/copula/notesSlides/notesSlide32.xml" ContentType="application/vnd.openxmlformats-officedocument.presentationml.notesSlide+xml"/>
  <Override PartName="/ppt/slides/slide133.xml" ContentType="application/vnd.openxmlformats-officedocument.presentationml.slide+xml"/>
  <Override PartName="/ppt/copula/notesSlides/notesSlide33.xml" ContentType="application/vnd.openxmlformats-officedocument.presentationml.notesSlide+xml"/>
  <Override PartName="/ppt/slides/slide134.xml" ContentType="application/vnd.openxmlformats-officedocument.presentationml.slide+xml"/>
  <Override PartName="/ppt/copula/notesSlides/notesSlide34.xml" ContentType="application/vnd.openxmlformats-officedocument.presentationml.notesSlide+xml"/>
  <Override PartName="/ppt/slides/slide135.xml" ContentType="application/vnd.openxmlformats-officedocument.presentationml.slide+xml"/>
  <Override PartName="/ppt/copula/notesSlides/notesSlide35.xml" ContentType="application/vnd.openxmlformats-officedocument.presentationml.notesSlide+xml"/>
  <Override PartName="/ppt/slides/slide136.xml" ContentType="application/vnd.openxmlformats-officedocument.presentationml.slide+xml"/>
  <Override PartName="/ppt/copula/notesSlides/notesSlide36.xml" ContentType="application/vnd.openxmlformats-officedocument.presentationml.notesSlide+xml"/>
  <Override PartName="/ppt/slides/slide137.xml" ContentType="application/vnd.openxmlformats-officedocument.presentationml.slide+xml"/>
  <Override PartName="/ppt/copula/notesSlides/notesSlide37.xml" ContentType="application/vnd.openxmlformats-officedocument.presentationml.notesSlide+xml"/>
  <Override PartName="/ppt/slides/slide138.xml" ContentType="application/vnd.openxmlformats-officedocument.presentationml.slide+xml"/>
  <Override PartName="/ppt/copula/notesSlides/notesSlide38.xml" ContentType="application/vnd.openxmlformats-officedocument.presentationml.notesSlide+xml"/>
  <Override PartName="/ppt/slides/slide139.xml" ContentType="application/vnd.openxmlformats-officedocument.presentationml.slide+xml"/>
  <Override PartName="/ppt/copula/notesSlides/notesSlide39.xml" ContentType="application/vnd.openxmlformats-officedocument.presentationml.notesSlide+xml"/>
  <Override PartName="/ppt/slides/slide140.xml" ContentType="application/vnd.openxmlformats-officedocument.presentationml.slide+xml"/>
  <Override PartName="/ppt/copula/notesSlides/notesSlide40.xml" ContentType="application/vnd.openxmlformats-officedocument.presentationml.notesSlide+xml"/>
  <Override PartName="/ppt/slides/slide141.xml" ContentType="application/vnd.openxmlformats-officedocument.presentationml.slide+xml"/>
  <Override PartName="/ppt/copula/notesSlides/notesSlide41.xml" ContentType="application/vnd.openxmlformats-officedocument.presentationml.notesSlide+xml"/>
  <Override PartName="/ppt/slides/slide142.xml" ContentType="application/vnd.openxmlformats-officedocument.presentationml.slide+xml"/>
  <Override PartName="/ppt/copula/notesSlides/notesSlide42.xml" ContentType="application/vnd.openxmlformats-officedocument.presentationml.notesSlide+xml"/>
  <Override PartName="/ppt/slides/slide143.xml" ContentType="application/vnd.openxmlformats-officedocument.presentationml.slide+xml"/>
  <Override PartName="/ppt/copula/notesSlides/notesSlide43.xml" ContentType="application/vnd.openxmlformats-officedocument.presentationml.notesSlide+xml"/>
  <Override PartName="/ppt/slides/slide144.xml" ContentType="application/vnd.openxmlformats-officedocument.presentationml.slide+xml"/>
  <Override PartName="/ppt/copula/notesSlides/notesSlide44.xml" ContentType="application/vnd.openxmlformats-officedocument.presentationml.notesSlide+xml"/>
  <Override PartName="/ppt/slides/slide145.xml" ContentType="application/vnd.openxmlformats-officedocument.presentationml.slide+xml"/>
  <Override PartName="/ppt/copula/notesSlides/notesSlide45.xml" ContentType="application/vnd.openxmlformats-officedocument.presentationml.notesSlide+xml"/>
  <Override PartName="/ppt/slides/slide146.xml" ContentType="application/vnd.openxmlformats-officedocument.presentationml.slide+xml"/>
  <Override PartName="/ppt/copula/notesSlides/notesSlide46.xml" ContentType="application/vnd.openxmlformats-officedocument.presentationml.notesSlide+xml"/>
  <Override PartName="/ppt/slides/slide147.xml" ContentType="application/vnd.openxmlformats-officedocument.presentationml.slide+xml"/>
  <Override PartName="/ppt/copula/notesSlides/notesSlide47.xml" ContentType="application/vnd.openxmlformats-officedocument.presentationml.notesSlide+xml"/>
  <Override PartName="/ppt/slides/slide148.xml" ContentType="application/vnd.openxmlformats-officedocument.presentationml.slide+xml"/>
  <Override PartName="/ppt/copula/notesSlides/notesSlide48.xml" ContentType="application/vnd.openxmlformats-officedocument.presentationml.notesSlide+xml"/>
  <Override PartName="/ppt/slides/slide149.xml" ContentType="application/vnd.openxmlformats-officedocument.presentationml.slide+xml"/>
  <Override PartName="/ppt/copula/notesSlides/notesSlide49.xml" ContentType="application/vnd.openxmlformats-officedocument.presentationml.notesSlide+xml"/>
  <Override PartName="/ppt/slides/slide150.xml" ContentType="application/vnd.openxmlformats-officedocument.presentationml.slide+xml"/>
  <Override PartName="/ppt/copula/notesSlides/notesSlide50.xml" ContentType="application/vnd.openxmlformats-officedocument.presentationml.notesSlide+xml"/>
  <Override PartName="/ppt/slides/slide151.xml" ContentType="application/vnd.openxmlformats-officedocument.presentationml.slide+xml"/>
  <Override PartName="/ppt/copula/notesSlides/notesSlide51.xml" ContentType="application/vnd.openxmlformats-officedocument.presentationml.notesSlide+xml"/>
  <Override PartName="/ppt/slides/slide152.xml" ContentType="application/vnd.openxmlformats-officedocument.presentationml.slide+xml"/>
  <Override PartName="/ppt/copula/notesSlides/notesSlide52.xml" ContentType="application/vnd.openxmlformats-officedocument.presentationml.notesSlide+xml"/>
  <Override PartName="/ppt/slides/slide153.xml" ContentType="application/vnd.openxmlformats-officedocument.presentationml.slide+xml"/>
  <Override PartName="/ppt/copula/notesSlides/notesSlide53.xml" ContentType="application/vnd.openxmlformats-officedocument.presentationml.notesSlide+xml"/>
  <Override PartName="/ppt/slides/slide154.xml" ContentType="application/vnd.openxmlformats-officedocument.presentationml.slide+xml"/>
  <Override PartName="/ppt/copula/notesSlides/notesSlide54.xml" ContentType="application/vnd.openxmlformats-officedocument.presentationml.notesSlide+xml"/>
  <Override PartName="/ppt/slides/slide155.xml" ContentType="application/vnd.openxmlformats-officedocument.presentationml.slide+xml"/>
  <Override PartName="/ppt/copula/notesSlides/notesSlide55.xml" ContentType="application/vnd.openxmlformats-officedocument.presentationml.notesSlide+xml"/>
  <Override PartName="/ppt/slides/slide156.xml" ContentType="application/vnd.openxmlformats-officedocument.presentationml.slide+xml"/>
  <Override PartName="/ppt/copula/notesSlides/notesSlide56.xml" ContentType="application/vnd.openxmlformats-officedocument.presentationml.notesSlide+xml"/>
  <Override PartName="/ppt/slides/slide157.xml" ContentType="application/vnd.openxmlformats-officedocument.presentationml.slide+xml"/>
  <Override PartName="/ppt/copula/notesSlides/notesSlide57.xml" ContentType="application/vnd.openxmlformats-officedocument.presentationml.notesSlide+xml"/>
  <Override PartName="/ppt/slides/slide158.xml" ContentType="application/vnd.openxmlformats-officedocument.presentationml.slide+xml"/>
  <Override PartName="/ppt/copula/notesSlides/notesSlide58.xml" ContentType="application/vnd.openxmlformats-officedocument.presentationml.notesSlide+xml"/>
  <Override PartName="/ppt/slides/slide159.xml" ContentType="application/vnd.openxmlformats-officedocument.presentationml.slide+xml"/>
  <Override PartName="/ppt/copula/notesSlides/notesSlide59.xml" ContentType="application/vnd.openxmlformats-officedocument.presentationml.notesSlide+xml"/>
  <Override PartName="/ppt/slides/slide160.xml" ContentType="application/vnd.openxmlformats-officedocument.presentationml.slide+xml"/>
  <Override PartName="/ppt/copula/notesSlides/notesSlide60.xml" ContentType="application/vnd.openxmlformats-officedocument.presentationml.notesSlide+xml"/>
  <Override PartName="/ppt/slides/slide161.xml" ContentType="application/vnd.openxmlformats-officedocument.presentationml.slide+xml"/>
  <Override PartName="/ppt/copula/notesSlides/notesSlide61.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5000" r:id="rIdCopula2"/>
  </p:sldMasterIdLst>
  <p:notesMasterIdLst>
    <p:notesMasterId r:id="rId23"/>
    <p:notesMasterId r:id="rIdCopula3"/>
  </p:notesMasterIdLst>
  <p:sldIdLst>
    <p:sldId id="256" r:id="rId2"/>
    <p:sldId id="257" r:id="rId3"/>
    <p:sldId id="296" r:id="rId4"/>
    <p:sldId id="315" r:id="rId5"/>
    <p:sldId id="1000" r:id="rIdCopula6"/>
    <p:sldId id="1001" r:id="rIdCopula7"/>
    <p:sldId id="1002" r:id="rIdCopula8"/>
    <p:sldId id="1003" r:id="rIdCopula9"/>
    <p:sldId id="1004" r:id="rIdCopula10"/>
    <p:sldId id="1005" r:id="rIdCopula11"/>
    <p:sldId id="1006" r:id="rIdCopula12"/>
    <p:sldId id="1007" r:id="rIdCopula13"/>
    <p:sldId id="1008" r:id="rIdCopula14"/>
    <p:sldId id="1009" r:id="rIdCopula15"/>
    <p:sldId id="1010" r:id="rIdCopula16"/>
    <p:sldId id="1011" r:id="rIdCopula17"/>
    <p:sldId id="1012" r:id="rIdCopula18"/>
    <p:sldId id="1013" r:id="rIdCopula19"/>
    <p:sldId id="1014" r:id="rIdCopula20"/>
    <p:sldId id="1015" r:id="rIdCopula21"/>
    <p:sldId id="1016" r:id="rIdCopula22"/>
    <p:sldId id="1017" r:id="rIdCopula23"/>
    <p:sldId id="1018" r:id="rIdCopula24"/>
    <p:sldId id="1019" r:id="rIdCopula25"/>
    <p:sldId id="1020" r:id="rIdCopula26"/>
    <p:sldId id="1021" r:id="rIdCopula27"/>
    <p:sldId id="1022" r:id="rIdCopula28"/>
    <p:sldId id="1023" r:id="rIdCopula29"/>
    <p:sldId id="1024" r:id="rIdCopula30"/>
    <p:sldId id="1025" r:id="rIdCopula31"/>
    <p:sldId id="1026" r:id="rIdCopula32"/>
    <p:sldId id="1027" r:id="rIdCopula33"/>
    <p:sldId id="1028" r:id="rIdCopula34"/>
    <p:sldId id="1029" r:id="rIdCopula35"/>
    <p:sldId id="1030" r:id="rIdCopula36"/>
    <p:sldId id="1031" r:id="rIdCopula37"/>
    <p:sldId id="1032" r:id="rIdCopula38"/>
    <p:sldId id="1033" r:id="rIdCopula39"/>
    <p:sldId id="1034" r:id="rIdCopula40"/>
    <p:sldId id="1035" r:id="rIdCopula41"/>
    <p:sldId id="1036" r:id="rIdCopula42"/>
    <p:sldId id="1037" r:id="rIdCopula43"/>
    <p:sldId id="1038" r:id="rIdCopula44"/>
    <p:sldId id="1039" r:id="rIdCopula45"/>
    <p:sldId id="1040" r:id="rIdCopula46"/>
    <p:sldId id="1041" r:id="rIdCopula47"/>
    <p:sldId id="1042" r:id="rIdCopula48"/>
    <p:sldId id="1043" r:id="rIdCopula49"/>
    <p:sldId id="1044" r:id="rIdCopula50"/>
    <p:sldId id="1045" r:id="rIdCopula51"/>
    <p:sldId id="1046" r:id="rIdCopula52"/>
    <p:sldId id="1047" r:id="rIdCopula53"/>
    <p:sldId id="1048" r:id="rIdCopula54"/>
    <p:sldId id="1049" r:id="rIdCopula55"/>
    <p:sldId id="1050" r:id="rIdCopula56"/>
    <p:sldId id="1051" r:id="rIdCopula57"/>
    <p:sldId id="1052" r:id="rIdCopula58"/>
    <p:sldId id="1053" r:id="rIdCopula59"/>
    <p:sldId id="1054" r:id="rIdCopula60"/>
    <p:sldId id="1055" r:id="rIdCopula61"/>
    <p:sldId id="1056" r:id="rIdCopula62"/>
    <p:sldId id="1057" r:id="rIdCopula63"/>
    <p:sldId id="1058" r:id="rIdCopula64"/>
    <p:sldId id="1059" r:id="rIdCopula65"/>
    <p:sldId id="1060" r:id="rIdCopula6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1D1"/>
    <a:srgbClr val="FF9797"/>
    <a:srgbClr val="FF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16"/>
    <p:restoredTop sz="77945" autoAdjust="0"/>
  </p:normalViewPr>
  <p:slideViewPr>
    <p:cSldViewPr snapToGrid="0">
      <p:cViewPr varScale="1">
        <p:scale>
          <a:sx n="97" d="100"/>
          <a:sy n="97" d="100"/>
        </p:scale>
        <p:origin x="16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24" Type="http://schemas.openxmlformats.org/officeDocument/2006/relationships/presProps" Target="presProps.xml"/><Relationship Id="rId5" Type="http://schemas.openxmlformats.org/officeDocument/2006/relationships/slide" Target="slides/slide4.xml"/><Relationship Id="rId23" Type="http://schemas.openxmlformats.org/officeDocument/2006/relationships/notesMaster" Target="notesMasters/notesMaster1.xml"/><Relationship Id="rId28" Type="http://schemas.microsoft.com/office/2016/11/relationships/changesInfo" Target="changesInfos/changesInfo1.xml"/><Relationship Id="rId4" Type="http://schemas.openxmlformats.org/officeDocument/2006/relationships/slide" Target="slides/slide3.xml"/><Relationship Id="rId27" Type="http://schemas.openxmlformats.org/officeDocument/2006/relationships/tableStyles" Target="tableStyles.xml"/><Relationship Id="rIdCopula1" Type="http://schemas.openxmlformats.org/officeDocument/2006/relationships/theme" Target="copula/theme/theme1.xml"/><Relationship Id="rIdCopula2" Type="http://schemas.openxmlformats.org/officeDocument/2006/relationships/slideMaster" Target="copula/slideMasters/slideMaster1.xml"/><Relationship Id="rIdCopula3" Type="http://schemas.openxmlformats.org/officeDocument/2006/relationships/notesMaster" Target="copula/notesMasters/notesMaster1.xml"/><Relationship Id="rIdCopula4" Type="http://schemas.openxmlformats.org/officeDocument/2006/relationships/presProps" Target="copula/presProps.xml"/><Relationship Id="rIdCopula5" Type="http://schemas.openxmlformats.org/officeDocument/2006/relationships/tableStyles" Target="copula/tableStyles.xml"/><Relationship Id="rIdCopula6" Type="http://schemas.openxmlformats.org/officeDocument/2006/relationships/slide" Target="slides/slide101.xml"/><Relationship Id="rIdCopula7" Type="http://schemas.openxmlformats.org/officeDocument/2006/relationships/slide" Target="slides/slide102.xml"/><Relationship Id="rIdCopula8" Type="http://schemas.openxmlformats.org/officeDocument/2006/relationships/slide" Target="slides/slide103.xml"/><Relationship Id="rIdCopula9" Type="http://schemas.openxmlformats.org/officeDocument/2006/relationships/slide" Target="slides/slide104.xml"/><Relationship Id="rIdCopula10" Type="http://schemas.openxmlformats.org/officeDocument/2006/relationships/slide" Target="slides/slide105.xml"/><Relationship Id="rIdCopula11" Type="http://schemas.openxmlformats.org/officeDocument/2006/relationships/slide" Target="slides/slide106.xml"/><Relationship Id="rIdCopula12" Type="http://schemas.openxmlformats.org/officeDocument/2006/relationships/slide" Target="slides/slide107.xml"/><Relationship Id="rIdCopula13" Type="http://schemas.openxmlformats.org/officeDocument/2006/relationships/slide" Target="slides/slide108.xml"/><Relationship Id="rIdCopula14" Type="http://schemas.openxmlformats.org/officeDocument/2006/relationships/slide" Target="slides/slide109.xml"/><Relationship Id="rIdCopula15" Type="http://schemas.openxmlformats.org/officeDocument/2006/relationships/slide" Target="slides/slide110.xml"/><Relationship Id="rIdCopula16" Type="http://schemas.openxmlformats.org/officeDocument/2006/relationships/slide" Target="slides/slide111.xml"/><Relationship Id="rIdCopula17" Type="http://schemas.openxmlformats.org/officeDocument/2006/relationships/slide" Target="slides/slide112.xml"/><Relationship Id="rIdCopula18" Type="http://schemas.openxmlformats.org/officeDocument/2006/relationships/slide" Target="slides/slide113.xml"/><Relationship Id="rIdCopula19" Type="http://schemas.openxmlformats.org/officeDocument/2006/relationships/slide" Target="slides/slide114.xml"/><Relationship Id="rIdCopula20" Type="http://schemas.openxmlformats.org/officeDocument/2006/relationships/slide" Target="slides/slide115.xml"/><Relationship Id="rIdCopula21" Type="http://schemas.openxmlformats.org/officeDocument/2006/relationships/slide" Target="slides/slide116.xml"/><Relationship Id="rIdCopula22" Type="http://schemas.openxmlformats.org/officeDocument/2006/relationships/slide" Target="slides/slide117.xml"/><Relationship Id="rIdCopula23" Type="http://schemas.openxmlformats.org/officeDocument/2006/relationships/slide" Target="slides/slide118.xml"/><Relationship Id="rIdCopula24" Type="http://schemas.openxmlformats.org/officeDocument/2006/relationships/slide" Target="slides/slide119.xml"/><Relationship Id="rIdCopula25" Type="http://schemas.openxmlformats.org/officeDocument/2006/relationships/slide" Target="slides/slide120.xml"/><Relationship Id="rIdCopula26" Type="http://schemas.openxmlformats.org/officeDocument/2006/relationships/slide" Target="slides/slide121.xml"/><Relationship Id="rIdCopula27" Type="http://schemas.openxmlformats.org/officeDocument/2006/relationships/slide" Target="slides/slide122.xml"/><Relationship Id="rIdCopula28" Type="http://schemas.openxmlformats.org/officeDocument/2006/relationships/slide" Target="slides/slide123.xml"/><Relationship Id="rIdCopula29" Type="http://schemas.openxmlformats.org/officeDocument/2006/relationships/slide" Target="slides/slide124.xml"/><Relationship Id="rIdCopula30" Type="http://schemas.openxmlformats.org/officeDocument/2006/relationships/slide" Target="slides/slide125.xml"/><Relationship Id="rIdCopula31" Type="http://schemas.openxmlformats.org/officeDocument/2006/relationships/slide" Target="slides/slide126.xml"/><Relationship Id="rIdCopula32" Type="http://schemas.openxmlformats.org/officeDocument/2006/relationships/slide" Target="slides/slide127.xml"/><Relationship Id="rIdCopula33" Type="http://schemas.openxmlformats.org/officeDocument/2006/relationships/slide" Target="slides/slide128.xml"/><Relationship Id="rIdCopula34" Type="http://schemas.openxmlformats.org/officeDocument/2006/relationships/slide" Target="slides/slide129.xml"/><Relationship Id="rIdCopula35" Type="http://schemas.openxmlformats.org/officeDocument/2006/relationships/slide" Target="slides/slide130.xml"/><Relationship Id="rIdCopula36" Type="http://schemas.openxmlformats.org/officeDocument/2006/relationships/slide" Target="slides/slide131.xml"/><Relationship Id="rIdCopula37" Type="http://schemas.openxmlformats.org/officeDocument/2006/relationships/slide" Target="slides/slide132.xml"/><Relationship Id="rIdCopula38" Type="http://schemas.openxmlformats.org/officeDocument/2006/relationships/slide" Target="slides/slide133.xml"/><Relationship Id="rIdCopula39" Type="http://schemas.openxmlformats.org/officeDocument/2006/relationships/slide" Target="slides/slide134.xml"/><Relationship Id="rIdCopula40" Type="http://schemas.openxmlformats.org/officeDocument/2006/relationships/slide" Target="slides/slide135.xml"/><Relationship Id="rIdCopula41" Type="http://schemas.openxmlformats.org/officeDocument/2006/relationships/slide" Target="slides/slide136.xml"/><Relationship Id="rIdCopula42" Type="http://schemas.openxmlformats.org/officeDocument/2006/relationships/slide" Target="slides/slide137.xml"/><Relationship Id="rIdCopula43" Type="http://schemas.openxmlformats.org/officeDocument/2006/relationships/slide" Target="slides/slide138.xml"/><Relationship Id="rIdCopula44" Type="http://schemas.openxmlformats.org/officeDocument/2006/relationships/slide" Target="slides/slide139.xml"/><Relationship Id="rIdCopula45" Type="http://schemas.openxmlformats.org/officeDocument/2006/relationships/slide" Target="slides/slide140.xml"/><Relationship Id="rIdCopula46" Type="http://schemas.openxmlformats.org/officeDocument/2006/relationships/slide" Target="slides/slide141.xml"/><Relationship Id="rIdCopula47" Type="http://schemas.openxmlformats.org/officeDocument/2006/relationships/slide" Target="slides/slide142.xml"/><Relationship Id="rIdCopula48" Type="http://schemas.openxmlformats.org/officeDocument/2006/relationships/slide" Target="slides/slide143.xml"/><Relationship Id="rIdCopula49" Type="http://schemas.openxmlformats.org/officeDocument/2006/relationships/slide" Target="slides/slide144.xml"/><Relationship Id="rIdCopula50" Type="http://schemas.openxmlformats.org/officeDocument/2006/relationships/slide" Target="slides/slide145.xml"/><Relationship Id="rIdCopula51" Type="http://schemas.openxmlformats.org/officeDocument/2006/relationships/slide" Target="slides/slide146.xml"/><Relationship Id="rIdCopula52" Type="http://schemas.openxmlformats.org/officeDocument/2006/relationships/slide" Target="slides/slide147.xml"/><Relationship Id="rIdCopula53" Type="http://schemas.openxmlformats.org/officeDocument/2006/relationships/slide" Target="slides/slide148.xml"/><Relationship Id="rIdCopula54" Type="http://schemas.openxmlformats.org/officeDocument/2006/relationships/slide" Target="slides/slide149.xml"/><Relationship Id="rIdCopula55" Type="http://schemas.openxmlformats.org/officeDocument/2006/relationships/slide" Target="slides/slide150.xml"/><Relationship Id="rIdCopula56" Type="http://schemas.openxmlformats.org/officeDocument/2006/relationships/slide" Target="slides/slide151.xml"/><Relationship Id="rIdCopula57" Type="http://schemas.openxmlformats.org/officeDocument/2006/relationships/slide" Target="slides/slide152.xml"/><Relationship Id="rIdCopula58" Type="http://schemas.openxmlformats.org/officeDocument/2006/relationships/slide" Target="slides/slide153.xml"/><Relationship Id="rIdCopula59" Type="http://schemas.openxmlformats.org/officeDocument/2006/relationships/slide" Target="slides/slide154.xml"/><Relationship Id="rIdCopula60" Type="http://schemas.openxmlformats.org/officeDocument/2006/relationships/slide" Target="slides/slide155.xml"/><Relationship Id="rIdCopula61" Type="http://schemas.openxmlformats.org/officeDocument/2006/relationships/slide" Target="slides/slide156.xml"/><Relationship Id="rIdCopula62" Type="http://schemas.openxmlformats.org/officeDocument/2006/relationships/slide" Target="slides/slide157.xml"/><Relationship Id="rIdCopula63" Type="http://schemas.openxmlformats.org/officeDocument/2006/relationships/slide" Target="slides/slide158.xml"/><Relationship Id="rIdCopula64" Type="http://schemas.openxmlformats.org/officeDocument/2006/relationships/slide" Target="slides/slide159.xml"/><Relationship Id="rIdCopula65" Type="http://schemas.openxmlformats.org/officeDocument/2006/relationships/slide" Target="slides/slide160.xml"/><Relationship Id="rIdCopula66" Type="http://schemas.openxmlformats.org/officeDocument/2006/relationships/slide" Target="slides/slide1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光汰 齊藤" userId="50845e5bd7423914" providerId="LiveId" clId="{6C757DE9-355C-4ED3-A569-31F5B9354D0F}"/>
    <pc:docChg chg="undo custSel addSld delSld modSld sldOrd">
      <pc:chgData name="光汰 齊藤" userId="50845e5bd7423914" providerId="LiveId" clId="{6C757DE9-355C-4ED3-A569-31F5B9354D0F}" dt="2026-09-12T03:53:16.293" v="9788" actId="20577"/>
      <pc:docMkLst>
        <pc:docMk/>
      </pc:docMkLst>
      <pc:sldChg chg="modNotesTx">
        <pc:chgData name="光汰 齊藤" userId="50845e5bd7423914" providerId="LiveId" clId="{6C757DE9-355C-4ED3-A569-31F5B9354D0F}" dt="2026-09-12T03:11:40.641" v="9225" actId="20577"/>
        <pc:sldMkLst>
          <pc:docMk/>
          <pc:sldMk cId="338026499" sldId="256"/>
        </pc:sldMkLst>
      </pc:sldChg>
      <pc:sldChg chg="addSp delSp mod modNotesTx">
        <pc:chgData name="光汰 齊藤" userId="50845e5bd7423914" providerId="LiveId" clId="{6C757DE9-355C-4ED3-A569-31F5B9354D0F}" dt="2026-09-12T03:11:57.049" v="9249" actId="20577"/>
        <pc:sldMkLst>
          <pc:docMk/>
          <pc:sldMk cId="4154883763" sldId="257"/>
        </pc:sldMkLst>
      </pc:sldChg>
      <pc:sldChg chg="modSp mod modNotesTx">
        <pc:chgData name="光汰 齊藤" userId="50845e5bd7423914" providerId="LiveId" clId="{6C757DE9-355C-4ED3-A569-31F5B9354D0F}" dt="2026-09-12T03:13:38.572" v="9324" actId="20577"/>
        <pc:sldMkLst>
          <pc:docMk/>
          <pc:sldMk cId="3141176618" sldId="274"/>
        </pc:sldMkLst>
        <pc:spChg chg="mod">
          <ac:chgData name="光汰 齊藤" userId="50845e5bd7423914" providerId="LiveId" clId="{6C757DE9-355C-4ED3-A569-31F5B9354D0F}" dt="2026-09-11T05:27:46.850" v="636" actId="20577"/>
          <ac:spMkLst>
            <pc:docMk/>
            <pc:sldMk cId="3141176618" sldId="274"/>
            <ac:spMk id="3" creationId="{8A4E69F2-E7A6-6A33-C1C3-4EB6E23649AD}"/>
          </ac:spMkLst>
        </pc:spChg>
      </pc:sldChg>
      <pc:sldChg chg="modSp mod modNotesTx">
        <pc:chgData name="光汰 齊藤" userId="50845e5bd7423914" providerId="LiveId" clId="{6C757DE9-355C-4ED3-A569-31F5B9354D0F}" dt="2026-09-12T03:14:30.974" v="9376" actId="20577"/>
        <pc:sldMkLst>
          <pc:docMk/>
          <pc:sldMk cId="1845202054" sldId="289"/>
        </pc:sldMkLst>
        <pc:spChg chg="mod">
          <ac:chgData name="光汰 齊藤" userId="50845e5bd7423914" providerId="LiveId" clId="{6C757DE9-355C-4ED3-A569-31F5B9354D0F}" dt="2026-09-11T05:27:30.727" v="624"/>
          <ac:spMkLst>
            <pc:docMk/>
            <pc:sldMk cId="1845202054" sldId="289"/>
            <ac:spMk id="2" creationId="{834D5114-4933-017A-51FA-79F0D17C9017}"/>
          </ac:spMkLst>
        </pc:spChg>
        <pc:spChg chg="mod">
          <ac:chgData name="光汰 齊藤" userId="50845e5bd7423914" providerId="LiveId" clId="{6C757DE9-355C-4ED3-A569-31F5B9354D0F}" dt="2026-09-11T15:25:17.756" v="7595" actId="1076"/>
          <ac:spMkLst>
            <pc:docMk/>
            <pc:sldMk cId="1845202054" sldId="289"/>
            <ac:spMk id="4" creationId="{868B797A-D6E7-F29B-D45F-72D1D5FD66A7}"/>
          </ac:spMkLst>
        </pc:spChg>
        <pc:spChg chg="mod">
          <ac:chgData name="光汰 齊藤" userId="50845e5bd7423914" providerId="LiveId" clId="{6C757DE9-355C-4ED3-A569-31F5B9354D0F}" dt="2026-09-11T15:26:05.732" v="7596" actId="14100"/>
          <ac:spMkLst>
            <pc:docMk/>
            <pc:sldMk cId="1845202054" sldId="289"/>
            <ac:spMk id="67" creationId="{0051D913-0BDE-36FF-BF5F-81D182A2B9F4}"/>
          </ac:spMkLst>
        </pc:spChg>
      </pc:sldChg>
      <pc:sldChg chg="modSp mod modNotesTx">
        <pc:chgData name="光汰 齊藤" userId="50845e5bd7423914" providerId="LiveId" clId="{6C757DE9-355C-4ED3-A569-31F5B9354D0F}" dt="2026-09-12T03:25:37.440" v="9551" actId="20577"/>
        <pc:sldMkLst>
          <pc:docMk/>
          <pc:sldMk cId="2319904379" sldId="290"/>
        </pc:sldMkLst>
        <pc:spChg chg="mod">
          <ac:chgData name="光汰 齊藤" userId="50845e5bd7423914" providerId="LiveId" clId="{6C757DE9-355C-4ED3-A569-31F5B9354D0F}" dt="2026-09-12T03:25:29.446" v="9549" actId="20577"/>
          <ac:spMkLst>
            <pc:docMk/>
            <pc:sldMk cId="2319904379" sldId="290"/>
            <ac:spMk id="11" creationId="{156CEDCA-8EC2-5507-BA12-219CBE5E45D9}"/>
          </ac:spMkLst>
        </pc:spChg>
      </pc:sldChg>
      <pc:sldChg chg="addSp delSp modSp mod modNotesTx">
        <pc:chgData name="光汰 齊藤" userId="50845e5bd7423914" providerId="LiveId" clId="{6C757DE9-355C-4ED3-A569-31F5B9354D0F}" dt="2026-09-12T03:29:07.319" v="9619" actId="20577"/>
        <pc:sldMkLst>
          <pc:docMk/>
          <pc:sldMk cId="1117972738" sldId="291"/>
        </pc:sldMkLst>
        <pc:spChg chg="mod">
          <ac:chgData name="光汰 齊藤" userId="50845e5bd7423914" providerId="LiveId" clId="{6C757DE9-355C-4ED3-A569-31F5B9354D0F}" dt="2026-09-11T05:03:06.389" v="66"/>
          <ac:spMkLst>
            <pc:docMk/>
            <pc:sldMk cId="1117972738" sldId="291"/>
            <ac:spMk id="2" creationId="{DE5F9D73-6512-57D7-A194-404A459A8E3B}"/>
          </ac:spMkLst>
        </pc:spChg>
        <pc:spChg chg="mod">
          <ac:chgData name="光汰 齊藤" userId="50845e5bd7423914" providerId="LiveId" clId="{6C757DE9-355C-4ED3-A569-31F5B9354D0F}" dt="2026-09-11T04:54:15.365" v="4" actId="1035"/>
          <ac:spMkLst>
            <pc:docMk/>
            <pc:sldMk cId="1117972738" sldId="291"/>
            <ac:spMk id="4" creationId="{FA6B674A-69E8-17AB-2515-F633BABCF3C9}"/>
          </ac:spMkLst>
        </pc:spChg>
        <pc:spChg chg="mod">
          <ac:chgData name="光汰 齊藤" userId="50845e5bd7423914" providerId="LiveId" clId="{6C757DE9-355C-4ED3-A569-31F5B9354D0F}" dt="2026-09-11T05:07:02.093" v="312" actId="1076"/>
          <ac:spMkLst>
            <pc:docMk/>
            <pc:sldMk cId="1117972738" sldId="291"/>
            <ac:spMk id="10" creationId="{600FC221-20F2-EBB1-B181-8FEB4F89D82E}"/>
          </ac:spMkLst>
        </pc:spChg>
        <pc:spChg chg="mod">
          <ac:chgData name="光汰 齊藤" userId="50845e5bd7423914" providerId="LiveId" clId="{6C757DE9-355C-4ED3-A569-31F5B9354D0F}" dt="2026-09-11T05:13:50.011" v="409" actId="14100"/>
          <ac:spMkLst>
            <pc:docMk/>
            <pc:sldMk cId="1117972738" sldId="291"/>
            <ac:spMk id="13" creationId="{F4CB5D91-2D4B-45D9-C9DA-15C496830A52}"/>
          </ac:spMkLst>
        </pc:spChg>
        <pc:spChg chg="mod">
          <ac:chgData name="光汰 齊藤" userId="50845e5bd7423914" providerId="LiveId" clId="{6C757DE9-355C-4ED3-A569-31F5B9354D0F}" dt="2026-09-11T05:07:34.731" v="352" actId="1035"/>
          <ac:spMkLst>
            <pc:docMk/>
            <pc:sldMk cId="1117972738" sldId="291"/>
            <ac:spMk id="14" creationId="{DAE75398-13E4-C4C8-87A1-2E89AB0CD46C}"/>
          </ac:spMkLst>
        </pc:spChg>
        <pc:spChg chg="mod">
          <ac:chgData name="光汰 齊藤" userId="50845e5bd7423914" providerId="LiveId" clId="{6C757DE9-355C-4ED3-A569-31F5B9354D0F}" dt="2026-09-11T05:10:05.980" v="353" actId="1076"/>
          <ac:spMkLst>
            <pc:docMk/>
            <pc:sldMk cId="1117972738" sldId="291"/>
            <ac:spMk id="15" creationId="{C9FFC3C8-A31C-D09F-ACBE-1F3F3CA4D95B}"/>
          </ac:spMkLst>
        </pc:spChg>
        <pc:spChg chg="mod">
          <ac:chgData name="光汰 齊藤" userId="50845e5bd7423914" providerId="LiveId" clId="{6C757DE9-355C-4ED3-A569-31F5B9354D0F}" dt="2026-09-12T03:27:58.783" v="9561"/>
          <ac:spMkLst>
            <pc:docMk/>
            <pc:sldMk cId="1117972738" sldId="291"/>
            <ac:spMk id="16" creationId="{5D0D1F29-EA99-79C0-9F16-C05CC074D4DF}"/>
          </ac:spMkLst>
        </pc:spChg>
        <pc:spChg chg="mod">
          <ac:chgData name="光汰 齊藤" userId="50845e5bd7423914" providerId="LiveId" clId="{6C757DE9-355C-4ED3-A569-31F5B9354D0F}" dt="2026-09-11T05:13:07.925" v="404" actId="1037"/>
          <ac:spMkLst>
            <pc:docMk/>
            <pc:sldMk cId="1117972738" sldId="291"/>
            <ac:spMk id="17" creationId="{51B2EFE3-7473-CB03-9998-2C42B446F3EB}"/>
          </ac:spMkLst>
        </pc:spChg>
        <pc:spChg chg="mod">
          <ac:chgData name="光汰 齊藤" userId="50845e5bd7423914" providerId="LiveId" clId="{6C757DE9-355C-4ED3-A569-31F5B9354D0F}" dt="2026-09-11T05:06:11.370" v="207" actId="14100"/>
          <ac:spMkLst>
            <pc:docMk/>
            <pc:sldMk cId="1117972738" sldId="291"/>
            <ac:spMk id="18" creationId="{22D61288-25D9-DFE9-2BDE-56CBFD08EB49}"/>
          </ac:spMkLst>
        </pc:spChg>
        <pc:spChg chg="mod">
          <ac:chgData name="光汰 齊藤" userId="50845e5bd7423914" providerId="LiveId" clId="{6C757DE9-355C-4ED3-A569-31F5B9354D0F}" dt="2026-09-11T05:10:31.314" v="354" actId="1076"/>
          <ac:spMkLst>
            <pc:docMk/>
            <pc:sldMk cId="1117972738" sldId="291"/>
            <ac:spMk id="19" creationId="{5478EA91-C83C-728B-4669-4AC2D1A1A604}"/>
          </ac:spMkLst>
        </pc:spChg>
        <pc:spChg chg="mod">
          <ac:chgData name="光汰 齊藤" userId="50845e5bd7423914" providerId="LiveId" clId="{6C757DE9-355C-4ED3-A569-31F5B9354D0F}" dt="2026-09-11T05:10:58.719" v="360" actId="14100"/>
          <ac:spMkLst>
            <pc:docMk/>
            <pc:sldMk cId="1117972738" sldId="291"/>
            <ac:spMk id="25" creationId="{0B5586C9-8780-A5B6-E6AB-FC51FC7E9B3A}"/>
          </ac:spMkLst>
        </pc:spChg>
        <pc:spChg chg="mod">
          <ac:chgData name="光汰 齊藤" userId="50845e5bd7423914" providerId="LiveId" clId="{6C757DE9-355C-4ED3-A569-31F5B9354D0F}" dt="2026-09-12T03:28:57.097" v="9611"/>
          <ac:spMkLst>
            <pc:docMk/>
            <pc:sldMk cId="1117972738" sldId="291"/>
            <ac:spMk id="26" creationId="{730BD3ED-DAC9-8111-3C9D-01D28483C06D}"/>
          </ac:spMkLst>
        </pc:spChg>
        <pc:spChg chg="add mod">
          <ac:chgData name="光汰 齊藤" userId="50845e5bd7423914" providerId="LiveId" clId="{6C757DE9-355C-4ED3-A569-31F5B9354D0F}" dt="2026-09-11T05:10:05.980" v="353" actId="1076"/>
          <ac:spMkLst>
            <pc:docMk/>
            <pc:sldMk cId="1117972738" sldId="291"/>
            <ac:spMk id="28" creationId="{119EA92E-7FF8-6815-7E53-D44A8FB614B5}"/>
          </ac:spMkLst>
        </pc:spChg>
        <pc:spChg chg="add mod">
          <ac:chgData name="光汰 齊藤" userId="50845e5bd7423914" providerId="LiveId" clId="{6C757DE9-355C-4ED3-A569-31F5B9354D0F}" dt="2026-09-12T03:28:04.081" v="9562" actId="14100"/>
          <ac:spMkLst>
            <pc:docMk/>
            <pc:sldMk cId="1117972738" sldId="291"/>
            <ac:spMk id="30" creationId="{90616B9A-93C3-A950-62B6-F0DB96FA0BD5}"/>
          </ac:spMkLst>
        </pc:spChg>
        <pc:spChg chg="add mod">
          <ac:chgData name="光汰 齊藤" userId="50845e5bd7423914" providerId="LiveId" clId="{6C757DE9-355C-4ED3-A569-31F5B9354D0F}" dt="2026-09-11T05:13:41.992" v="406" actId="1076"/>
          <ac:spMkLst>
            <pc:docMk/>
            <pc:sldMk cId="1117972738" sldId="291"/>
            <ac:spMk id="34" creationId="{BFE36B60-A3C3-E665-E07B-F05E17755466}"/>
          </ac:spMkLst>
        </pc:spChg>
        <pc:graphicFrameChg chg="add mod">
          <ac:chgData name="光汰 齊藤" userId="50845e5bd7423914" providerId="LiveId" clId="{6C757DE9-355C-4ED3-A569-31F5B9354D0F}" dt="2026-09-11T05:13:41.992" v="406" actId="1076"/>
          <ac:graphicFrameMkLst>
            <pc:docMk/>
            <pc:sldMk cId="1117972738" sldId="291"/>
            <ac:graphicFrameMk id="32" creationId="{38240ABC-CAB0-F03C-C76A-CE9390E6948F}"/>
          </ac:graphicFrameMkLst>
        </pc:graphicFrameChg>
      </pc:sldChg>
      <pc:sldChg chg="addSp delSp modSp mod ord modNotesTx">
        <pc:chgData name="光汰 齊藤" userId="50845e5bd7423914" providerId="LiveId" clId="{6C757DE9-355C-4ED3-A569-31F5B9354D0F}" dt="2026-09-12T03:30:07.826" v="9630" actId="20577"/>
        <pc:sldMkLst>
          <pc:docMk/>
          <pc:sldMk cId="754461221" sldId="292"/>
        </pc:sldMkLst>
        <pc:spChg chg="mod">
          <ac:chgData name="光汰 齊藤" userId="50845e5bd7423914" providerId="LiveId" clId="{6C757DE9-355C-4ED3-A569-31F5B9354D0F}" dt="2026-09-11T06:36:54.250" v="1553"/>
          <ac:spMkLst>
            <pc:docMk/>
            <pc:sldMk cId="754461221" sldId="292"/>
            <ac:spMk id="2" creationId="{357C2715-F2A2-D208-A85D-67860B4ACC4B}"/>
          </ac:spMkLst>
        </pc:spChg>
        <pc:spChg chg="add mod">
          <ac:chgData name="光汰 齊藤" userId="50845e5bd7423914" providerId="LiveId" clId="{6C757DE9-355C-4ED3-A569-31F5B9354D0F}" dt="2026-09-11T15:31:29.833" v="7655" actId="1076"/>
          <ac:spMkLst>
            <pc:docMk/>
            <pc:sldMk cId="754461221" sldId="292"/>
            <ac:spMk id="6" creationId="{E26C5694-5933-1B36-2CC1-7451CC5C393D}"/>
          </ac:spMkLst>
        </pc:spChg>
        <pc:spChg chg="add mod">
          <ac:chgData name="光汰 齊藤" userId="50845e5bd7423914" providerId="LiveId" clId="{6C757DE9-355C-4ED3-A569-31F5B9354D0F}" dt="2026-09-11T15:31:15.125" v="7651" actId="1036"/>
          <ac:spMkLst>
            <pc:docMk/>
            <pc:sldMk cId="754461221" sldId="292"/>
            <ac:spMk id="11" creationId="{642AA03B-B185-C90E-4468-6F686AE3271E}"/>
          </ac:spMkLst>
        </pc:spChg>
        <pc:spChg chg="add mod">
          <ac:chgData name="光汰 齊藤" userId="50845e5bd7423914" providerId="LiveId" clId="{6C757DE9-355C-4ED3-A569-31F5B9354D0F}" dt="2026-09-11T15:31:15.125" v="7651" actId="1036"/>
          <ac:spMkLst>
            <pc:docMk/>
            <pc:sldMk cId="754461221" sldId="292"/>
            <ac:spMk id="15" creationId="{8D4AE2CF-2B82-9151-1800-CF5CD7BAFF87}"/>
          </ac:spMkLst>
        </pc:spChg>
        <pc:spChg chg="add mod">
          <ac:chgData name="光汰 齊藤" userId="50845e5bd7423914" providerId="LiveId" clId="{6C757DE9-355C-4ED3-A569-31F5B9354D0F}" dt="2026-09-11T15:34:30.153" v="7657" actId="14100"/>
          <ac:spMkLst>
            <pc:docMk/>
            <pc:sldMk cId="754461221" sldId="292"/>
            <ac:spMk id="19" creationId="{A7BEC913-DE66-5788-839F-EFFAC40F0493}"/>
          </ac:spMkLst>
        </pc:spChg>
        <pc:spChg chg="add mod">
          <ac:chgData name="光汰 齊藤" userId="50845e5bd7423914" providerId="LiveId" clId="{6C757DE9-355C-4ED3-A569-31F5B9354D0F}" dt="2026-09-11T15:31:47.333" v="7656" actId="14100"/>
          <ac:spMkLst>
            <pc:docMk/>
            <pc:sldMk cId="754461221" sldId="292"/>
            <ac:spMk id="21" creationId="{552F6B69-D4B6-C2FB-8746-24B85430B8B5}"/>
          </ac:spMkLst>
        </pc:spChg>
        <pc:spChg chg="add mod">
          <ac:chgData name="光汰 齊藤" userId="50845e5bd7423914" providerId="LiveId" clId="{6C757DE9-355C-4ED3-A569-31F5B9354D0F}" dt="2026-09-11T09:07:23.819" v="3537" actId="1035"/>
          <ac:spMkLst>
            <pc:docMk/>
            <pc:sldMk cId="754461221" sldId="292"/>
            <ac:spMk id="23" creationId="{F3D63764-23FD-68EA-3BF7-93A7D2FB0769}"/>
          </ac:spMkLst>
        </pc:spChg>
        <pc:spChg chg="add mod">
          <ac:chgData name="光汰 齊藤" userId="50845e5bd7423914" providerId="LiveId" clId="{6C757DE9-355C-4ED3-A569-31F5B9354D0F}" dt="2026-09-11T15:31:15.125" v="7651" actId="1036"/>
          <ac:spMkLst>
            <pc:docMk/>
            <pc:sldMk cId="754461221" sldId="292"/>
            <ac:spMk id="29" creationId="{40D1D59C-A5AC-E434-28FD-33B2F061B397}"/>
          </ac:spMkLst>
        </pc:spChg>
        <pc:spChg chg="add mod">
          <ac:chgData name="光汰 齊藤" userId="50845e5bd7423914" providerId="LiveId" clId="{6C757DE9-355C-4ED3-A569-31F5B9354D0F}" dt="2026-09-11T15:31:15.125" v="7651" actId="1036"/>
          <ac:spMkLst>
            <pc:docMk/>
            <pc:sldMk cId="754461221" sldId="292"/>
            <ac:spMk id="31" creationId="{93DBBD8B-B42B-E6DD-1D19-9A0CD86DDE71}"/>
          </ac:spMkLst>
        </pc:spChg>
        <pc:spChg chg="add mod">
          <ac:chgData name="光汰 齊藤" userId="50845e5bd7423914" providerId="LiveId" clId="{6C757DE9-355C-4ED3-A569-31F5B9354D0F}" dt="2026-09-11T15:31:15.125" v="7651" actId="1036"/>
          <ac:spMkLst>
            <pc:docMk/>
            <pc:sldMk cId="754461221" sldId="292"/>
            <ac:spMk id="33" creationId="{67282139-179F-47B0-27C5-0932AD7BB48C}"/>
          </ac:spMkLst>
        </pc:spChg>
        <pc:spChg chg="add mod">
          <ac:chgData name="光汰 齊藤" userId="50845e5bd7423914" providerId="LiveId" clId="{6C757DE9-355C-4ED3-A569-31F5B9354D0F}" dt="2026-09-11T15:31:15.125" v="7651" actId="1036"/>
          <ac:spMkLst>
            <pc:docMk/>
            <pc:sldMk cId="754461221" sldId="292"/>
            <ac:spMk id="35" creationId="{1DE44916-F710-8F5D-E80E-31BBE09EB4FE}"/>
          </ac:spMkLst>
        </pc:spChg>
        <pc:spChg chg="add mod">
          <ac:chgData name="光汰 齊藤" userId="50845e5bd7423914" providerId="LiveId" clId="{6C757DE9-355C-4ED3-A569-31F5B9354D0F}" dt="2026-09-11T09:07:31.500" v="3555" actId="1035"/>
          <ac:spMkLst>
            <pc:docMk/>
            <pc:sldMk cId="754461221" sldId="292"/>
            <ac:spMk id="42" creationId="{4C7A226B-2413-ADA6-28D8-6244E1A4979E}"/>
          </ac:spMkLst>
        </pc:spChg>
        <pc:spChg chg="add mod">
          <ac:chgData name="光汰 齊藤" userId="50845e5bd7423914" providerId="LiveId" clId="{6C757DE9-355C-4ED3-A569-31F5B9354D0F}" dt="2026-09-11T09:07:31.500" v="3555" actId="1035"/>
          <ac:spMkLst>
            <pc:docMk/>
            <pc:sldMk cId="754461221" sldId="292"/>
            <ac:spMk id="44" creationId="{F0FBBE2A-CD72-D9D3-8138-9E4743223311}"/>
          </ac:spMkLst>
        </pc:spChg>
        <pc:spChg chg="add mod">
          <ac:chgData name="光汰 齊藤" userId="50845e5bd7423914" providerId="LiveId" clId="{6C757DE9-355C-4ED3-A569-31F5B9354D0F}" dt="2026-09-11T09:07:31.500" v="3555" actId="1035"/>
          <ac:spMkLst>
            <pc:docMk/>
            <pc:sldMk cId="754461221" sldId="292"/>
            <ac:spMk id="46" creationId="{1CB82D4A-F38B-5A28-F1F8-F4136B98766F}"/>
          </ac:spMkLst>
        </pc:spChg>
        <pc:spChg chg="add mod">
          <ac:chgData name="光汰 齊藤" userId="50845e5bd7423914" providerId="LiveId" clId="{6C757DE9-355C-4ED3-A569-31F5B9354D0F}" dt="2026-09-11T09:07:31.500" v="3555" actId="1035"/>
          <ac:spMkLst>
            <pc:docMk/>
            <pc:sldMk cId="754461221" sldId="292"/>
            <ac:spMk id="48" creationId="{5851AD87-6CAC-172A-AC95-E64A8457C8EC}"/>
          </ac:spMkLst>
        </pc:spChg>
      </pc:sldChg>
      <pc:sldChg chg="addSp modSp mod modNotesTx">
        <pc:chgData name="光汰 齊藤" userId="50845e5bd7423914" providerId="LiveId" clId="{6C757DE9-355C-4ED3-A569-31F5B9354D0F}" dt="2026-09-12T03:49:51.494" v="9712" actId="20577"/>
        <pc:sldMkLst>
          <pc:docMk/>
          <pc:sldMk cId="128889613" sldId="294"/>
        </pc:sldMkLst>
        <pc:spChg chg="mod">
          <ac:chgData name="光汰 齊藤" userId="50845e5bd7423914" providerId="LiveId" clId="{6C757DE9-355C-4ED3-A569-31F5B9354D0F}" dt="2026-09-11T05:27:43.147" v="630" actId="20577"/>
          <ac:spMkLst>
            <pc:docMk/>
            <pc:sldMk cId="128889613" sldId="294"/>
            <ac:spMk id="2" creationId="{6688408A-D1E8-02D1-C682-690BF906E10D}"/>
          </ac:spMkLst>
        </pc:spChg>
        <pc:spChg chg="mod">
          <ac:chgData name="光汰 齊藤" userId="50845e5bd7423914" providerId="LiveId" clId="{6C757DE9-355C-4ED3-A569-31F5B9354D0F}" dt="2026-09-12T03:48:24.762" v="9634"/>
          <ac:spMkLst>
            <pc:docMk/>
            <pc:sldMk cId="128889613" sldId="294"/>
            <ac:spMk id="15" creationId="{6D93B2AC-47C9-E759-BAA6-C856561C267C}"/>
          </ac:spMkLst>
        </pc:spChg>
        <pc:spChg chg="add mod">
          <ac:chgData name="光汰 齊藤" userId="50845e5bd7423914" providerId="LiveId" clId="{6C757DE9-355C-4ED3-A569-31F5B9354D0F}" dt="2026-09-12T03:48:43.650" v="9643" actId="404"/>
          <ac:spMkLst>
            <pc:docMk/>
            <pc:sldMk cId="128889613" sldId="294"/>
            <ac:spMk id="17" creationId="{98388F11-EB18-DF05-13FB-7DCFA591E381}"/>
          </ac:spMkLst>
        </pc:spChg>
      </pc:sldChg>
      <pc:sldChg chg="addSp delSp modSp mod modNotesTx">
        <pc:chgData name="光汰 齊藤" userId="50845e5bd7423914" providerId="LiveId" clId="{6C757DE9-355C-4ED3-A569-31F5B9354D0F}" dt="2026-09-12T03:16:08.691" v="9464" actId="20577"/>
        <pc:sldMkLst>
          <pc:docMk/>
          <pc:sldMk cId="902745780" sldId="296"/>
        </pc:sldMkLst>
        <pc:spChg chg="mod">
          <ac:chgData name="光汰 齊藤" userId="50845e5bd7423914" providerId="LiveId" clId="{6C757DE9-355C-4ED3-A569-31F5B9354D0F}" dt="2026-09-11T10:58:46.551" v="5216" actId="20577"/>
          <ac:spMkLst>
            <pc:docMk/>
            <pc:sldMk cId="902745780" sldId="296"/>
            <ac:spMk id="2" creationId="{CC5B1D69-8333-18EF-27E9-79E17811FBB1}"/>
          </ac:spMkLst>
        </pc:spChg>
        <pc:spChg chg="add mod">
          <ac:chgData name="光汰 齊藤" userId="50845e5bd7423914" providerId="LiveId" clId="{6C757DE9-355C-4ED3-A569-31F5B9354D0F}" dt="2026-09-11T15:38:53.206" v="7727" actId="1076"/>
          <ac:spMkLst>
            <pc:docMk/>
            <pc:sldMk cId="902745780" sldId="296"/>
            <ac:spMk id="4" creationId="{1F16CE5B-42EC-EC1B-0A9B-C3D12B69C693}"/>
          </ac:spMkLst>
        </pc:spChg>
        <pc:spChg chg="add mod">
          <ac:chgData name="光汰 齊藤" userId="50845e5bd7423914" providerId="LiveId" clId="{6C757DE9-355C-4ED3-A569-31F5B9354D0F}" dt="2026-09-11T15:38:24.865" v="7720" actId="14100"/>
          <ac:spMkLst>
            <pc:docMk/>
            <pc:sldMk cId="902745780" sldId="296"/>
            <ac:spMk id="5" creationId="{F2AE2612-4035-2F70-317B-D91D24785F7B}"/>
          </ac:spMkLst>
        </pc:spChg>
        <pc:spChg chg="add mod">
          <ac:chgData name="光汰 齊藤" userId="50845e5bd7423914" providerId="LiveId" clId="{6C757DE9-355C-4ED3-A569-31F5B9354D0F}" dt="2026-09-11T15:37:13.376" v="7694" actId="1035"/>
          <ac:spMkLst>
            <pc:docMk/>
            <pc:sldMk cId="902745780" sldId="296"/>
            <ac:spMk id="7" creationId="{0826BC72-D495-6CD2-13A5-3135C4151587}"/>
          </ac:spMkLst>
        </pc:spChg>
        <pc:spChg chg="add mod">
          <ac:chgData name="光汰 齊藤" userId="50845e5bd7423914" providerId="LiveId" clId="{6C757DE9-355C-4ED3-A569-31F5B9354D0F}" dt="2026-09-11T15:37:05.933" v="7677" actId="1076"/>
          <ac:spMkLst>
            <pc:docMk/>
            <pc:sldMk cId="902745780" sldId="296"/>
            <ac:spMk id="8" creationId="{5CABC38F-2B08-F14D-FFC8-025F448EFCA5}"/>
          </ac:spMkLst>
        </pc:spChg>
        <pc:spChg chg="add mod ord">
          <ac:chgData name="光汰 齊藤" userId="50845e5bd7423914" providerId="LiveId" clId="{6C757DE9-355C-4ED3-A569-31F5B9354D0F}" dt="2026-09-11T15:38:57.518" v="7728" actId="207"/>
          <ac:spMkLst>
            <pc:docMk/>
            <pc:sldMk cId="902745780" sldId="296"/>
            <ac:spMk id="10" creationId="{A9F22044-A94B-488E-F5E2-9EF659B3006C}"/>
          </ac:spMkLst>
        </pc:spChg>
        <pc:spChg chg="add mod">
          <ac:chgData name="光汰 齊藤" userId="50845e5bd7423914" providerId="LiveId" clId="{6C757DE9-355C-4ED3-A569-31F5B9354D0F}" dt="2026-09-11T15:37:13.376" v="7694" actId="1035"/>
          <ac:spMkLst>
            <pc:docMk/>
            <pc:sldMk cId="902745780" sldId="296"/>
            <ac:spMk id="15" creationId="{7B1F59F7-9074-B155-25D6-FF3D8F317D58}"/>
          </ac:spMkLst>
        </pc:spChg>
        <pc:spChg chg="add mod">
          <ac:chgData name="光汰 齊藤" userId="50845e5bd7423914" providerId="LiveId" clId="{6C757DE9-355C-4ED3-A569-31F5B9354D0F}" dt="2026-09-11T15:37:33.178" v="7698" actId="1076"/>
          <ac:spMkLst>
            <pc:docMk/>
            <pc:sldMk cId="902745780" sldId="296"/>
            <ac:spMk id="16" creationId="{FC2B04AB-F4F3-25C0-0A54-D99A699E05CF}"/>
          </ac:spMkLst>
        </pc:spChg>
        <pc:spChg chg="add mod">
          <ac:chgData name="光汰 齊藤" userId="50845e5bd7423914" providerId="LiveId" clId="{6C757DE9-355C-4ED3-A569-31F5B9354D0F}" dt="2026-09-11T15:37:39.271" v="7700" actId="1076"/>
          <ac:spMkLst>
            <pc:docMk/>
            <pc:sldMk cId="902745780" sldId="296"/>
            <ac:spMk id="18" creationId="{0859DBBD-BC15-618F-04AF-82E394234996}"/>
          </ac:spMkLst>
        </pc:spChg>
        <pc:spChg chg="add mod">
          <ac:chgData name="光汰 齊藤" userId="50845e5bd7423914" providerId="LiveId" clId="{6C757DE9-355C-4ED3-A569-31F5B9354D0F}" dt="2026-09-11T15:38:21.881" v="7719" actId="14100"/>
          <ac:spMkLst>
            <pc:docMk/>
            <pc:sldMk cId="902745780" sldId="296"/>
            <ac:spMk id="19" creationId="{CA674223-1B0B-F1BE-7AFD-739A90A422E2}"/>
          </ac:spMkLst>
        </pc:spChg>
        <pc:spChg chg="add mod">
          <ac:chgData name="光汰 齊藤" userId="50845e5bd7423914" providerId="LiveId" clId="{6C757DE9-355C-4ED3-A569-31F5B9354D0F}" dt="2026-09-11T15:37:33.178" v="7698" actId="1076"/>
          <ac:spMkLst>
            <pc:docMk/>
            <pc:sldMk cId="902745780" sldId="296"/>
            <ac:spMk id="26" creationId="{2DD97516-CB1B-7382-C902-6B6E51371275}"/>
          </ac:spMkLst>
        </pc:spChg>
        <pc:spChg chg="add mod">
          <ac:chgData name="光汰 齊藤" userId="50845e5bd7423914" providerId="LiveId" clId="{6C757DE9-355C-4ED3-A569-31F5B9354D0F}" dt="2026-09-11T15:38:11.910" v="7716" actId="20577"/>
          <ac:spMkLst>
            <pc:docMk/>
            <pc:sldMk cId="902745780" sldId="296"/>
            <ac:spMk id="28" creationId="{30AA8FBC-6F9C-18AC-AA86-DE76F9D81985}"/>
          </ac:spMkLst>
        </pc:spChg>
      </pc:sldChg>
      <pc:sldChg chg="modSp mod modNotesTx">
        <pc:chgData name="光汰 齊藤" userId="50845e5bd7423914" providerId="LiveId" clId="{6C757DE9-355C-4ED3-A569-31F5B9354D0F}" dt="2026-09-12T03:13:51.838" v="9338" actId="20577"/>
        <pc:sldMkLst>
          <pc:docMk/>
          <pc:sldMk cId="1240762161" sldId="302"/>
        </pc:sldMkLst>
        <pc:spChg chg="mod">
          <ac:chgData name="光汰 齊藤" userId="50845e5bd7423914" providerId="LiveId" clId="{6C757DE9-355C-4ED3-A569-31F5B9354D0F}" dt="2026-09-11T05:26:58.694" v="551"/>
          <ac:spMkLst>
            <pc:docMk/>
            <pc:sldMk cId="1240762161" sldId="302"/>
            <ac:spMk id="2" creationId="{5EC0E432-2637-442C-986D-27DBC6BE3E34}"/>
          </ac:spMkLst>
        </pc:spChg>
        <pc:spChg chg="mod">
          <ac:chgData name="光汰 齊藤" userId="50845e5bd7423914" providerId="LiveId" clId="{6C757DE9-355C-4ED3-A569-31F5B9354D0F}" dt="2026-09-11T15:22:19.600" v="7589" actId="207"/>
          <ac:spMkLst>
            <pc:docMk/>
            <pc:sldMk cId="1240762161" sldId="302"/>
            <ac:spMk id="30" creationId="{594AC3A8-EBFD-CD74-A9A3-BA39755F6DE6}"/>
          </ac:spMkLst>
        </pc:spChg>
      </pc:sldChg>
      <pc:sldChg chg="addSp modSp mod modNotesTx">
        <pc:chgData name="光汰 齊藤" userId="50845e5bd7423914" providerId="LiveId" clId="{6C757DE9-355C-4ED3-A569-31F5B9354D0F}" dt="2026-09-12T03:14:09.776" v="9362" actId="20577"/>
        <pc:sldMkLst>
          <pc:docMk/>
          <pc:sldMk cId="2737113053" sldId="303"/>
        </pc:sldMkLst>
        <pc:spChg chg="mod">
          <ac:chgData name="光汰 齊藤" userId="50845e5bd7423914" providerId="LiveId" clId="{6C757DE9-355C-4ED3-A569-31F5B9354D0F}" dt="2026-09-11T05:27:21.050" v="601"/>
          <ac:spMkLst>
            <pc:docMk/>
            <pc:sldMk cId="2737113053" sldId="303"/>
            <ac:spMk id="2" creationId="{E7D5D690-F2D3-DF1D-21F0-825BA940F687}"/>
          </ac:spMkLst>
        </pc:spChg>
        <pc:picChg chg="add mod">
          <ac:chgData name="光汰 齊藤" userId="50845e5bd7423914" providerId="LiveId" clId="{6C757DE9-355C-4ED3-A569-31F5B9354D0F}" dt="2026-09-11T15:25:01.032" v="7594" actId="1076"/>
          <ac:picMkLst>
            <pc:docMk/>
            <pc:sldMk cId="2737113053" sldId="303"/>
            <ac:picMk id="5" creationId="{D9A5FD3D-DB35-6A94-F4AE-24C4246C9F1A}"/>
          </ac:picMkLst>
        </pc:picChg>
        <pc:picChg chg="add mod">
          <ac:chgData name="光汰 齊藤" userId="50845e5bd7423914" providerId="LiveId" clId="{6C757DE9-355C-4ED3-A569-31F5B9354D0F}" dt="2026-09-11T15:24:58.406" v="7593" actId="1076"/>
          <ac:picMkLst>
            <pc:docMk/>
            <pc:sldMk cId="2737113053" sldId="303"/>
            <ac:picMk id="7" creationId="{E29DF94C-855C-02F5-A8E4-5B6C73A3EAAD}"/>
          </ac:picMkLst>
        </pc:picChg>
        <pc:picChg chg="add mod">
          <ac:chgData name="光汰 齊藤" userId="50845e5bd7423914" providerId="LiveId" clId="{6C757DE9-355C-4ED3-A569-31F5B9354D0F}" dt="2026-09-11T15:24:47.260" v="7592" actId="1076"/>
          <ac:picMkLst>
            <pc:docMk/>
            <pc:sldMk cId="2737113053" sldId="303"/>
            <ac:picMk id="9" creationId="{841FEAA5-8B73-EDAA-1040-5248A21572EF}"/>
          </ac:picMkLst>
        </pc:picChg>
      </pc:sldChg>
      <pc:sldChg chg="modSp mod modNotesTx">
        <pc:chgData name="光汰 齊藤" userId="50845e5bd7423914" providerId="LiveId" clId="{6C757DE9-355C-4ED3-A569-31F5B9354D0F}" dt="2026-09-12T03:14:03.656" v="9352" actId="20577"/>
        <pc:sldMkLst>
          <pc:docMk/>
          <pc:sldMk cId="548788537" sldId="306"/>
        </pc:sldMkLst>
        <pc:spChg chg="mod">
          <ac:chgData name="光汰 齊藤" userId="50845e5bd7423914" providerId="LiveId" clId="{6C757DE9-355C-4ED3-A569-31F5B9354D0F}" dt="2026-09-11T05:27:52.019" v="642" actId="20577"/>
          <ac:spMkLst>
            <pc:docMk/>
            <pc:sldMk cId="548788537" sldId="306"/>
            <ac:spMk id="3" creationId="{B1C62531-BFF3-0B14-E0FA-9B29C99C2359}"/>
          </ac:spMkLst>
        </pc:spChg>
      </pc:sldChg>
      <pc:sldChg chg="modSp mod modNotesTx">
        <pc:chgData name="光汰 齊藤" userId="50845e5bd7423914" providerId="LiveId" clId="{6C757DE9-355C-4ED3-A569-31F5B9354D0F}" dt="2026-09-12T03:15:35.674" v="9430" actId="20577"/>
        <pc:sldMkLst>
          <pc:docMk/>
          <pc:sldMk cId="2208643470" sldId="307"/>
        </pc:sldMkLst>
        <pc:spChg chg="mod">
          <ac:chgData name="光汰 齊藤" userId="50845e5bd7423914" providerId="LiveId" clId="{6C757DE9-355C-4ED3-A569-31F5B9354D0F}" dt="2026-09-11T05:28:55.585" v="801" actId="20577"/>
          <ac:spMkLst>
            <pc:docMk/>
            <pc:sldMk cId="2208643470" sldId="307"/>
            <ac:spMk id="2" creationId="{15426E59-E2B3-427A-DD55-5496C8CAC960}"/>
          </ac:spMkLst>
        </pc:spChg>
        <pc:spChg chg="mod">
          <ac:chgData name="光汰 齊藤" userId="50845e5bd7423914" providerId="LiveId" clId="{6C757DE9-355C-4ED3-A569-31F5B9354D0F}" dt="2026-09-11T05:15:39.266" v="518" actId="1076"/>
          <ac:spMkLst>
            <pc:docMk/>
            <pc:sldMk cId="2208643470" sldId="307"/>
            <ac:spMk id="21" creationId="{07D79530-5CF0-B103-F599-C7772A93E210}"/>
          </ac:spMkLst>
        </pc:spChg>
        <pc:spChg chg="mod">
          <ac:chgData name="光汰 齊藤" userId="50845e5bd7423914" providerId="LiveId" clId="{6C757DE9-355C-4ED3-A569-31F5B9354D0F}" dt="2026-09-11T05:14:51.273" v="514" actId="208"/>
          <ac:spMkLst>
            <pc:docMk/>
            <pc:sldMk cId="2208643470" sldId="307"/>
            <ac:spMk id="22" creationId="{901CCA82-82EC-4924-7D72-5A5096A4848C}"/>
          </ac:spMkLst>
        </pc:spChg>
        <pc:spChg chg="mod">
          <ac:chgData name="光汰 齊藤" userId="50845e5bd7423914" providerId="LiveId" clId="{6C757DE9-355C-4ED3-A569-31F5B9354D0F}" dt="2026-09-11T05:14:44.088" v="513" actId="207"/>
          <ac:spMkLst>
            <pc:docMk/>
            <pc:sldMk cId="2208643470" sldId="307"/>
            <ac:spMk id="23" creationId="{BD67F7BF-DC76-2A4E-AC28-614A263DEE2E}"/>
          </ac:spMkLst>
        </pc:spChg>
      </pc:sldChg>
      <pc:sldChg chg="addSp modSp mod modNotesTx">
        <pc:chgData name="光汰 齊藤" userId="50845e5bd7423914" providerId="LiveId" clId="{6C757DE9-355C-4ED3-A569-31F5B9354D0F}" dt="2026-09-12T03:50:48.939" v="9755"/>
        <pc:sldMkLst>
          <pc:docMk/>
          <pc:sldMk cId="2587131814" sldId="308"/>
        </pc:sldMkLst>
        <pc:spChg chg="mod">
          <ac:chgData name="光汰 齊藤" userId="50845e5bd7423914" providerId="LiveId" clId="{6C757DE9-355C-4ED3-A569-31F5B9354D0F}" dt="2026-09-11T05:28:28.286" v="730" actId="20577"/>
          <ac:spMkLst>
            <pc:docMk/>
            <pc:sldMk cId="2587131814" sldId="308"/>
            <ac:spMk id="2" creationId="{DD7EC533-4391-EEC9-8470-8506CD168190}"/>
          </ac:spMkLst>
        </pc:spChg>
        <pc:spChg chg="add mod">
          <ac:chgData name="光汰 齊藤" userId="50845e5bd7423914" providerId="LiveId" clId="{6C757DE9-355C-4ED3-A569-31F5B9354D0F}" dt="2026-09-12T03:49:19.890" v="9653" actId="1076"/>
          <ac:spMkLst>
            <pc:docMk/>
            <pc:sldMk cId="2587131814" sldId="308"/>
            <ac:spMk id="5" creationId="{9A4FE896-3610-56E5-50E2-78F94D319081}"/>
          </ac:spMkLst>
        </pc:spChg>
        <pc:spChg chg="mod">
          <ac:chgData name="光汰 齊藤" userId="50845e5bd7423914" providerId="LiveId" clId="{6C757DE9-355C-4ED3-A569-31F5B9354D0F}" dt="2026-09-12T03:50:48.939" v="9755"/>
          <ac:spMkLst>
            <pc:docMk/>
            <pc:sldMk cId="2587131814" sldId="308"/>
            <ac:spMk id="15" creationId="{245D2C31-7383-AACC-ECEB-B819F743C153}"/>
          </ac:spMkLst>
        </pc:spChg>
        <pc:spChg chg="mod">
          <ac:chgData name="光汰 齊藤" userId="50845e5bd7423914" providerId="LiveId" clId="{6C757DE9-355C-4ED3-A569-31F5B9354D0F}" dt="2026-09-11T05:15:26.559" v="516" actId="1076"/>
          <ac:spMkLst>
            <pc:docMk/>
            <pc:sldMk cId="2587131814" sldId="308"/>
            <ac:spMk id="21" creationId="{61AC4A8E-1435-CB7E-5B6C-36DCCDF0B29D}"/>
          </ac:spMkLst>
        </pc:spChg>
      </pc:sldChg>
      <pc:sldChg chg="addSp delSp modSp add mod modNotesTx">
        <pc:chgData name="光汰 齊藤" userId="50845e5bd7423914" providerId="LiveId" clId="{6C757DE9-355C-4ED3-A569-31F5B9354D0F}" dt="2026-09-12T03:15:50.329" v="9443" actId="20577"/>
        <pc:sldMkLst>
          <pc:docMk/>
          <pc:sldMk cId="682351120" sldId="313"/>
        </pc:sldMkLst>
        <pc:spChg chg="mod">
          <ac:chgData name="光汰 齊藤" userId="50845e5bd7423914" providerId="LiveId" clId="{6C757DE9-355C-4ED3-A569-31F5B9354D0F}" dt="2026-09-11T05:29:35.343" v="877"/>
          <ac:spMkLst>
            <pc:docMk/>
            <pc:sldMk cId="682351120" sldId="313"/>
            <ac:spMk id="2" creationId="{30562699-EAA4-91AE-BABB-069799A4C9A5}"/>
          </ac:spMkLst>
        </pc:spChg>
        <pc:spChg chg="add mod">
          <ac:chgData name="光汰 齊藤" userId="50845e5bd7423914" providerId="LiveId" clId="{6C757DE9-355C-4ED3-A569-31F5B9354D0F}" dt="2026-09-11T15:28:42.101" v="7609" actId="207"/>
          <ac:spMkLst>
            <pc:docMk/>
            <pc:sldMk cId="682351120" sldId="313"/>
            <ac:spMk id="6" creationId="{F527E219-10DA-D72A-1E80-DD1A171C7D62}"/>
          </ac:spMkLst>
        </pc:spChg>
        <pc:spChg chg="add mod">
          <ac:chgData name="光汰 齊藤" userId="50845e5bd7423914" providerId="LiveId" clId="{6C757DE9-355C-4ED3-A569-31F5B9354D0F}" dt="2026-09-11T15:27:35.646" v="7605" actId="403"/>
          <ac:spMkLst>
            <pc:docMk/>
            <pc:sldMk cId="682351120" sldId="313"/>
            <ac:spMk id="7" creationId="{4B9ADFE9-7595-2BC9-C7F9-CA4E16973B5D}"/>
          </ac:spMkLst>
        </pc:spChg>
        <pc:spChg chg="add mod">
          <ac:chgData name="光汰 齊藤" userId="50845e5bd7423914" providerId="LiveId" clId="{6C757DE9-355C-4ED3-A569-31F5B9354D0F}" dt="2026-09-11T15:27:48.560" v="7607" actId="403"/>
          <ac:spMkLst>
            <pc:docMk/>
            <pc:sldMk cId="682351120" sldId="313"/>
            <ac:spMk id="9" creationId="{51E91A14-4C2A-B291-9AE6-EB1B04426772}"/>
          </ac:spMkLst>
        </pc:spChg>
        <pc:spChg chg="add mod">
          <ac:chgData name="光汰 齊藤" userId="50845e5bd7423914" providerId="LiveId" clId="{6C757DE9-355C-4ED3-A569-31F5B9354D0F}" dt="2026-09-11T15:28:59.323" v="7613" actId="14100"/>
          <ac:spMkLst>
            <pc:docMk/>
            <pc:sldMk cId="682351120" sldId="313"/>
            <ac:spMk id="10" creationId="{836EBBC4-6F70-B788-37A2-CE4EB47C14AE}"/>
          </ac:spMkLst>
        </pc:spChg>
        <pc:spChg chg="add mod">
          <ac:chgData name="光汰 齊藤" userId="50845e5bd7423914" providerId="LiveId" clId="{6C757DE9-355C-4ED3-A569-31F5B9354D0F}" dt="2026-09-11T15:27:35.646" v="7605" actId="403"/>
          <ac:spMkLst>
            <pc:docMk/>
            <pc:sldMk cId="682351120" sldId="313"/>
            <ac:spMk id="11" creationId="{E062AD5D-D9F5-CAE6-6EE6-28FE52B25505}"/>
          </ac:spMkLst>
        </pc:spChg>
        <pc:spChg chg="add mod">
          <ac:chgData name="光汰 齊藤" userId="50845e5bd7423914" providerId="LiveId" clId="{6C757DE9-355C-4ED3-A569-31F5B9354D0F}" dt="2026-09-11T15:27:48.560" v="7607" actId="403"/>
          <ac:spMkLst>
            <pc:docMk/>
            <pc:sldMk cId="682351120" sldId="313"/>
            <ac:spMk id="13" creationId="{D01105D8-A13F-C270-F774-49A4DDED0FDA}"/>
          </ac:spMkLst>
        </pc:spChg>
        <pc:spChg chg="add mod">
          <ac:chgData name="光汰 齊藤" userId="50845e5bd7423914" providerId="LiveId" clId="{6C757DE9-355C-4ED3-A569-31F5B9354D0F}" dt="2026-09-11T15:30:41.205" v="7621" actId="13822"/>
          <ac:spMkLst>
            <pc:docMk/>
            <pc:sldMk cId="682351120" sldId="313"/>
            <ac:spMk id="16" creationId="{B2AD0FF3-77F6-9072-679C-02F94E04000C}"/>
          </ac:spMkLst>
        </pc:spChg>
        <pc:spChg chg="mod">
          <ac:chgData name="光汰 齊藤" userId="50845e5bd7423914" providerId="LiveId" clId="{6C757DE9-355C-4ED3-A569-31F5B9354D0F}" dt="2026-09-11T05:41:47.462" v="968" actId="164"/>
          <ac:spMkLst>
            <pc:docMk/>
            <pc:sldMk cId="682351120" sldId="313"/>
            <ac:spMk id="37" creationId="{3ABF3F7F-EE47-3E59-E542-EA0AB23426A8}"/>
          </ac:spMkLst>
        </pc:spChg>
        <pc:spChg chg="mod">
          <ac:chgData name="光汰 齊藤" userId="50845e5bd7423914" providerId="LiveId" clId="{6C757DE9-355C-4ED3-A569-31F5B9354D0F}" dt="2026-09-11T05:41:47.462" v="968" actId="164"/>
          <ac:spMkLst>
            <pc:docMk/>
            <pc:sldMk cId="682351120" sldId="313"/>
            <ac:spMk id="42" creationId="{5E011100-DBFE-B296-4A47-FA2AB787E951}"/>
          </ac:spMkLst>
        </pc:spChg>
        <pc:spChg chg="mod">
          <ac:chgData name="光汰 齊藤" userId="50845e5bd7423914" providerId="LiveId" clId="{6C757DE9-355C-4ED3-A569-31F5B9354D0F}" dt="2026-09-11T05:41:47.462" v="968" actId="164"/>
          <ac:spMkLst>
            <pc:docMk/>
            <pc:sldMk cId="682351120" sldId="313"/>
            <ac:spMk id="46" creationId="{198E279E-475D-8470-BEBA-B1327987071E}"/>
          </ac:spMkLst>
        </pc:spChg>
        <pc:spChg chg="mod">
          <ac:chgData name="光汰 齊藤" userId="50845e5bd7423914" providerId="LiveId" clId="{6C757DE9-355C-4ED3-A569-31F5B9354D0F}" dt="2026-09-11T05:41:47.462" v="968" actId="164"/>
          <ac:spMkLst>
            <pc:docMk/>
            <pc:sldMk cId="682351120" sldId="313"/>
            <ac:spMk id="55" creationId="{F50433BF-7267-69F6-604F-1A8E9E4CFA40}"/>
          </ac:spMkLst>
        </pc:spChg>
        <pc:spChg chg="mod">
          <ac:chgData name="光汰 齊藤" userId="50845e5bd7423914" providerId="LiveId" clId="{6C757DE9-355C-4ED3-A569-31F5B9354D0F}" dt="2026-09-11T05:41:47.462" v="968" actId="164"/>
          <ac:spMkLst>
            <pc:docMk/>
            <pc:sldMk cId="682351120" sldId="313"/>
            <ac:spMk id="56" creationId="{1A8BF51A-7840-1A16-19E1-DCF4AFEB90D0}"/>
          </ac:spMkLst>
        </pc:spChg>
        <pc:spChg chg="mod">
          <ac:chgData name="光汰 齊藤" userId="50845e5bd7423914" providerId="LiveId" clId="{6C757DE9-355C-4ED3-A569-31F5B9354D0F}" dt="2026-09-11T05:41:47.462" v="968" actId="164"/>
          <ac:spMkLst>
            <pc:docMk/>
            <pc:sldMk cId="682351120" sldId="313"/>
            <ac:spMk id="58" creationId="{8A8BE97B-3F90-A2DA-3A93-BE37F34BDF94}"/>
          </ac:spMkLst>
        </pc:spChg>
        <pc:spChg chg="mod">
          <ac:chgData name="光汰 齊藤" userId="50845e5bd7423914" providerId="LiveId" clId="{6C757DE9-355C-4ED3-A569-31F5B9354D0F}" dt="2026-09-11T05:41:47.462" v="968" actId="164"/>
          <ac:spMkLst>
            <pc:docMk/>
            <pc:sldMk cId="682351120" sldId="313"/>
            <ac:spMk id="59" creationId="{19298A08-6C09-A748-371D-5D89B717CB74}"/>
          </ac:spMkLst>
        </pc:spChg>
        <pc:spChg chg="mod">
          <ac:chgData name="光汰 齊藤" userId="50845e5bd7423914" providerId="LiveId" clId="{6C757DE9-355C-4ED3-A569-31F5B9354D0F}" dt="2026-09-11T05:41:47.462" v="968" actId="164"/>
          <ac:spMkLst>
            <pc:docMk/>
            <pc:sldMk cId="682351120" sldId="313"/>
            <ac:spMk id="64" creationId="{0046B015-1B8C-D44D-36B0-9E05541F362B}"/>
          </ac:spMkLst>
        </pc:spChg>
        <pc:spChg chg="mod">
          <ac:chgData name="光汰 齊藤" userId="50845e5bd7423914" providerId="LiveId" clId="{6C757DE9-355C-4ED3-A569-31F5B9354D0F}" dt="2026-09-11T05:41:47.462" v="968" actId="164"/>
          <ac:spMkLst>
            <pc:docMk/>
            <pc:sldMk cId="682351120" sldId="313"/>
            <ac:spMk id="65" creationId="{6D5B1C01-7CEF-0694-2A15-034432621793}"/>
          </ac:spMkLst>
        </pc:spChg>
        <pc:spChg chg="mod">
          <ac:chgData name="光汰 齊藤" userId="50845e5bd7423914" providerId="LiveId" clId="{6C757DE9-355C-4ED3-A569-31F5B9354D0F}" dt="2026-09-11T05:41:47.462" v="968" actId="164"/>
          <ac:spMkLst>
            <pc:docMk/>
            <pc:sldMk cId="682351120" sldId="313"/>
            <ac:spMk id="66" creationId="{14CFE632-3F15-5EC4-05BF-44D897A9192E}"/>
          </ac:spMkLst>
        </pc:spChg>
        <pc:grpChg chg="mod">
          <ac:chgData name="光汰 齊藤" userId="50845e5bd7423914" providerId="LiveId" clId="{6C757DE9-355C-4ED3-A569-31F5B9354D0F}" dt="2026-09-11T05:42:15.110" v="970" actId="1076"/>
          <ac:grpSpMkLst>
            <pc:docMk/>
            <pc:sldMk cId="682351120" sldId="313"/>
            <ac:grpSpMk id="5" creationId="{E16B12D5-8955-E136-1C45-31960DF631DF}"/>
          </ac:grpSpMkLst>
        </pc:grpChg>
        <pc:cxnChg chg="add mod">
          <ac:chgData name="光汰 齊藤" userId="50845e5bd7423914" providerId="LiveId" clId="{6C757DE9-355C-4ED3-A569-31F5B9354D0F}" dt="2026-09-11T15:29:48.738" v="7616" actId="17032"/>
          <ac:cxnSpMkLst>
            <pc:docMk/>
            <pc:sldMk cId="682351120" sldId="313"/>
            <ac:cxnSpMk id="14" creationId="{F42C9913-3490-66F3-AA15-6C2FD3983938}"/>
          </ac:cxnSpMkLst>
        </pc:cxnChg>
        <pc:cxnChg chg="add mod">
          <ac:chgData name="光汰 齊藤" userId="50845e5bd7423914" providerId="LiveId" clId="{6C757DE9-355C-4ED3-A569-31F5B9354D0F}" dt="2026-09-11T15:29:59.244" v="7618" actId="1076"/>
          <ac:cxnSpMkLst>
            <pc:docMk/>
            <pc:sldMk cId="682351120" sldId="313"/>
            <ac:cxnSpMk id="15" creationId="{971AF605-A3D9-1E8E-FCF1-B848DC2A525F}"/>
          </ac:cxnSpMkLst>
        </pc:cxnChg>
      </pc:sldChg>
      <pc:sldChg chg="addSp delSp modSp new mod modNotesTx">
        <pc:chgData name="光汰 齊藤" userId="50845e5bd7423914" providerId="LiveId" clId="{6C757DE9-355C-4ED3-A569-31F5B9354D0F}" dt="2026-09-12T03:53:16.293" v="9788" actId="20577"/>
        <pc:sldMkLst>
          <pc:docMk/>
          <pc:sldMk cId="4034522240" sldId="315"/>
        </pc:sldMkLst>
        <pc:spChg chg="mod">
          <ac:chgData name="光汰 齊藤" userId="50845e5bd7423914" providerId="LiveId" clId="{6C757DE9-355C-4ED3-A569-31F5B9354D0F}" dt="2026-09-11T13:42:43.198" v="6165"/>
          <ac:spMkLst>
            <pc:docMk/>
            <pc:sldMk cId="4034522240" sldId="315"/>
            <ac:spMk id="2" creationId="{3E3187AF-53A6-3316-EC1F-7F307167AFCD}"/>
          </ac:spMkLst>
        </pc:spChg>
        <pc:spChg chg="mod">
          <ac:chgData name="光汰 齊藤" userId="50845e5bd7423914" providerId="LiveId" clId="{6C757DE9-355C-4ED3-A569-31F5B9354D0F}" dt="2026-09-11T13:30:44.910" v="6091" actId="790"/>
          <ac:spMkLst>
            <pc:docMk/>
            <pc:sldMk cId="4034522240" sldId="315"/>
            <ac:spMk id="7" creationId="{F3348926-0FE9-A399-7042-C2D175309576}"/>
          </ac:spMkLst>
        </pc:spChg>
        <pc:spChg chg="mod">
          <ac:chgData name="光汰 齊藤" userId="50845e5bd7423914" providerId="LiveId" clId="{6C757DE9-355C-4ED3-A569-31F5B9354D0F}" dt="2026-09-11T13:30:44.910" v="6091" actId="790"/>
          <ac:spMkLst>
            <pc:docMk/>
            <pc:sldMk cId="4034522240" sldId="315"/>
            <ac:spMk id="11" creationId="{CEADEBED-445C-DE66-6919-79CFE9CDC224}"/>
          </ac:spMkLst>
        </pc:spChg>
        <pc:spChg chg="add mod">
          <ac:chgData name="光汰 齊藤" userId="50845e5bd7423914" providerId="LiveId" clId="{6C757DE9-355C-4ED3-A569-31F5B9354D0F}" dt="2026-09-11T13:26:48.141" v="5959" actId="1035"/>
          <ac:spMkLst>
            <pc:docMk/>
            <pc:sldMk cId="4034522240" sldId="315"/>
            <ac:spMk id="51" creationId="{5B984C9F-B969-2057-229F-2C98857E989A}"/>
          </ac:spMkLst>
        </pc:spChg>
        <pc:spChg chg="add mod">
          <ac:chgData name="光汰 齊藤" userId="50845e5bd7423914" providerId="LiveId" clId="{6C757DE9-355C-4ED3-A569-31F5B9354D0F}" dt="2026-09-11T13:26:48.141" v="5959" actId="1035"/>
          <ac:spMkLst>
            <pc:docMk/>
            <pc:sldMk cId="4034522240" sldId="315"/>
            <ac:spMk id="67" creationId="{53918A35-09BA-6A70-3623-F2E69D453932}"/>
          </ac:spMkLst>
        </pc:spChg>
        <pc:spChg chg="mod">
          <ac:chgData name="光汰 齊藤" userId="50845e5bd7423914" providerId="LiveId" clId="{6C757DE9-355C-4ED3-A569-31F5B9354D0F}" dt="2026-09-11T13:30:44.910" v="6091" actId="790"/>
          <ac:spMkLst>
            <pc:docMk/>
            <pc:sldMk cId="4034522240" sldId="315"/>
            <ac:spMk id="73" creationId="{7187536B-F96C-0974-A0F3-8B69F8F5981B}"/>
          </ac:spMkLst>
        </pc:spChg>
        <pc:spChg chg="mod">
          <ac:chgData name="光汰 齊藤" userId="50845e5bd7423914" providerId="LiveId" clId="{6C757DE9-355C-4ED3-A569-31F5B9354D0F}" dt="2026-09-11T13:30:44.910" v="6091" actId="790"/>
          <ac:spMkLst>
            <pc:docMk/>
            <pc:sldMk cId="4034522240" sldId="315"/>
            <ac:spMk id="77" creationId="{87A933C8-DC9D-CE0D-3638-2D70AF1EA101}"/>
          </ac:spMkLst>
        </pc:spChg>
        <pc:spChg chg="add mod">
          <ac:chgData name="光汰 齊藤" userId="50845e5bd7423914" providerId="LiveId" clId="{6C757DE9-355C-4ED3-A569-31F5B9354D0F}" dt="2026-09-11T13:26:48.141" v="5959" actId="1035"/>
          <ac:spMkLst>
            <pc:docMk/>
            <pc:sldMk cId="4034522240" sldId="315"/>
            <ac:spMk id="95" creationId="{C10B1E63-02EC-FDCB-F57E-F9AFBC1D2E8E}"/>
          </ac:spMkLst>
        </pc:spChg>
        <pc:spChg chg="add mod">
          <ac:chgData name="光汰 齊藤" userId="50845e5bd7423914" providerId="LiveId" clId="{6C757DE9-355C-4ED3-A569-31F5B9354D0F}" dt="2026-09-11T13:26:48.141" v="5959" actId="1035"/>
          <ac:spMkLst>
            <pc:docMk/>
            <pc:sldMk cId="4034522240" sldId="315"/>
            <ac:spMk id="113" creationId="{7A18EA87-6529-3B35-4448-1E069A582C4C}"/>
          </ac:spMkLst>
        </pc:spChg>
        <pc:spChg chg="add mod">
          <ac:chgData name="光汰 齊藤" userId="50845e5bd7423914" providerId="LiveId" clId="{6C757DE9-355C-4ED3-A569-31F5B9354D0F}" dt="2026-09-11T13:26:48.141" v="5959" actId="1035"/>
          <ac:spMkLst>
            <pc:docMk/>
            <pc:sldMk cId="4034522240" sldId="315"/>
            <ac:spMk id="115" creationId="{B821663B-33F2-CCE5-814A-15E547A351FA}"/>
          </ac:spMkLst>
        </pc:spChg>
        <pc:spChg chg="add mod">
          <ac:chgData name="光汰 齊藤" userId="50845e5bd7423914" providerId="LiveId" clId="{6C757DE9-355C-4ED3-A569-31F5B9354D0F}" dt="2026-09-11T13:26:48.141" v="5959" actId="1035"/>
          <ac:spMkLst>
            <pc:docMk/>
            <pc:sldMk cId="4034522240" sldId="315"/>
            <ac:spMk id="117" creationId="{89ABEE30-E5F6-87C3-D2F4-DEABEFCE7704}"/>
          </ac:spMkLst>
        </pc:spChg>
        <pc:spChg chg="add mod">
          <ac:chgData name="光汰 齊藤" userId="50845e5bd7423914" providerId="LiveId" clId="{6C757DE9-355C-4ED3-A569-31F5B9354D0F}" dt="2026-09-11T13:26:48.141" v="5959" actId="1035"/>
          <ac:spMkLst>
            <pc:docMk/>
            <pc:sldMk cId="4034522240" sldId="315"/>
            <ac:spMk id="119" creationId="{227DC2A8-C455-9723-63F9-D88F28F3546F}"/>
          </ac:spMkLst>
        </pc:spChg>
        <pc:spChg chg="mod">
          <ac:chgData name="光汰 齊藤" userId="50845e5bd7423914" providerId="LiveId" clId="{6C757DE9-355C-4ED3-A569-31F5B9354D0F}" dt="2026-09-11T13:30:44.910" v="6091" actId="790"/>
          <ac:spMkLst>
            <pc:docMk/>
            <pc:sldMk cId="4034522240" sldId="315"/>
            <ac:spMk id="139" creationId="{EA3F16C6-4DF6-FE4F-70AE-F80B415B10C2}"/>
          </ac:spMkLst>
        </pc:spChg>
        <pc:spChg chg="mod">
          <ac:chgData name="光汰 齊藤" userId="50845e5bd7423914" providerId="LiveId" clId="{6C757DE9-355C-4ED3-A569-31F5B9354D0F}" dt="2026-09-11T13:30:44.910" v="6091" actId="790"/>
          <ac:spMkLst>
            <pc:docMk/>
            <pc:sldMk cId="4034522240" sldId="315"/>
            <ac:spMk id="143" creationId="{CAB7246A-4744-1FAA-E97D-D52CBDF4B548}"/>
          </ac:spMkLst>
        </pc:spChg>
        <pc:spChg chg="add mod">
          <ac:chgData name="光汰 齊藤" userId="50845e5bd7423914" providerId="LiveId" clId="{6C757DE9-355C-4ED3-A569-31F5B9354D0F}" dt="2026-09-11T13:26:48.141" v="5959" actId="1035"/>
          <ac:spMkLst>
            <pc:docMk/>
            <pc:sldMk cId="4034522240" sldId="315"/>
            <ac:spMk id="153" creationId="{CFA11A8B-4960-CCC0-E15C-2D13A9A9AB05}"/>
          </ac:spMkLst>
        </pc:spChg>
        <pc:spChg chg="add mod">
          <ac:chgData name="光汰 齊藤" userId="50845e5bd7423914" providerId="LiveId" clId="{6C757DE9-355C-4ED3-A569-31F5B9354D0F}" dt="2026-09-11T13:26:48.141" v="5959" actId="1035"/>
          <ac:spMkLst>
            <pc:docMk/>
            <pc:sldMk cId="4034522240" sldId="315"/>
            <ac:spMk id="157" creationId="{E0E53822-7B8E-2AB4-160C-FC9BD92C3F46}"/>
          </ac:spMkLst>
        </pc:spChg>
        <pc:spChg chg="add mod">
          <ac:chgData name="光汰 齊藤" userId="50845e5bd7423914" providerId="LiveId" clId="{6C757DE9-355C-4ED3-A569-31F5B9354D0F}" dt="2026-09-11T13:26:48.141" v="5959" actId="1035"/>
          <ac:spMkLst>
            <pc:docMk/>
            <pc:sldMk cId="4034522240" sldId="315"/>
            <ac:spMk id="197" creationId="{64C4490B-33B7-E0E2-1ED4-554C62333351}"/>
          </ac:spMkLst>
        </pc:spChg>
        <pc:spChg chg="mod">
          <ac:chgData name="光汰 齊藤" userId="50845e5bd7423914" providerId="LiveId" clId="{6C757DE9-355C-4ED3-A569-31F5B9354D0F}" dt="2026-09-11T13:30:44.910" v="6091" actId="790"/>
          <ac:spMkLst>
            <pc:docMk/>
            <pc:sldMk cId="4034522240" sldId="315"/>
            <ac:spMk id="209" creationId="{B24D0AC4-1A8F-58DC-3DD2-904DD0DA79D0}"/>
          </ac:spMkLst>
        </pc:spChg>
        <pc:spChg chg="mod">
          <ac:chgData name="光汰 齊藤" userId="50845e5bd7423914" providerId="LiveId" clId="{6C757DE9-355C-4ED3-A569-31F5B9354D0F}" dt="2026-09-11T13:32:43.787" v="6114" actId="14100"/>
          <ac:spMkLst>
            <pc:docMk/>
            <pc:sldMk cId="4034522240" sldId="315"/>
            <ac:spMk id="211" creationId="{E13685EA-85A4-290E-7FFF-4532F2CBA268}"/>
          </ac:spMkLst>
        </pc:spChg>
        <pc:spChg chg="mod">
          <ac:chgData name="光汰 齊藤" userId="50845e5bd7423914" providerId="LiveId" clId="{6C757DE9-355C-4ED3-A569-31F5B9354D0F}" dt="2026-09-11T13:34:46.900" v="6151"/>
          <ac:spMkLst>
            <pc:docMk/>
            <pc:sldMk cId="4034522240" sldId="315"/>
            <ac:spMk id="213" creationId="{F3E15109-8766-2B2C-4273-ED758A362D1E}"/>
          </ac:spMkLst>
        </pc:spChg>
        <pc:spChg chg="mod">
          <ac:chgData name="光汰 齊藤" userId="50845e5bd7423914" providerId="LiveId" clId="{6C757DE9-355C-4ED3-A569-31F5B9354D0F}" dt="2026-09-11T13:32:57.488" v="6118" actId="20577"/>
          <ac:spMkLst>
            <pc:docMk/>
            <pc:sldMk cId="4034522240" sldId="315"/>
            <ac:spMk id="219" creationId="{9E952590-AD1C-99DA-F481-00AC2166688D}"/>
          </ac:spMkLst>
        </pc:spChg>
        <pc:spChg chg="mod">
          <ac:chgData name="光汰 齊藤" userId="50845e5bd7423914" providerId="LiveId" clId="{6C757DE9-355C-4ED3-A569-31F5B9354D0F}" dt="2026-09-12T03:53:16.293" v="9788" actId="20577"/>
          <ac:spMkLst>
            <pc:docMk/>
            <pc:sldMk cId="4034522240" sldId="315"/>
            <ac:spMk id="221" creationId="{14DB4CA5-3BA7-DF79-99EF-9DF27CCDE6D4}"/>
          </ac:spMkLst>
        </pc:spChg>
        <pc:spChg chg="add mod">
          <ac:chgData name="光汰 齊藤" userId="50845e5bd7423914" providerId="LiveId" clId="{6C757DE9-355C-4ED3-A569-31F5B9354D0F}" dt="2026-09-11T13:33:24.027" v="6127" actId="20577"/>
          <ac:spMkLst>
            <pc:docMk/>
            <pc:sldMk cId="4034522240" sldId="315"/>
            <ac:spMk id="229" creationId="{79C789E6-CD8F-E23C-8913-BDC3FCE2B41F}"/>
          </ac:spMkLst>
        </pc:spChg>
        <pc:spChg chg="add mod">
          <ac:chgData name="光汰 齊藤" userId="50845e5bd7423914" providerId="LiveId" clId="{6C757DE9-355C-4ED3-A569-31F5B9354D0F}" dt="2026-09-11T13:42:57.399" v="6167" actId="20577"/>
          <ac:spMkLst>
            <pc:docMk/>
            <pc:sldMk cId="4034522240" sldId="315"/>
            <ac:spMk id="230" creationId="{2E7230DC-B851-C216-920B-2257660EE100}"/>
          </ac:spMkLst>
        </pc:spChg>
      </pc:sldChg>
      <pc:sldChg chg="addSp delSp modSp new mod modNotesTx">
        <pc:chgData name="光汰 齊藤" userId="50845e5bd7423914" providerId="LiveId" clId="{6C757DE9-355C-4ED3-A569-31F5B9354D0F}" dt="2026-09-12T03:16:40.444" v="9502" actId="20577"/>
        <pc:sldMkLst>
          <pc:docMk/>
          <pc:sldMk cId="2129221304" sldId="316"/>
        </pc:sldMkLst>
        <pc:spChg chg="mod">
          <ac:chgData name="光汰 齊藤" userId="50845e5bd7423914" providerId="LiveId" clId="{6C757DE9-355C-4ED3-A569-31F5B9354D0F}" dt="2026-09-11T14:28:43.922" v="6185"/>
          <ac:spMkLst>
            <pc:docMk/>
            <pc:sldMk cId="2129221304" sldId="316"/>
            <ac:spMk id="2" creationId="{59E1EF39-7660-E804-E81B-38D3203E376E}"/>
          </ac:spMkLst>
        </pc:spChg>
        <pc:spChg chg="add mod">
          <ac:chgData name="光汰 齊藤" userId="50845e5bd7423914" providerId="LiveId" clId="{6C757DE9-355C-4ED3-A569-31F5B9354D0F}" dt="2026-09-11T14:38:42.287" v="6458" actId="14100"/>
          <ac:spMkLst>
            <pc:docMk/>
            <pc:sldMk cId="2129221304" sldId="316"/>
            <ac:spMk id="5" creationId="{D1080F94-11A5-7FAE-9561-42BA96681FD8}"/>
          </ac:spMkLst>
        </pc:spChg>
        <pc:spChg chg="add mod">
          <ac:chgData name="光汰 齊藤" userId="50845e5bd7423914" providerId="LiveId" clId="{6C757DE9-355C-4ED3-A569-31F5B9354D0F}" dt="2026-09-11T14:35:33.427" v="6344" actId="20577"/>
          <ac:spMkLst>
            <pc:docMk/>
            <pc:sldMk cId="2129221304" sldId="316"/>
            <ac:spMk id="7" creationId="{8FD66912-CED6-7696-3F0C-A20775E56B72}"/>
          </ac:spMkLst>
        </pc:spChg>
        <pc:spChg chg="add mod">
          <ac:chgData name="光汰 齊藤" userId="50845e5bd7423914" providerId="LiveId" clId="{6C757DE9-355C-4ED3-A569-31F5B9354D0F}" dt="2026-09-11T14:38:52.936" v="6474" actId="1035"/>
          <ac:spMkLst>
            <pc:docMk/>
            <pc:sldMk cId="2129221304" sldId="316"/>
            <ac:spMk id="9" creationId="{0C0ACDC1-C94B-D813-2CBC-76EC7674ACC3}"/>
          </ac:spMkLst>
        </pc:spChg>
        <pc:spChg chg="add mod">
          <ac:chgData name="光汰 齊藤" userId="50845e5bd7423914" providerId="LiveId" clId="{6C757DE9-355C-4ED3-A569-31F5B9354D0F}" dt="2026-09-11T14:38:52.936" v="6474" actId="1035"/>
          <ac:spMkLst>
            <pc:docMk/>
            <pc:sldMk cId="2129221304" sldId="316"/>
            <ac:spMk id="11" creationId="{33EBF3BF-0CC8-78F7-ACF6-AE0AF4E23F1E}"/>
          </ac:spMkLst>
        </pc:spChg>
        <pc:spChg chg="add mod">
          <ac:chgData name="光汰 齊藤" userId="50845e5bd7423914" providerId="LiveId" clId="{6C757DE9-355C-4ED3-A569-31F5B9354D0F}" dt="2026-09-11T14:38:31.735" v="6457" actId="20577"/>
          <ac:spMkLst>
            <pc:docMk/>
            <pc:sldMk cId="2129221304" sldId="316"/>
            <ac:spMk id="13" creationId="{89846D5D-1769-3665-F9B4-E521DA9A7EE5}"/>
          </ac:spMkLst>
        </pc:spChg>
        <pc:spChg chg="add mod">
          <ac:chgData name="光汰 齊藤" userId="50845e5bd7423914" providerId="LiveId" clId="{6C757DE9-355C-4ED3-A569-31F5B9354D0F}" dt="2026-09-11T14:45:27.140" v="7060" actId="1036"/>
          <ac:spMkLst>
            <pc:docMk/>
            <pc:sldMk cId="2129221304" sldId="316"/>
            <ac:spMk id="15" creationId="{31B91A33-BF8B-AE3B-2F03-A9AC628FFB30}"/>
          </ac:spMkLst>
        </pc:spChg>
        <pc:spChg chg="add mod">
          <ac:chgData name="光汰 齊藤" userId="50845e5bd7423914" providerId="LiveId" clId="{6C757DE9-355C-4ED3-A569-31F5B9354D0F}" dt="2026-09-11T14:46:40.612" v="7096" actId="1035"/>
          <ac:spMkLst>
            <pc:docMk/>
            <pc:sldMk cId="2129221304" sldId="316"/>
            <ac:spMk id="17" creationId="{65D4500E-425B-ADCE-713D-370E678D1F62}"/>
          </ac:spMkLst>
        </pc:spChg>
        <pc:spChg chg="add mod">
          <ac:chgData name="光汰 齊藤" userId="50845e5bd7423914" providerId="LiveId" clId="{6C757DE9-355C-4ED3-A569-31F5B9354D0F}" dt="2026-09-11T14:46:43.928" v="7100"/>
          <ac:spMkLst>
            <pc:docMk/>
            <pc:sldMk cId="2129221304" sldId="316"/>
            <ac:spMk id="19" creationId="{459CD66E-D4AE-8A66-488F-78DC91AB84AB}"/>
          </ac:spMkLst>
        </pc:spChg>
        <pc:spChg chg="add mod">
          <ac:chgData name="光汰 齊藤" userId="50845e5bd7423914" providerId="LiveId" clId="{6C757DE9-355C-4ED3-A569-31F5B9354D0F}" dt="2026-09-11T14:45:27.140" v="7060" actId="1036"/>
          <ac:spMkLst>
            <pc:docMk/>
            <pc:sldMk cId="2129221304" sldId="316"/>
            <ac:spMk id="21" creationId="{9E1D8EED-9C93-62EE-1ADA-EBEDED7C472D}"/>
          </ac:spMkLst>
        </pc:spChg>
        <pc:spChg chg="add mod">
          <ac:chgData name="光汰 齊藤" userId="50845e5bd7423914" providerId="LiveId" clId="{6C757DE9-355C-4ED3-A569-31F5B9354D0F}" dt="2026-09-11T14:46:30.162" v="7081" actId="20577"/>
          <ac:spMkLst>
            <pc:docMk/>
            <pc:sldMk cId="2129221304" sldId="316"/>
            <ac:spMk id="23" creationId="{6D9818C0-CB0A-56AD-6E57-0861F86E2BF1}"/>
          </ac:spMkLst>
        </pc:spChg>
        <pc:spChg chg="add mod">
          <ac:chgData name="光汰 齊藤" userId="50845e5bd7423914" providerId="LiveId" clId="{6C757DE9-355C-4ED3-A569-31F5B9354D0F}" dt="2026-09-12T01:51:01.199" v="7969" actId="207"/>
          <ac:spMkLst>
            <pc:docMk/>
            <pc:sldMk cId="2129221304" sldId="316"/>
            <ac:spMk id="25" creationId="{E31AD24D-3AFA-AD82-FEB7-E3675D19B97E}"/>
          </ac:spMkLst>
        </pc:spChg>
      </pc:sldChg>
      <pc:sldChg chg="addSp modSp new mod">
        <pc:chgData name="光汰 齊藤" userId="50845e5bd7423914" providerId="LiveId" clId="{6C757DE9-355C-4ED3-A569-31F5B9354D0F}" dt="2026-09-11T14:47:58.152" v="7204" actId="113"/>
        <pc:sldMkLst>
          <pc:docMk/>
          <pc:sldMk cId="314459443" sldId="319"/>
        </pc:sldMkLst>
        <pc:spChg chg="add mod">
          <ac:chgData name="光汰 齊藤" userId="50845e5bd7423914" providerId="LiveId" clId="{6C757DE9-355C-4ED3-A569-31F5B9354D0F}" dt="2026-09-11T14:47:58.152" v="7204" actId="113"/>
          <ac:spMkLst>
            <pc:docMk/>
            <pc:sldMk cId="314459443" sldId="319"/>
            <ac:spMk id="3" creationId="{8A673C65-F0F0-E1BA-7F5E-BF9ADDD81911}"/>
          </ac:spMkLst>
        </pc:spChg>
      </pc:sldChg>
      <pc:sldChg chg="addSp modSp new mod modNotesTx">
        <pc:chgData name="光汰 齊藤" userId="50845e5bd7423914" providerId="LiveId" clId="{6C757DE9-355C-4ED3-A569-31F5B9354D0F}" dt="2026-09-12T03:16:31.944" v="9493" actId="20577"/>
        <pc:sldMkLst>
          <pc:docMk/>
          <pc:sldMk cId="2005609620" sldId="322"/>
        </pc:sldMkLst>
        <pc:spChg chg="mod">
          <ac:chgData name="光汰 齊藤" userId="50845e5bd7423914" providerId="LiveId" clId="{6C757DE9-355C-4ED3-A569-31F5B9354D0F}" dt="2026-09-12T03:00:53.158" v="8246"/>
          <ac:spMkLst>
            <pc:docMk/>
            <pc:sldMk cId="2005609620" sldId="322"/>
            <ac:spMk id="2" creationId="{F4965C07-10D7-7473-93AC-8DB61A1E9ED1}"/>
          </ac:spMkLst>
        </pc:spChg>
        <pc:spChg chg="add mod">
          <ac:chgData name="光汰 齊藤" userId="50845e5bd7423914" providerId="LiveId" clId="{6C757DE9-355C-4ED3-A569-31F5B9354D0F}" dt="2026-09-12T03:01:35.465" v="8296"/>
          <ac:spMkLst>
            <pc:docMk/>
            <pc:sldMk cId="2005609620" sldId="322"/>
            <ac:spMk id="5" creationId="{C1B6FF00-3A3B-F429-513C-9387C66F98F1}"/>
          </ac:spMkLst>
        </pc:spChg>
        <pc:spChg chg="add mod">
          <ac:chgData name="光汰 齊藤" userId="50845e5bd7423914" providerId="LiveId" clId="{6C757DE9-355C-4ED3-A569-31F5B9354D0F}" dt="2026-09-12T03:02:38.549" v="8448"/>
          <ac:spMkLst>
            <pc:docMk/>
            <pc:sldMk cId="2005609620" sldId="322"/>
            <ac:spMk id="7" creationId="{5C370CC4-DC73-CDB6-2825-892FDFA1C363}"/>
          </ac:spMkLst>
        </pc:spChg>
        <pc:spChg chg="add mod">
          <ac:chgData name="光汰 齊藤" userId="50845e5bd7423914" providerId="LiveId" clId="{6C757DE9-355C-4ED3-A569-31F5B9354D0F}" dt="2026-09-12T03:01:16.602" v="8248" actId="1076"/>
          <ac:spMkLst>
            <pc:docMk/>
            <pc:sldMk cId="2005609620" sldId="322"/>
            <ac:spMk id="9" creationId="{94D511FB-CC64-2B2F-2DD3-70FC10FA942E}"/>
          </ac:spMkLst>
        </pc:spChg>
        <pc:spChg chg="add mod">
          <ac:chgData name="光汰 齊藤" userId="50845e5bd7423914" providerId="LiveId" clId="{6C757DE9-355C-4ED3-A569-31F5B9354D0F}" dt="2026-09-12T03:01:16.602" v="8248" actId="1076"/>
          <ac:spMkLst>
            <pc:docMk/>
            <pc:sldMk cId="2005609620" sldId="322"/>
            <ac:spMk id="11" creationId="{93BDBD52-EA19-045D-1721-613C18D14FA5}"/>
          </ac:spMkLst>
        </pc:spChg>
        <pc:spChg chg="add mod">
          <ac:chgData name="光汰 齊藤" userId="50845e5bd7423914" providerId="LiveId" clId="{6C757DE9-355C-4ED3-A569-31F5B9354D0F}" dt="2026-09-12T03:02:26.419" v="8431"/>
          <ac:spMkLst>
            <pc:docMk/>
            <pc:sldMk cId="2005609620" sldId="322"/>
            <ac:spMk id="12" creationId="{E9B75CFB-F0BA-6EB9-8DFB-9F0EA4BFBBD1}"/>
          </ac:spMkLst>
        </pc:spChg>
        <pc:spChg chg="add mod">
          <ac:chgData name="光汰 齊藤" userId="50845e5bd7423914" providerId="LiveId" clId="{6C757DE9-355C-4ED3-A569-31F5B9354D0F}" dt="2026-09-12T03:04:49.850" v="8683"/>
          <ac:spMkLst>
            <pc:docMk/>
            <pc:sldMk cId="2005609620" sldId="322"/>
            <ac:spMk id="14" creationId="{B433FD89-1ADE-DD9E-3515-FF513B4C414B}"/>
          </ac:spMkLst>
        </pc:spChg>
      </pc:sldChg>
    </pc:docChg>
  </pc:docChgLst>
  <pc:docChgLst>
    <pc:chgData name="光汰 齊藤" userId="50845e5bd7423914" providerId="LiveId" clId="{6CE9B3B8-4FE1-5230-B5E3-C1A3EE15ED22}"/>
    <pc:docChg chg="undo redo custSel addSld delSld modSld sldOrd">
      <pc:chgData name="光汰 齊藤" userId="50845e5bd7423914" providerId="LiveId" clId="{6CE9B3B8-4FE1-5230-B5E3-C1A3EE15ED22}" dt="2026-10-04T02:07:26.488" v="19598" actId="680"/>
      <pc:docMkLst>
        <pc:docMk/>
      </pc:docMkLst>
      <pc:sldChg chg="modSp mod modNotesTx">
        <pc:chgData name="光汰 齊藤" userId="50845e5bd7423914" providerId="LiveId" clId="{6CE9B3B8-4FE1-5230-B5E3-C1A3EE15ED22}" dt="2026-10-04T01:32:14.741" v="19572" actId="20577"/>
        <pc:sldMkLst>
          <pc:docMk/>
          <pc:sldMk cId="338026499" sldId="256"/>
        </pc:sldMkLst>
        <pc:spChg chg="mod">
          <ac:chgData name="光汰 齊藤" userId="50845e5bd7423914" providerId="LiveId" clId="{6CE9B3B8-4FE1-5230-B5E3-C1A3EE15ED22}" dt="2026-10-04T01:29:18.555" v="19510" actId="20577"/>
          <ac:spMkLst>
            <pc:docMk/>
            <pc:sldMk cId="338026499" sldId="256"/>
            <ac:spMk id="2" creationId="{BBAF71C6-17C9-57AB-ECD3-E62D59DC8A04}"/>
          </ac:spMkLst>
        </pc:spChg>
      </pc:sldChg>
      <pc:sldChg chg="addSp delSp modSp mod modNotesTx">
        <pc:chgData name="光汰 齊藤" userId="50845e5bd7423914" providerId="LiveId" clId="{6CE9B3B8-4FE1-5230-B5E3-C1A3EE15ED22}" dt="2026-10-04T01:32:17.819" v="19573" actId="20577"/>
        <pc:sldMkLst>
          <pc:docMk/>
          <pc:sldMk cId="4154883763" sldId="257"/>
        </pc:sldMkLst>
        <pc:spChg chg="add mod">
          <ac:chgData name="光汰 齊藤" userId="50845e5bd7423914" providerId="LiveId" clId="{6CE9B3B8-4FE1-5230-B5E3-C1A3EE15ED22}" dt="2026-09-09T04:22:21.538" v="10150" actId="20577"/>
          <ac:spMkLst>
            <pc:docMk/>
            <pc:sldMk cId="4154883763" sldId="257"/>
            <ac:spMk id="5" creationId="{F0BE491E-0AF2-2FF6-A8B6-AC209FE0B87E}"/>
          </ac:spMkLst>
        </pc:spChg>
      </pc:sldChg>
      <pc:sldChg chg="modSp add del mod ord modShow">
        <pc:chgData name="光汰 齊藤" userId="50845e5bd7423914" providerId="LiveId" clId="{6CE9B3B8-4FE1-5230-B5E3-C1A3EE15ED22}" dt="2026-10-04T01:32:05.499" v="19571" actId="20578"/>
        <pc:sldMkLst>
          <pc:docMk/>
          <pc:sldMk cId="3141176618" sldId="274"/>
        </pc:sldMkLst>
        <pc:spChg chg="mod">
          <ac:chgData name="光汰 齊藤" userId="50845e5bd7423914" providerId="LiveId" clId="{6CE9B3B8-4FE1-5230-B5E3-C1A3EE15ED22}" dt="2026-09-09T09:11:17.681" v="12675"/>
          <ac:spMkLst>
            <pc:docMk/>
            <pc:sldMk cId="3141176618" sldId="274"/>
            <ac:spMk id="3" creationId="{8A4E69F2-E7A6-6A33-C1C3-4EB6E23649AD}"/>
          </ac:spMkLst>
        </pc:spChg>
        <pc:spChg chg="mod">
          <ac:chgData name="光汰 齊藤" userId="50845e5bd7423914" providerId="LiveId" clId="{6CE9B3B8-4FE1-5230-B5E3-C1A3EE15ED22}" dt="2026-09-10T04:45:59.617" v="14780" actId="208"/>
          <ac:spMkLst>
            <pc:docMk/>
            <pc:sldMk cId="3141176618" sldId="274"/>
            <ac:spMk id="7" creationId="{F6DC29CF-E294-A672-DE31-E64B06EA1259}"/>
          </ac:spMkLst>
        </pc:spChg>
        <pc:spChg chg="mod">
          <ac:chgData name="光汰 齊藤" userId="50845e5bd7423914" providerId="LiveId" clId="{6CE9B3B8-4FE1-5230-B5E3-C1A3EE15ED22}" dt="2026-09-10T04:46:18.998" v="14782" actId="207"/>
          <ac:spMkLst>
            <pc:docMk/>
            <pc:sldMk cId="3141176618" sldId="274"/>
            <ac:spMk id="8" creationId="{285F0EF7-8E76-7526-5347-DBAA0A3A08F0}"/>
          </ac:spMkLst>
        </pc:spChg>
        <pc:spChg chg="mod">
          <ac:chgData name="光汰 齊藤" userId="50845e5bd7423914" providerId="LiveId" clId="{6CE9B3B8-4FE1-5230-B5E3-C1A3EE15ED22}" dt="2026-09-10T05:50:43.305" v="15122" actId="20577"/>
          <ac:spMkLst>
            <pc:docMk/>
            <pc:sldMk cId="3141176618" sldId="274"/>
            <ac:spMk id="9" creationId="{9EB02E97-9123-CC8A-7F85-05249294C003}"/>
          </ac:spMkLst>
        </pc:spChg>
        <pc:spChg chg="mod">
          <ac:chgData name="光汰 齊藤" userId="50845e5bd7423914" providerId="LiveId" clId="{6CE9B3B8-4FE1-5230-B5E3-C1A3EE15ED22}" dt="2026-09-10T05:51:02.963" v="15129" actId="207"/>
          <ac:spMkLst>
            <pc:docMk/>
            <pc:sldMk cId="3141176618" sldId="274"/>
            <ac:spMk id="10" creationId="{45194816-83C8-E914-D10B-CF5BB3AA1FF2}"/>
          </ac:spMkLst>
        </pc:spChg>
        <pc:spChg chg="mod">
          <ac:chgData name="光汰 齊藤" userId="50845e5bd7423914" providerId="LiveId" clId="{6CE9B3B8-4FE1-5230-B5E3-C1A3EE15ED22}" dt="2026-09-10T04:45:59.617" v="14780" actId="208"/>
          <ac:spMkLst>
            <pc:docMk/>
            <pc:sldMk cId="3141176618" sldId="274"/>
            <ac:spMk id="11" creationId="{1B6E267C-0DB8-CF94-99DF-800CCA9A5A58}"/>
          </ac:spMkLst>
        </pc:spChg>
        <pc:spChg chg="mod">
          <ac:chgData name="光汰 齊藤" userId="50845e5bd7423914" providerId="LiveId" clId="{6CE9B3B8-4FE1-5230-B5E3-C1A3EE15ED22}" dt="2026-09-10T04:46:18.998" v="14782" actId="207"/>
          <ac:spMkLst>
            <pc:docMk/>
            <pc:sldMk cId="3141176618" sldId="274"/>
            <ac:spMk id="12" creationId="{E3405C53-C4EB-BB75-4DED-6585985BE9D0}"/>
          </ac:spMkLst>
        </pc:spChg>
      </pc:sldChg>
      <pc:sldChg chg="addSp modSp new del mod ord">
        <pc:chgData name="光汰 齊藤" userId="50845e5bd7423914" providerId="LiveId" clId="{6CE9B3B8-4FE1-5230-B5E3-C1A3EE15ED22}" dt="2026-10-04T01:29:24.216" v="19511" actId="2696"/>
        <pc:sldMkLst>
          <pc:docMk/>
          <pc:sldMk cId="2508502882" sldId="287"/>
        </pc:sldMkLst>
      </pc:sldChg>
      <pc:sldChg chg="addSp delSp modSp new add del mod">
        <pc:chgData name="光汰 齊藤" userId="50845e5bd7423914" providerId="LiveId" clId="{6CE9B3B8-4FE1-5230-B5E3-C1A3EE15ED22}" dt="2026-10-04T01:29:45.309" v="19536" actId="2696"/>
        <pc:sldMkLst>
          <pc:docMk/>
          <pc:sldMk cId="825178835" sldId="288"/>
        </pc:sldMkLst>
      </pc:sldChg>
      <pc:sldChg chg="addSp delSp modSp new add del mod ord modShow modNotesTx">
        <pc:chgData name="光汰 齊藤" userId="50845e5bd7423914" providerId="LiveId" clId="{6CE9B3B8-4FE1-5230-B5E3-C1A3EE15ED22}" dt="2026-10-04T01:32:05.499" v="19571" actId="20578"/>
        <pc:sldMkLst>
          <pc:docMk/>
          <pc:sldMk cId="1845202054" sldId="289"/>
        </pc:sldMkLst>
        <pc:spChg chg="mod">
          <ac:chgData name="光汰 齊藤" userId="50845e5bd7423914" providerId="LiveId" clId="{6CE9B3B8-4FE1-5230-B5E3-C1A3EE15ED22}" dt="2026-09-10T03:06:35.647" v="14489" actId="20577"/>
          <ac:spMkLst>
            <pc:docMk/>
            <pc:sldMk cId="1845202054" sldId="289"/>
            <ac:spMk id="2" creationId="{834D5114-4933-017A-51FA-79F0D17C9017}"/>
          </ac:spMkLst>
        </pc:spChg>
        <pc:spChg chg="add mod">
          <ac:chgData name="光汰 齊藤" userId="50845e5bd7423914" providerId="LiveId" clId="{6CE9B3B8-4FE1-5230-B5E3-C1A3EE15ED22}" dt="2026-09-10T06:01:06.398" v="15579" actId="1076"/>
          <ac:spMkLst>
            <pc:docMk/>
            <pc:sldMk cId="1845202054" sldId="289"/>
            <ac:spMk id="4" creationId="{868B797A-D6E7-F29B-D45F-72D1D5FD66A7}"/>
          </ac:spMkLst>
        </pc:spChg>
        <pc:spChg chg="add mod">
          <ac:chgData name="光汰 齊藤" userId="50845e5bd7423914" providerId="LiveId" clId="{6CE9B3B8-4FE1-5230-B5E3-C1A3EE15ED22}" dt="2026-09-10T06:15:01.121" v="15943" actId="164"/>
          <ac:spMkLst>
            <pc:docMk/>
            <pc:sldMk cId="1845202054" sldId="289"/>
            <ac:spMk id="33" creationId="{802445D2-8C83-0672-E2D8-9303AAC8D3F8}"/>
          </ac:spMkLst>
        </pc:spChg>
        <pc:spChg chg="add mod">
          <ac:chgData name="光汰 齊藤" userId="50845e5bd7423914" providerId="LiveId" clId="{6CE9B3B8-4FE1-5230-B5E3-C1A3EE15ED22}" dt="2026-09-10T06:11:47.452" v="15893" actId="164"/>
          <ac:spMkLst>
            <pc:docMk/>
            <pc:sldMk cId="1845202054" sldId="289"/>
            <ac:spMk id="34" creationId="{61000A8F-5260-3C11-F3D4-80D924687E93}"/>
          </ac:spMkLst>
        </pc:spChg>
        <pc:spChg chg="add mod">
          <ac:chgData name="光汰 齊藤" userId="50845e5bd7423914" providerId="LiveId" clId="{6CE9B3B8-4FE1-5230-B5E3-C1A3EE15ED22}" dt="2026-09-10T06:11:52.043" v="15894" actId="164"/>
          <ac:spMkLst>
            <pc:docMk/>
            <pc:sldMk cId="1845202054" sldId="289"/>
            <ac:spMk id="35" creationId="{B373C3E1-9ECF-CC6A-F829-BA56590E3133}"/>
          </ac:spMkLst>
        </pc:spChg>
        <pc:spChg chg="add mod topLvl">
          <ac:chgData name="光汰 齊藤" userId="50845e5bd7423914" providerId="LiveId" clId="{6CE9B3B8-4FE1-5230-B5E3-C1A3EE15ED22}" dt="2026-09-10T06:12:56.136" v="15912" actId="164"/>
          <ac:spMkLst>
            <pc:docMk/>
            <pc:sldMk cId="1845202054" sldId="289"/>
            <ac:spMk id="36" creationId="{B1EFE4B9-1A27-CB5E-E0E0-FEA6A33B01D8}"/>
          </ac:spMkLst>
        </pc:spChg>
        <pc:spChg chg="add mod topLvl">
          <ac:chgData name="光汰 齊藤" userId="50845e5bd7423914" providerId="LiveId" clId="{6CE9B3B8-4FE1-5230-B5E3-C1A3EE15ED22}" dt="2026-09-10T06:16:03.240" v="16060" actId="1076"/>
          <ac:spMkLst>
            <pc:docMk/>
            <pc:sldMk cId="1845202054" sldId="289"/>
            <ac:spMk id="37" creationId="{9914F15F-7A07-4FCD-3479-2FB7ABB72929}"/>
          </ac:spMkLst>
        </pc:spChg>
        <pc:spChg chg="add mod">
          <ac:chgData name="光汰 齊藤" userId="50845e5bd7423914" providerId="LiveId" clId="{6CE9B3B8-4FE1-5230-B5E3-C1A3EE15ED22}" dt="2026-09-10T06:13:18.265" v="15917" actId="164"/>
          <ac:spMkLst>
            <pc:docMk/>
            <pc:sldMk cId="1845202054" sldId="289"/>
            <ac:spMk id="40" creationId="{543F815E-CC02-1B5B-EB08-45D9014419FF}"/>
          </ac:spMkLst>
        </pc:spChg>
        <pc:spChg chg="add mod">
          <ac:chgData name="光汰 齊藤" userId="50845e5bd7423914" providerId="LiveId" clId="{6CE9B3B8-4FE1-5230-B5E3-C1A3EE15ED22}" dt="2026-09-10T06:15:01.121" v="15943" actId="164"/>
          <ac:spMkLst>
            <pc:docMk/>
            <pc:sldMk cId="1845202054" sldId="289"/>
            <ac:spMk id="41" creationId="{F6C60E43-5889-9BD3-F906-F93D4A5E2982}"/>
          </ac:spMkLst>
        </pc:spChg>
        <pc:spChg chg="add mod">
          <ac:chgData name="光汰 齊藤" userId="50845e5bd7423914" providerId="LiveId" clId="{6CE9B3B8-4FE1-5230-B5E3-C1A3EE15ED22}" dt="2026-09-10T06:16:03.240" v="16060" actId="1076"/>
          <ac:spMkLst>
            <pc:docMk/>
            <pc:sldMk cId="1845202054" sldId="289"/>
            <ac:spMk id="42" creationId="{1A93BB47-B73B-AA22-FDD2-73EE18387082}"/>
          </ac:spMkLst>
        </pc:spChg>
        <pc:spChg chg="add mod">
          <ac:chgData name="光汰 齊藤" userId="50845e5bd7423914" providerId="LiveId" clId="{6CE9B3B8-4FE1-5230-B5E3-C1A3EE15ED22}" dt="2026-09-10T06:11:47.452" v="15893" actId="164"/>
          <ac:spMkLst>
            <pc:docMk/>
            <pc:sldMk cId="1845202054" sldId="289"/>
            <ac:spMk id="43" creationId="{F5D2AFBA-2967-01AF-73EE-2824A4ACD1F6}"/>
          </ac:spMkLst>
        </pc:spChg>
        <pc:spChg chg="add mod">
          <ac:chgData name="光汰 齊藤" userId="50845e5bd7423914" providerId="LiveId" clId="{6CE9B3B8-4FE1-5230-B5E3-C1A3EE15ED22}" dt="2026-09-10T06:11:52.043" v="15894" actId="164"/>
          <ac:spMkLst>
            <pc:docMk/>
            <pc:sldMk cId="1845202054" sldId="289"/>
            <ac:spMk id="44" creationId="{F3552AE8-75C6-4F0E-D414-D10FE9898454}"/>
          </ac:spMkLst>
        </pc:spChg>
        <pc:spChg chg="add mod topLvl">
          <ac:chgData name="光汰 齊藤" userId="50845e5bd7423914" providerId="LiveId" clId="{6CE9B3B8-4FE1-5230-B5E3-C1A3EE15ED22}" dt="2026-09-10T06:12:56.136" v="15912" actId="164"/>
          <ac:spMkLst>
            <pc:docMk/>
            <pc:sldMk cId="1845202054" sldId="289"/>
            <ac:spMk id="45" creationId="{A95160E1-4022-7558-BFA2-1043D77FFED9}"/>
          </ac:spMkLst>
        </pc:spChg>
        <pc:spChg chg="add mod topLvl">
          <ac:chgData name="光汰 齊藤" userId="50845e5bd7423914" providerId="LiveId" clId="{6CE9B3B8-4FE1-5230-B5E3-C1A3EE15ED22}" dt="2026-09-10T06:16:03.240" v="16060" actId="1076"/>
          <ac:spMkLst>
            <pc:docMk/>
            <pc:sldMk cId="1845202054" sldId="289"/>
            <ac:spMk id="46" creationId="{EF3B9577-1040-D37F-8B52-E3D279419376}"/>
          </ac:spMkLst>
        </pc:spChg>
        <pc:spChg chg="mod topLvl">
          <ac:chgData name="光汰 齊藤" userId="50845e5bd7423914" providerId="LiveId" clId="{6CE9B3B8-4FE1-5230-B5E3-C1A3EE15ED22}" dt="2026-09-10T06:16:03.240" v="16060" actId="1076"/>
          <ac:spMkLst>
            <pc:docMk/>
            <pc:sldMk cId="1845202054" sldId="289"/>
            <ac:spMk id="55" creationId="{DA2DA8E0-F871-5569-56D7-069F8B9D10F0}"/>
          </ac:spMkLst>
        </pc:spChg>
        <pc:spChg chg="mod topLvl">
          <ac:chgData name="光汰 齊藤" userId="50845e5bd7423914" providerId="LiveId" clId="{6CE9B3B8-4FE1-5230-B5E3-C1A3EE15ED22}" dt="2026-09-10T06:16:03.240" v="16060" actId="1076"/>
          <ac:spMkLst>
            <pc:docMk/>
            <pc:sldMk cId="1845202054" sldId="289"/>
            <ac:spMk id="56" creationId="{27628933-8B61-C324-45B8-D8C345EED12A}"/>
          </ac:spMkLst>
        </pc:spChg>
        <pc:spChg chg="mod topLvl">
          <ac:chgData name="光汰 齊藤" userId="50845e5bd7423914" providerId="LiveId" clId="{6CE9B3B8-4FE1-5230-B5E3-C1A3EE15ED22}" dt="2026-09-10T06:16:03.240" v="16060" actId="1076"/>
          <ac:spMkLst>
            <pc:docMk/>
            <pc:sldMk cId="1845202054" sldId="289"/>
            <ac:spMk id="58" creationId="{6100DF4F-FBA6-96D1-0DE0-004CAFBED060}"/>
          </ac:spMkLst>
        </pc:spChg>
        <pc:spChg chg="mod topLvl">
          <ac:chgData name="光汰 齊藤" userId="50845e5bd7423914" providerId="LiveId" clId="{6CE9B3B8-4FE1-5230-B5E3-C1A3EE15ED22}" dt="2026-09-10T06:16:03.240" v="16060" actId="1076"/>
          <ac:spMkLst>
            <pc:docMk/>
            <pc:sldMk cId="1845202054" sldId="289"/>
            <ac:spMk id="59" creationId="{01B8C80A-428B-AAE1-709E-7ACCD0672F0F}"/>
          </ac:spMkLst>
        </pc:spChg>
        <pc:spChg chg="add mod">
          <ac:chgData name="光汰 齊藤" userId="50845e5bd7423914" providerId="LiveId" clId="{6CE9B3B8-4FE1-5230-B5E3-C1A3EE15ED22}" dt="2026-09-10T06:13:18.265" v="15917" actId="164"/>
          <ac:spMkLst>
            <pc:docMk/>
            <pc:sldMk cId="1845202054" sldId="289"/>
            <ac:spMk id="60" creationId="{E1B6A133-7FD5-3DB0-DC92-EC92E86A2F5D}"/>
          </ac:spMkLst>
        </pc:spChg>
        <pc:spChg chg="add mod">
          <ac:chgData name="光汰 齊藤" userId="50845e5bd7423914" providerId="LiveId" clId="{6CE9B3B8-4FE1-5230-B5E3-C1A3EE15ED22}" dt="2026-09-10T06:16:03.240" v="16060" actId="1076"/>
          <ac:spMkLst>
            <pc:docMk/>
            <pc:sldMk cId="1845202054" sldId="289"/>
            <ac:spMk id="64" creationId="{ABF0D300-58FE-246C-94C4-C9A87DB599A9}"/>
          </ac:spMkLst>
        </pc:spChg>
        <pc:spChg chg="add mod">
          <ac:chgData name="光汰 齊藤" userId="50845e5bd7423914" providerId="LiveId" clId="{6CE9B3B8-4FE1-5230-B5E3-C1A3EE15ED22}" dt="2026-09-10T06:16:03.240" v="16060" actId="1076"/>
          <ac:spMkLst>
            <pc:docMk/>
            <pc:sldMk cId="1845202054" sldId="289"/>
            <ac:spMk id="65" creationId="{1181FEBD-CC92-5832-3FF3-BCA3D92F88CC}"/>
          </ac:spMkLst>
        </pc:spChg>
        <pc:spChg chg="add mod">
          <ac:chgData name="光汰 齊藤" userId="50845e5bd7423914" providerId="LiveId" clId="{6CE9B3B8-4FE1-5230-B5E3-C1A3EE15ED22}" dt="2026-09-10T06:16:39.401" v="16066" actId="2085"/>
          <ac:spMkLst>
            <pc:docMk/>
            <pc:sldMk cId="1845202054" sldId="289"/>
            <ac:spMk id="66" creationId="{D82AF8DB-DE03-A0B9-62DD-0C0ED83AE72C}"/>
          </ac:spMkLst>
        </pc:spChg>
        <pc:spChg chg="add mod">
          <ac:chgData name="光汰 齊藤" userId="50845e5bd7423914" providerId="LiveId" clId="{6CE9B3B8-4FE1-5230-B5E3-C1A3EE15ED22}" dt="2026-09-10T06:22:43.825" v="16449" actId="1076"/>
          <ac:spMkLst>
            <pc:docMk/>
            <pc:sldMk cId="1845202054" sldId="289"/>
            <ac:spMk id="67" creationId="{0051D913-0BDE-36FF-BF5F-81D182A2B9F4}"/>
          </ac:spMkLst>
        </pc:spChg>
        <pc:grpChg chg="add mod">
          <ac:chgData name="光汰 齊藤" userId="50845e5bd7423914" providerId="LiveId" clId="{6CE9B3B8-4FE1-5230-B5E3-C1A3EE15ED22}" dt="2026-09-10T06:16:03.240" v="16060" actId="1076"/>
          <ac:grpSpMkLst>
            <pc:docMk/>
            <pc:sldMk cId="1845202054" sldId="289"/>
            <ac:grpSpMk id="50" creationId="{FBBED2EC-C5E1-244C-E7A1-CF1B947D1794}"/>
          </ac:grpSpMkLst>
        </pc:grpChg>
        <pc:grpChg chg="add mod">
          <ac:chgData name="光汰 齊藤" userId="50845e5bd7423914" providerId="LiveId" clId="{6CE9B3B8-4FE1-5230-B5E3-C1A3EE15ED22}" dt="2026-09-10T06:15:17.176" v="15976" actId="1035"/>
          <ac:grpSpMkLst>
            <pc:docMk/>
            <pc:sldMk cId="1845202054" sldId="289"/>
            <ac:grpSpMk id="51" creationId="{2CD2C800-C186-5A49-8D09-569DD7C7F3AA}"/>
          </ac:grpSpMkLst>
        </pc:grpChg>
        <pc:grpChg chg="add mod">
          <ac:chgData name="光汰 齊藤" userId="50845e5bd7423914" providerId="LiveId" clId="{6CE9B3B8-4FE1-5230-B5E3-C1A3EE15ED22}" dt="2026-09-10T06:15:17.176" v="15976" actId="1035"/>
          <ac:grpSpMkLst>
            <pc:docMk/>
            <pc:sldMk cId="1845202054" sldId="289"/>
            <ac:grpSpMk id="61" creationId="{3294AB52-7584-44A3-97A6-B70EB67333D2}"/>
          </ac:grpSpMkLst>
        </pc:grpChg>
        <pc:grpChg chg="add mod">
          <ac:chgData name="光汰 齊藤" userId="50845e5bd7423914" providerId="LiveId" clId="{6CE9B3B8-4FE1-5230-B5E3-C1A3EE15ED22}" dt="2026-09-10T06:15:54.912" v="16059" actId="1076"/>
          <ac:grpSpMkLst>
            <pc:docMk/>
            <pc:sldMk cId="1845202054" sldId="289"/>
            <ac:grpSpMk id="62" creationId="{7B9FDA9A-5EA0-9420-213D-FC9078BBDD7C}"/>
          </ac:grpSpMkLst>
        </pc:grpChg>
        <pc:grpChg chg="add mod">
          <ac:chgData name="光汰 齊藤" userId="50845e5bd7423914" providerId="LiveId" clId="{6CE9B3B8-4FE1-5230-B5E3-C1A3EE15ED22}" dt="2026-09-10T06:15:04.735" v="15944" actId="1076"/>
          <ac:grpSpMkLst>
            <pc:docMk/>
            <pc:sldMk cId="1845202054" sldId="289"/>
            <ac:grpSpMk id="63" creationId="{3648BF24-3FAB-BFA5-485F-FA15470D207A}"/>
          </ac:grpSpMkLst>
        </pc:grpChg>
      </pc:sldChg>
      <pc:sldChg chg="addSp delSp modSp new add del mod ord modShow">
        <pc:chgData name="光汰 齊藤" userId="50845e5bd7423914" providerId="LiveId" clId="{6CE9B3B8-4FE1-5230-B5E3-C1A3EE15ED22}" dt="2026-10-04T01:32:05.499" v="19571" actId="20578"/>
        <pc:sldMkLst>
          <pc:docMk/>
          <pc:sldMk cId="2319904379" sldId="290"/>
        </pc:sldMkLst>
        <pc:spChg chg="mod">
          <ac:chgData name="光汰 齊藤" userId="50845e5bd7423914" providerId="LiveId" clId="{6CE9B3B8-4FE1-5230-B5E3-C1A3EE15ED22}" dt="2026-09-10T06:23:19.004" v="16468" actId="20577"/>
          <ac:spMkLst>
            <pc:docMk/>
            <pc:sldMk cId="2319904379" sldId="290"/>
            <ac:spMk id="2" creationId="{66197AAF-FB65-F3A6-744A-EBED07B940FD}"/>
          </ac:spMkLst>
        </pc:spChg>
        <pc:spChg chg="add mod">
          <ac:chgData name="光汰 齊藤" userId="50845e5bd7423914" providerId="LiveId" clId="{6CE9B3B8-4FE1-5230-B5E3-C1A3EE15ED22}" dt="2026-09-12T00:17:18.942" v="19028" actId="20577"/>
          <ac:spMkLst>
            <pc:docMk/>
            <pc:sldMk cId="2319904379" sldId="290"/>
            <ac:spMk id="5" creationId="{BB0878C1-F43F-E349-1C70-974104CF240B}"/>
          </ac:spMkLst>
        </pc:spChg>
        <pc:spChg chg="add mod">
          <ac:chgData name="光汰 齊藤" userId="50845e5bd7423914" providerId="LiveId" clId="{6CE9B3B8-4FE1-5230-B5E3-C1A3EE15ED22}" dt="2026-09-12T00:17:03.917" v="19020" actId="1036"/>
          <ac:spMkLst>
            <pc:docMk/>
            <pc:sldMk cId="2319904379" sldId="290"/>
            <ac:spMk id="8" creationId="{AA3D795D-95D0-530F-E010-EE0D97418DDD}"/>
          </ac:spMkLst>
        </pc:spChg>
        <pc:spChg chg="add mod">
          <ac:chgData name="光汰 齊藤" userId="50845e5bd7423914" providerId="LiveId" clId="{6CE9B3B8-4FE1-5230-B5E3-C1A3EE15ED22}" dt="2026-09-12T00:17:03.917" v="19020" actId="1036"/>
          <ac:spMkLst>
            <pc:docMk/>
            <pc:sldMk cId="2319904379" sldId="290"/>
            <ac:spMk id="9" creationId="{AB92605B-61D5-E448-1AF7-4318FABF3E69}"/>
          </ac:spMkLst>
        </pc:spChg>
        <pc:spChg chg="add mod">
          <ac:chgData name="光汰 齊藤" userId="50845e5bd7423914" providerId="LiveId" clId="{6CE9B3B8-4FE1-5230-B5E3-C1A3EE15ED22}" dt="2026-09-12T00:17:03.917" v="19020" actId="1036"/>
          <ac:spMkLst>
            <pc:docMk/>
            <pc:sldMk cId="2319904379" sldId="290"/>
            <ac:spMk id="10" creationId="{1F090B6E-2A48-C183-2DA8-A7472E9A7DCE}"/>
          </ac:spMkLst>
        </pc:spChg>
        <pc:spChg chg="add mod">
          <ac:chgData name="光汰 齊藤" userId="50845e5bd7423914" providerId="LiveId" clId="{6CE9B3B8-4FE1-5230-B5E3-C1A3EE15ED22}" dt="2026-09-12T00:17:03.917" v="19020" actId="1036"/>
          <ac:spMkLst>
            <pc:docMk/>
            <pc:sldMk cId="2319904379" sldId="290"/>
            <ac:spMk id="11" creationId="{156CEDCA-8EC2-5507-BA12-219CBE5E45D9}"/>
          </ac:spMkLst>
        </pc:spChg>
        <pc:spChg chg="add mod">
          <ac:chgData name="光汰 齊藤" userId="50845e5bd7423914" providerId="LiveId" clId="{6CE9B3B8-4FE1-5230-B5E3-C1A3EE15ED22}" dt="2026-09-10T07:03:54.191" v="17358" actId="207"/>
          <ac:spMkLst>
            <pc:docMk/>
            <pc:sldMk cId="2319904379" sldId="290"/>
            <ac:spMk id="12" creationId="{E70DCB3D-6C0C-6A59-84AE-761A345C60EA}"/>
          </ac:spMkLst>
        </pc:spChg>
        <pc:spChg chg="add mod">
          <ac:chgData name="光汰 齊藤" userId="50845e5bd7423914" providerId="LiveId" clId="{6CE9B3B8-4FE1-5230-B5E3-C1A3EE15ED22}" dt="2026-09-12T00:19:37.820" v="19268" actId="14100"/>
          <ac:spMkLst>
            <pc:docMk/>
            <pc:sldMk cId="2319904379" sldId="290"/>
            <ac:spMk id="13" creationId="{EAC0E931-BC76-81E4-F964-4A4093F5133A}"/>
          </ac:spMkLst>
        </pc:spChg>
        <pc:spChg chg="add mod">
          <ac:chgData name="光汰 齊藤" userId="50845e5bd7423914" providerId="LiveId" clId="{6CE9B3B8-4FE1-5230-B5E3-C1A3EE15ED22}" dt="2026-09-12T00:19:26.479" v="19251" actId="1035"/>
          <ac:spMkLst>
            <pc:docMk/>
            <pc:sldMk cId="2319904379" sldId="290"/>
            <ac:spMk id="14" creationId="{81597718-8F15-D586-40EC-803C95E15D49}"/>
          </ac:spMkLst>
        </pc:spChg>
        <pc:spChg chg="add mod">
          <ac:chgData name="光汰 齊藤" userId="50845e5bd7423914" providerId="LiveId" clId="{6CE9B3B8-4FE1-5230-B5E3-C1A3EE15ED22}" dt="2026-09-12T00:18:33.620" v="19221" actId="1076"/>
          <ac:spMkLst>
            <pc:docMk/>
            <pc:sldMk cId="2319904379" sldId="290"/>
            <ac:spMk id="15" creationId="{4E4F10A4-B112-F26C-8191-FAF28D9E31FC}"/>
          </ac:spMkLst>
        </pc:spChg>
        <pc:spChg chg="add mod">
          <ac:chgData name="光汰 齊藤" userId="50845e5bd7423914" providerId="LiveId" clId="{6CE9B3B8-4FE1-5230-B5E3-C1A3EE15ED22}" dt="2026-09-12T04:43:33.502" v="19482" actId="20577"/>
          <ac:spMkLst>
            <pc:docMk/>
            <pc:sldMk cId="2319904379" sldId="290"/>
            <ac:spMk id="18" creationId="{6D60128D-7717-FAB1-B6BC-76BF0955D64B}"/>
          </ac:spMkLst>
        </pc:spChg>
        <pc:spChg chg="add mod">
          <ac:chgData name="光汰 齊藤" userId="50845e5bd7423914" providerId="LiveId" clId="{6CE9B3B8-4FE1-5230-B5E3-C1A3EE15ED22}" dt="2026-09-12T00:19:34.083" v="19267" actId="1035"/>
          <ac:spMkLst>
            <pc:docMk/>
            <pc:sldMk cId="2319904379" sldId="290"/>
            <ac:spMk id="19" creationId="{8DAEEE2E-DDD2-526E-3132-23D9616D26E4}"/>
          </ac:spMkLst>
        </pc:spChg>
        <pc:graphicFrameChg chg="add mod modGraphic">
          <ac:chgData name="光汰 齊藤" userId="50845e5bd7423914" providerId="LiveId" clId="{6CE9B3B8-4FE1-5230-B5E3-C1A3EE15ED22}" dt="2026-09-12T00:21:09.304" v="19289" actId="1076"/>
          <ac:graphicFrameMkLst>
            <pc:docMk/>
            <pc:sldMk cId="2319904379" sldId="290"/>
            <ac:graphicFrameMk id="16" creationId="{68FF1096-C831-6E68-CB7D-4DE3366D71D7}"/>
          </ac:graphicFrameMkLst>
        </pc:graphicFrameChg>
      </pc:sldChg>
      <pc:sldChg chg="addSp delSp modSp new add del mod ord modShow">
        <pc:chgData name="光汰 齊藤" userId="50845e5bd7423914" providerId="LiveId" clId="{6CE9B3B8-4FE1-5230-B5E3-C1A3EE15ED22}" dt="2026-10-04T01:32:05.499" v="19571" actId="20578"/>
        <pc:sldMkLst>
          <pc:docMk/>
          <pc:sldMk cId="1117972738" sldId="291"/>
        </pc:sldMkLst>
        <pc:spChg chg="mod">
          <ac:chgData name="光汰 齊藤" userId="50845e5bd7423914" providerId="LiveId" clId="{6CE9B3B8-4FE1-5230-B5E3-C1A3EE15ED22}" dt="2026-09-09T09:06:55.854" v="12552" actId="20577"/>
          <ac:spMkLst>
            <pc:docMk/>
            <pc:sldMk cId="1117972738" sldId="291"/>
            <ac:spMk id="2" creationId="{DE5F9D73-6512-57D7-A194-404A459A8E3B}"/>
          </ac:spMkLst>
        </pc:spChg>
        <pc:spChg chg="add mod">
          <ac:chgData name="光汰 齊藤" userId="50845e5bd7423914" providerId="LiveId" clId="{6CE9B3B8-4FE1-5230-B5E3-C1A3EE15ED22}" dt="2026-09-10T08:24:47.005" v="18305" actId="1076"/>
          <ac:spMkLst>
            <pc:docMk/>
            <pc:sldMk cId="1117972738" sldId="291"/>
            <ac:spMk id="4" creationId="{FA6B674A-69E8-17AB-2515-F633BABCF3C9}"/>
          </ac:spMkLst>
        </pc:spChg>
        <pc:spChg chg="add mod">
          <ac:chgData name="光汰 齊藤" userId="50845e5bd7423914" providerId="LiveId" clId="{6CE9B3B8-4FE1-5230-B5E3-C1A3EE15ED22}" dt="2026-09-10T08:25:48.223" v="18364" actId="14100"/>
          <ac:spMkLst>
            <pc:docMk/>
            <pc:sldMk cId="1117972738" sldId="291"/>
            <ac:spMk id="10" creationId="{600FC221-20F2-EBB1-B181-8FEB4F89D82E}"/>
          </ac:spMkLst>
        </pc:spChg>
        <pc:spChg chg="mod">
          <ac:chgData name="光汰 齊藤" userId="50845e5bd7423914" providerId="LiveId" clId="{6CE9B3B8-4FE1-5230-B5E3-C1A3EE15ED22}" dt="2026-09-12T00:26:01.802" v="19338" actId="1076"/>
          <ac:spMkLst>
            <pc:docMk/>
            <pc:sldMk cId="1117972738" sldId="291"/>
            <ac:spMk id="13" creationId="{F4CB5D91-2D4B-45D9-C9DA-15C496830A52}"/>
          </ac:spMkLst>
        </pc:spChg>
        <pc:spChg chg="add mod">
          <ac:chgData name="光汰 齊藤" userId="50845e5bd7423914" providerId="LiveId" clId="{6CE9B3B8-4FE1-5230-B5E3-C1A3EE15ED22}" dt="2026-09-10T08:25:43.604" v="18363" actId="1076"/>
          <ac:spMkLst>
            <pc:docMk/>
            <pc:sldMk cId="1117972738" sldId="291"/>
            <ac:spMk id="14" creationId="{DAE75398-13E4-C4C8-87A1-2E89AB0CD46C}"/>
          </ac:spMkLst>
        </pc:spChg>
        <pc:spChg chg="mod">
          <ac:chgData name="光汰 齊藤" userId="50845e5bd7423914" providerId="LiveId" clId="{6CE9B3B8-4FE1-5230-B5E3-C1A3EE15ED22}" dt="2026-09-10T08:25:57.993" v="18388" actId="20577"/>
          <ac:spMkLst>
            <pc:docMk/>
            <pc:sldMk cId="1117972738" sldId="291"/>
            <ac:spMk id="15" creationId="{C9FFC3C8-A31C-D09F-ACBE-1F3F3CA4D95B}"/>
          </ac:spMkLst>
        </pc:spChg>
        <pc:spChg chg="add mod">
          <ac:chgData name="光汰 齊藤" userId="50845e5bd7423914" providerId="LiveId" clId="{6CE9B3B8-4FE1-5230-B5E3-C1A3EE15ED22}" dt="2026-09-10T08:32:39.476" v="18459" actId="1076"/>
          <ac:spMkLst>
            <pc:docMk/>
            <pc:sldMk cId="1117972738" sldId="291"/>
            <ac:spMk id="16" creationId="{5D0D1F29-EA99-79C0-9F16-C05CC074D4DF}"/>
          </ac:spMkLst>
        </pc:spChg>
        <pc:spChg chg="mod">
          <ac:chgData name="光汰 齊藤" userId="50845e5bd7423914" providerId="LiveId" clId="{6CE9B3B8-4FE1-5230-B5E3-C1A3EE15ED22}" dt="2026-09-12T00:26:01.802" v="19338" actId="1076"/>
          <ac:spMkLst>
            <pc:docMk/>
            <pc:sldMk cId="1117972738" sldId="291"/>
            <ac:spMk id="17" creationId="{51B2EFE3-7473-CB03-9998-2C42B446F3EB}"/>
          </ac:spMkLst>
        </pc:spChg>
        <pc:spChg chg="add mod">
          <ac:chgData name="光汰 齊藤" userId="50845e5bd7423914" providerId="LiveId" clId="{6CE9B3B8-4FE1-5230-B5E3-C1A3EE15ED22}" dt="2026-09-10T08:25:18.906" v="18306"/>
          <ac:spMkLst>
            <pc:docMk/>
            <pc:sldMk cId="1117972738" sldId="291"/>
            <ac:spMk id="18" creationId="{22D61288-25D9-DFE9-2BDE-56CBFD08EB49}"/>
          </ac:spMkLst>
        </pc:spChg>
        <pc:spChg chg="add mod">
          <ac:chgData name="光汰 齊藤" userId="50845e5bd7423914" providerId="LiveId" clId="{6CE9B3B8-4FE1-5230-B5E3-C1A3EE15ED22}" dt="2026-09-10T08:34:07.794" v="18708" actId="20577"/>
          <ac:spMkLst>
            <pc:docMk/>
            <pc:sldMk cId="1117972738" sldId="291"/>
            <ac:spMk id="25" creationId="{0B5586C9-8780-A5B6-E6AB-FC51FC7E9B3A}"/>
          </ac:spMkLst>
        </pc:spChg>
        <pc:spChg chg="add mod">
          <ac:chgData name="光汰 齊藤" userId="50845e5bd7423914" providerId="LiveId" clId="{6CE9B3B8-4FE1-5230-B5E3-C1A3EE15ED22}" dt="2026-09-12T00:26:01.802" v="19338" actId="1076"/>
          <ac:spMkLst>
            <pc:docMk/>
            <pc:sldMk cId="1117972738" sldId="291"/>
            <ac:spMk id="26" creationId="{730BD3ED-DAC9-8111-3C9D-01D28483C06D}"/>
          </ac:spMkLst>
        </pc:spChg>
        <pc:spChg chg="mod">
          <ac:chgData name="光汰 齊藤" userId="50845e5bd7423914" providerId="LiveId" clId="{6CE9B3B8-4FE1-5230-B5E3-C1A3EE15ED22}" dt="2026-09-12T00:27:58.098" v="19366" actId="1076"/>
          <ac:spMkLst>
            <pc:docMk/>
            <pc:sldMk cId="1117972738" sldId="291"/>
            <ac:spMk id="34" creationId="{BFE36B60-A3C3-E665-E07B-F05E17755466}"/>
          </ac:spMkLst>
        </pc:spChg>
        <pc:graphicFrameChg chg="add mod modGraphic">
          <ac:chgData name="光汰 齊藤" userId="50845e5bd7423914" providerId="LiveId" clId="{6CE9B3B8-4FE1-5230-B5E3-C1A3EE15ED22}" dt="2026-09-12T00:32:34.019" v="19422" actId="20577"/>
          <ac:graphicFrameMkLst>
            <pc:docMk/>
            <pc:sldMk cId="1117972738" sldId="291"/>
            <ac:graphicFrameMk id="6" creationId="{452087B4-37E3-910C-D48F-4F60C0AC7EEB}"/>
          </ac:graphicFrameMkLst>
        </pc:graphicFrameChg>
        <pc:graphicFrameChg chg="mod modGraphic">
          <ac:chgData name="光汰 齊藤" userId="50845e5bd7423914" providerId="LiveId" clId="{6CE9B3B8-4FE1-5230-B5E3-C1A3EE15ED22}" dt="2026-09-12T00:31:15.969" v="19401" actId="400"/>
          <ac:graphicFrameMkLst>
            <pc:docMk/>
            <pc:sldMk cId="1117972738" sldId="291"/>
            <ac:graphicFrameMk id="32" creationId="{38240ABC-CAB0-F03C-C76A-CE9390E6948F}"/>
          </ac:graphicFrameMkLst>
        </pc:graphicFrameChg>
      </pc:sldChg>
      <pc:sldChg chg="addSp delSp modSp new mod ord modShow">
        <pc:chgData name="光汰 齊藤" userId="50845e5bd7423914" providerId="LiveId" clId="{6CE9B3B8-4FE1-5230-B5E3-C1A3EE15ED22}" dt="2026-10-04T01:32:05.499" v="19571" actId="20578"/>
        <pc:sldMkLst>
          <pc:docMk/>
          <pc:sldMk cId="754461221" sldId="292"/>
        </pc:sldMkLst>
        <pc:spChg chg="mod">
          <ac:chgData name="光汰 齊藤" userId="50845e5bd7423914" providerId="LiveId" clId="{6CE9B3B8-4FE1-5230-B5E3-C1A3EE15ED22}" dt="2026-09-09T09:06:59.851" v="12555" actId="20577"/>
          <ac:spMkLst>
            <pc:docMk/>
            <pc:sldMk cId="754461221" sldId="292"/>
            <ac:spMk id="2" creationId="{357C2715-F2A2-D208-A85D-67860B4ACC4B}"/>
          </ac:spMkLst>
        </pc:spChg>
        <pc:spChg chg="mod">
          <ac:chgData name="光汰 齊藤" userId="50845e5bd7423914" providerId="LiveId" clId="{6CE9B3B8-4FE1-5230-B5E3-C1A3EE15ED22}" dt="2026-09-12T00:33:51.828" v="19435" actId="1076"/>
          <ac:spMkLst>
            <pc:docMk/>
            <pc:sldMk cId="754461221" sldId="292"/>
            <ac:spMk id="6" creationId="{E26C5694-5933-1B36-2CC1-7451CC5C393D}"/>
          </ac:spMkLst>
        </pc:spChg>
        <pc:spChg chg="mod">
          <ac:chgData name="光汰 齊藤" userId="50845e5bd7423914" providerId="LiveId" clId="{6CE9B3B8-4FE1-5230-B5E3-C1A3EE15ED22}" dt="2026-09-12T00:33:49.322" v="19434" actId="14100"/>
          <ac:spMkLst>
            <pc:docMk/>
            <pc:sldMk cId="754461221" sldId="292"/>
            <ac:spMk id="19" creationId="{A7BEC913-DE66-5788-839F-EFFAC40F0493}"/>
          </ac:spMkLst>
        </pc:spChg>
        <pc:spChg chg="mod">
          <ac:chgData name="光汰 齊藤" userId="50845e5bd7423914" providerId="LiveId" clId="{6CE9B3B8-4FE1-5230-B5E3-C1A3EE15ED22}" dt="2026-09-12T00:33:49.322" v="19434" actId="14100"/>
          <ac:spMkLst>
            <pc:docMk/>
            <pc:sldMk cId="754461221" sldId="292"/>
            <ac:spMk id="21" creationId="{552F6B69-D4B6-C2FB-8746-24B85430B8B5}"/>
          </ac:spMkLst>
        </pc:spChg>
        <pc:spChg chg="mod">
          <ac:chgData name="光汰 齊藤" userId="50845e5bd7423914" providerId="LiveId" clId="{6CE9B3B8-4FE1-5230-B5E3-C1A3EE15ED22}" dt="2026-09-12T00:33:26.169" v="19432" actId="20577"/>
          <ac:spMkLst>
            <pc:docMk/>
            <pc:sldMk cId="754461221" sldId="292"/>
            <ac:spMk id="44" creationId="{F0FBBE2A-CD72-D9D3-8138-9E4743223311}"/>
          </ac:spMkLst>
        </pc:spChg>
      </pc:sldChg>
      <pc:sldChg chg="addSp delSp modSp add del mod ord">
        <pc:chgData name="光汰 齊藤" userId="50845e5bd7423914" providerId="LiveId" clId="{6CE9B3B8-4FE1-5230-B5E3-C1A3EE15ED22}" dt="2026-10-04T01:29:46.146" v="19537" actId="2696"/>
        <pc:sldMkLst>
          <pc:docMk/>
          <pc:sldMk cId="4179065817" sldId="293"/>
        </pc:sldMkLst>
      </pc:sldChg>
      <pc:sldChg chg="addSp delSp modSp add del mod ord modShow">
        <pc:chgData name="光汰 齊藤" userId="50845e5bd7423914" providerId="LiveId" clId="{6CE9B3B8-4FE1-5230-B5E3-C1A3EE15ED22}" dt="2026-10-04T01:32:05.499" v="19571" actId="20578"/>
        <pc:sldMkLst>
          <pc:docMk/>
          <pc:sldMk cId="128889613" sldId="294"/>
        </pc:sldMkLst>
        <pc:spChg chg="mod">
          <ac:chgData name="光汰 齊藤" userId="50845e5bd7423914" providerId="LiveId" clId="{6CE9B3B8-4FE1-5230-B5E3-C1A3EE15ED22}" dt="2026-09-09T09:05:37.677" v="12530" actId="20577"/>
          <ac:spMkLst>
            <pc:docMk/>
            <pc:sldMk cId="128889613" sldId="294"/>
            <ac:spMk id="2" creationId="{6688408A-D1E8-02D1-C682-690BF906E10D}"/>
          </ac:spMkLst>
        </pc:spChg>
        <pc:spChg chg="add mod">
          <ac:chgData name="光汰 齊藤" userId="50845e5bd7423914" providerId="LiveId" clId="{6CE9B3B8-4FE1-5230-B5E3-C1A3EE15ED22}" dt="2026-09-09T09:10:02.574" v="12664"/>
          <ac:spMkLst>
            <pc:docMk/>
            <pc:sldMk cId="128889613" sldId="294"/>
            <ac:spMk id="4" creationId="{0435156B-3078-3F5C-A306-7B9D0CF7D2FD}"/>
          </ac:spMkLst>
        </pc:spChg>
        <pc:spChg chg="add mod">
          <ac:chgData name="光汰 齊藤" userId="50845e5bd7423914" providerId="LiveId" clId="{6CE9B3B8-4FE1-5230-B5E3-C1A3EE15ED22}" dt="2026-09-09T09:10:02.574" v="12664"/>
          <ac:spMkLst>
            <pc:docMk/>
            <pc:sldMk cId="128889613" sldId="294"/>
            <ac:spMk id="5" creationId="{4FF200D7-770D-A267-5ED6-C62F0A72921F}"/>
          </ac:spMkLst>
        </pc:spChg>
        <pc:spChg chg="add mod">
          <ac:chgData name="光汰 齊藤" userId="50845e5bd7423914" providerId="LiveId" clId="{6CE9B3B8-4FE1-5230-B5E3-C1A3EE15ED22}" dt="2026-09-09T09:10:02.574" v="12664"/>
          <ac:spMkLst>
            <pc:docMk/>
            <pc:sldMk cId="128889613" sldId="294"/>
            <ac:spMk id="6" creationId="{23779959-645D-6808-5FA5-F07010FBB0E3}"/>
          </ac:spMkLst>
        </pc:spChg>
        <pc:spChg chg="add mod">
          <ac:chgData name="光汰 齊藤" userId="50845e5bd7423914" providerId="LiveId" clId="{6CE9B3B8-4FE1-5230-B5E3-C1A3EE15ED22}" dt="2026-09-09T09:10:02.574" v="12664"/>
          <ac:spMkLst>
            <pc:docMk/>
            <pc:sldMk cId="128889613" sldId="294"/>
            <ac:spMk id="9" creationId="{7C74ED51-067E-71D4-063D-4E9F1EA9220E}"/>
          </ac:spMkLst>
        </pc:spChg>
        <pc:spChg chg="add mod">
          <ac:chgData name="光汰 齊藤" userId="50845e5bd7423914" providerId="LiveId" clId="{6CE9B3B8-4FE1-5230-B5E3-C1A3EE15ED22}" dt="2026-09-09T09:10:02.574" v="12664"/>
          <ac:spMkLst>
            <pc:docMk/>
            <pc:sldMk cId="128889613" sldId="294"/>
            <ac:spMk id="10" creationId="{6F0C8D3E-B1B8-4A6A-CB5D-A04808BDA54E}"/>
          </ac:spMkLst>
        </pc:spChg>
        <pc:spChg chg="add mod">
          <ac:chgData name="光汰 齊藤" userId="50845e5bd7423914" providerId="LiveId" clId="{6CE9B3B8-4FE1-5230-B5E3-C1A3EE15ED22}" dt="2026-09-09T09:10:02.574" v="12664"/>
          <ac:spMkLst>
            <pc:docMk/>
            <pc:sldMk cId="128889613" sldId="294"/>
            <ac:spMk id="11" creationId="{F67A87A1-681D-5682-2697-7BDE82585E59}"/>
          </ac:spMkLst>
        </pc:spChg>
        <pc:spChg chg="add mod">
          <ac:chgData name="光汰 齊藤" userId="50845e5bd7423914" providerId="LiveId" clId="{6CE9B3B8-4FE1-5230-B5E3-C1A3EE15ED22}" dt="2026-09-09T09:10:02.574" v="12664"/>
          <ac:spMkLst>
            <pc:docMk/>
            <pc:sldMk cId="128889613" sldId="294"/>
            <ac:spMk id="12" creationId="{E9C66FE3-F528-54D1-DB55-0BFAAF77A59D}"/>
          </ac:spMkLst>
        </pc:spChg>
        <pc:spChg chg="add mod">
          <ac:chgData name="光汰 齊藤" userId="50845e5bd7423914" providerId="LiveId" clId="{6CE9B3B8-4FE1-5230-B5E3-C1A3EE15ED22}" dt="2026-09-09T09:10:02.574" v="12664"/>
          <ac:spMkLst>
            <pc:docMk/>
            <pc:sldMk cId="128889613" sldId="294"/>
            <ac:spMk id="13" creationId="{8A393CB5-5DC1-C924-FEA9-96DC53C2F24A}"/>
          </ac:spMkLst>
        </pc:spChg>
        <pc:spChg chg="add mod">
          <ac:chgData name="光汰 齊藤" userId="50845e5bd7423914" providerId="LiveId" clId="{6CE9B3B8-4FE1-5230-B5E3-C1A3EE15ED22}" dt="2026-09-09T09:10:02.574" v="12664"/>
          <ac:spMkLst>
            <pc:docMk/>
            <pc:sldMk cId="128889613" sldId="294"/>
            <ac:spMk id="14" creationId="{0DD40778-AFD4-45BA-A1AB-CDEEF3D46AC4}"/>
          </ac:spMkLst>
        </pc:spChg>
        <pc:spChg chg="add mod">
          <ac:chgData name="光汰 齊藤" userId="50845e5bd7423914" providerId="LiveId" clId="{6CE9B3B8-4FE1-5230-B5E3-C1A3EE15ED22}" dt="2026-09-09T09:10:09.053" v="12665"/>
          <ac:spMkLst>
            <pc:docMk/>
            <pc:sldMk cId="128889613" sldId="294"/>
            <ac:spMk id="15" creationId="{6D93B2AC-47C9-E759-BAA6-C856561C267C}"/>
          </ac:spMkLst>
        </pc:spChg>
        <pc:picChg chg="add mod">
          <ac:chgData name="光汰 齊藤" userId="50845e5bd7423914" providerId="LiveId" clId="{6CE9B3B8-4FE1-5230-B5E3-C1A3EE15ED22}" dt="2026-09-09T09:10:02.574" v="12664"/>
          <ac:picMkLst>
            <pc:docMk/>
            <pc:sldMk cId="128889613" sldId="294"/>
            <ac:picMk id="8" creationId="{B4AB1027-7AD4-D633-85C3-AAE269FEC664}"/>
          </ac:picMkLst>
        </pc:picChg>
      </pc:sldChg>
      <pc:sldChg chg="modSp new mod modNotesTx">
        <pc:chgData name="光汰 齊藤" userId="50845e5bd7423914" providerId="LiveId" clId="{6CE9B3B8-4FE1-5230-B5E3-C1A3EE15ED22}" dt="2026-10-04T01:32:23.129" v="19582" actId="20577"/>
        <pc:sldMkLst>
          <pc:docMk/>
          <pc:sldMk cId="902745780" sldId="296"/>
        </pc:sldMkLst>
        <pc:spChg chg="mod">
          <ac:chgData name="光汰 齊藤" userId="50845e5bd7423914" providerId="LiveId" clId="{6CE9B3B8-4FE1-5230-B5E3-C1A3EE15ED22}" dt="2026-09-09T09:07:25.401" v="12629" actId="20577"/>
          <ac:spMkLst>
            <pc:docMk/>
            <pc:sldMk cId="902745780" sldId="296"/>
            <ac:spMk id="2" creationId="{CC5B1D69-8333-18EF-27E9-79E17811FBB1}"/>
          </ac:spMkLst>
        </pc:spChg>
        <pc:spChg chg="mod">
          <ac:chgData name="光汰 齊藤" userId="50845e5bd7423914" providerId="LiveId" clId="{6CE9B3B8-4FE1-5230-B5E3-C1A3EE15ED22}" dt="2026-10-04T01:30:28.783" v="19562" actId="20577"/>
          <ac:spMkLst>
            <pc:docMk/>
            <pc:sldMk cId="902745780" sldId="296"/>
            <ac:spMk id="16" creationId="{FC2B04AB-F4F3-25C0-0A54-D99A699E05CF}"/>
          </ac:spMkLst>
        </pc:spChg>
      </pc:sldChg>
      <pc:sldChg chg="addSp delSp modSp add del mod ord modShow">
        <pc:chgData name="光汰 齊藤" userId="50845e5bd7423914" providerId="LiveId" clId="{6CE9B3B8-4FE1-5230-B5E3-C1A3EE15ED22}" dt="2026-10-04T01:32:05.499" v="19571" actId="20578"/>
        <pc:sldMkLst>
          <pc:docMk/>
          <pc:sldMk cId="1240762161" sldId="302"/>
        </pc:sldMkLst>
        <pc:spChg chg="mod">
          <ac:chgData name="光汰 齊藤" userId="50845e5bd7423914" providerId="LiveId" clId="{6CE9B3B8-4FE1-5230-B5E3-C1A3EE15ED22}" dt="2026-09-10T02:19:58.581" v="13132" actId="20577"/>
          <ac:spMkLst>
            <pc:docMk/>
            <pc:sldMk cId="1240762161" sldId="302"/>
            <ac:spMk id="2" creationId="{5EC0E432-2637-442C-986D-27DBC6BE3E34}"/>
          </ac:spMkLst>
        </pc:spChg>
        <pc:spChg chg="add mod">
          <ac:chgData name="光汰 齊藤" userId="50845e5bd7423914" providerId="LiveId" clId="{6CE9B3B8-4FE1-5230-B5E3-C1A3EE15ED22}" dt="2026-09-12T00:22:47.659" v="19333" actId="1076"/>
          <ac:spMkLst>
            <pc:docMk/>
            <pc:sldMk cId="1240762161" sldId="302"/>
            <ac:spMk id="4" creationId="{E2A8E1E6-12C4-0D70-3093-100BB87B5BEA}"/>
          </ac:spMkLst>
        </pc:spChg>
        <pc:spChg chg="add mod">
          <ac:chgData name="光汰 齊藤" userId="50845e5bd7423914" providerId="LiveId" clId="{6CE9B3B8-4FE1-5230-B5E3-C1A3EE15ED22}" dt="2026-09-12T00:09:55.378" v="18883" actId="207"/>
          <ac:spMkLst>
            <pc:docMk/>
            <pc:sldMk cId="1240762161" sldId="302"/>
            <ac:spMk id="30" creationId="{594AC3A8-EBFD-CD74-A9A3-BA39755F6DE6}"/>
          </ac:spMkLst>
        </pc:spChg>
        <pc:spChg chg="add mod">
          <ac:chgData name="光汰 齊藤" userId="50845e5bd7423914" providerId="LiveId" clId="{6CE9B3B8-4FE1-5230-B5E3-C1A3EE15ED22}" dt="2026-09-10T03:16:26.300" v="14565" actId="1076"/>
          <ac:spMkLst>
            <pc:docMk/>
            <pc:sldMk cId="1240762161" sldId="302"/>
            <ac:spMk id="35" creationId="{EBB34DE9-E2F2-189B-27DD-F7FAE4B792A5}"/>
          </ac:spMkLst>
        </pc:spChg>
        <pc:spChg chg="add mod">
          <ac:chgData name="光汰 齊藤" userId="50845e5bd7423914" providerId="LiveId" clId="{6CE9B3B8-4FE1-5230-B5E3-C1A3EE15ED22}" dt="2026-09-10T02:31:40.089" v="13178" actId="208"/>
          <ac:spMkLst>
            <pc:docMk/>
            <pc:sldMk cId="1240762161" sldId="302"/>
            <ac:spMk id="45" creationId="{1C4671BA-9E59-5A3F-D7A0-2DCFAA667E58}"/>
          </ac:spMkLst>
        </pc:spChg>
        <pc:spChg chg="mod">
          <ac:chgData name="光汰 齊藤" userId="50845e5bd7423914" providerId="LiveId" clId="{6CE9B3B8-4FE1-5230-B5E3-C1A3EE15ED22}" dt="2026-09-10T02:31:40.089" v="13178" actId="208"/>
          <ac:spMkLst>
            <pc:docMk/>
            <pc:sldMk cId="1240762161" sldId="302"/>
            <ac:spMk id="46" creationId="{8EF062F8-39C9-A10A-B766-650A97F2F53A}"/>
          </ac:spMkLst>
        </pc:spChg>
        <pc:spChg chg="add mod">
          <ac:chgData name="光汰 齊藤" userId="50845e5bd7423914" providerId="LiveId" clId="{6CE9B3B8-4FE1-5230-B5E3-C1A3EE15ED22}" dt="2026-09-10T03:16:26.300" v="14565" actId="1076"/>
          <ac:spMkLst>
            <pc:docMk/>
            <pc:sldMk cId="1240762161" sldId="302"/>
            <ac:spMk id="47" creationId="{7A1C0EE3-CF4C-D79D-3CF5-CB4613CC6EFC}"/>
          </ac:spMkLst>
        </pc:spChg>
        <pc:spChg chg="add mod">
          <ac:chgData name="光汰 齊藤" userId="50845e5bd7423914" providerId="LiveId" clId="{6CE9B3B8-4FE1-5230-B5E3-C1A3EE15ED22}" dt="2026-09-10T03:16:26.300" v="14565" actId="1076"/>
          <ac:spMkLst>
            <pc:docMk/>
            <pc:sldMk cId="1240762161" sldId="302"/>
            <ac:spMk id="48" creationId="{B21A783D-58B4-D9CE-EC75-4767615F9804}"/>
          </ac:spMkLst>
        </pc:spChg>
        <pc:spChg chg="add mod">
          <ac:chgData name="光汰 齊藤" userId="50845e5bd7423914" providerId="LiveId" clId="{6CE9B3B8-4FE1-5230-B5E3-C1A3EE15ED22}" dt="2026-09-10T02:32:38.948" v="13192" actId="1076"/>
          <ac:spMkLst>
            <pc:docMk/>
            <pc:sldMk cId="1240762161" sldId="302"/>
            <ac:spMk id="49" creationId="{B34ECF8E-2676-AD55-84F8-F8790D6A30F0}"/>
          </ac:spMkLst>
        </pc:spChg>
        <pc:spChg chg="add mod">
          <ac:chgData name="光汰 齊藤" userId="50845e5bd7423914" providerId="LiveId" clId="{6CE9B3B8-4FE1-5230-B5E3-C1A3EE15ED22}" dt="2026-09-10T03:16:26.300" v="14565" actId="1076"/>
          <ac:spMkLst>
            <pc:docMk/>
            <pc:sldMk cId="1240762161" sldId="302"/>
            <ac:spMk id="50" creationId="{4735CB33-5C4B-CEB8-16AF-038602BDF597}"/>
          </ac:spMkLst>
        </pc:spChg>
        <pc:spChg chg="add mod">
          <ac:chgData name="光汰 齊藤" userId="50845e5bd7423914" providerId="LiveId" clId="{6CE9B3B8-4FE1-5230-B5E3-C1A3EE15ED22}" dt="2026-09-10T02:32:46.225" v="13195" actId="1076"/>
          <ac:spMkLst>
            <pc:docMk/>
            <pc:sldMk cId="1240762161" sldId="302"/>
            <ac:spMk id="51" creationId="{95C84B30-7DCB-01CF-8EB1-5BF1A9667E00}"/>
          </ac:spMkLst>
        </pc:spChg>
        <pc:spChg chg="add mod">
          <ac:chgData name="光汰 齊藤" userId="50845e5bd7423914" providerId="LiveId" clId="{6CE9B3B8-4FE1-5230-B5E3-C1A3EE15ED22}" dt="2026-09-10T03:16:26.300" v="14565" actId="1076"/>
          <ac:spMkLst>
            <pc:docMk/>
            <pc:sldMk cId="1240762161" sldId="302"/>
            <ac:spMk id="52" creationId="{DE9868E9-9CDE-C95A-B269-2034677B7150}"/>
          </ac:spMkLst>
        </pc:spChg>
        <pc:spChg chg="add mod">
          <ac:chgData name="光汰 齊藤" userId="50845e5bd7423914" providerId="LiveId" clId="{6CE9B3B8-4FE1-5230-B5E3-C1A3EE15ED22}" dt="2026-09-10T02:34:29.243" v="13322" actId="1076"/>
          <ac:spMkLst>
            <pc:docMk/>
            <pc:sldMk cId="1240762161" sldId="302"/>
            <ac:spMk id="53" creationId="{FE6D353A-65B3-DE88-B151-50B7F26C3547}"/>
          </ac:spMkLst>
        </pc:spChg>
        <pc:spChg chg="add mod">
          <ac:chgData name="光汰 齊藤" userId="50845e5bd7423914" providerId="LiveId" clId="{6CE9B3B8-4FE1-5230-B5E3-C1A3EE15ED22}" dt="2026-09-10T02:34:55.878" v="13349" actId="20577"/>
          <ac:spMkLst>
            <pc:docMk/>
            <pc:sldMk cId="1240762161" sldId="302"/>
            <ac:spMk id="54" creationId="{63A09ADA-3F9F-728D-825B-3A0C8EB86C24}"/>
          </ac:spMkLst>
        </pc:spChg>
        <pc:spChg chg="add mod">
          <ac:chgData name="光汰 齊藤" userId="50845e5bd7423914" providerId="LiveId" clId="{6CE9B3B8-4FE1-5230-B5E3-C1A3EE15ED22}" dt="2026-09-10T03:16:26.300" v="14565" actId="1076"/>
          <ac:spMkLst>
            <pc:docMk/>
            <pc:sldMk cId="1240762161" sldId="302"/>
            <ac:spMk id="55" creationId="{7B2F8AFA-FA9A-6F8B-A253-93513FCFE25D}"/>
          </ac:spMkLst>
        </pc:spChg>
        <pc:spChg chg="add mod">
          <ac:chgData name="光汰 齊藤" userId="50845e5bd7423914" providerId="LiveId" clId="{6CE9B3B8-4FE1-5230-B5E3-C1A3EE15ED22}" dt="2026-09-12T00:10:12.606" v="18897" actId="1076"/>
          <ac:spMkLst>
            <pc:docMk/>
            <pc:sldMk cId="1240762161" sldId="302"/>
            <ac:spMk id="56" creationId="{7643B543-C71B-9448-2629-A3166CF94173}"/>
          </ac:spMkLst>
        </pc:spChg>
        <pc:spChg chg="add mod">
          <ac:chgData name="光汰 齊藤" userId="50845e5bd7423914" providerId="LiveId" clId="{6CE9B3B8-4FE1-5230-B5E3-C1A3EE15ED22}" dt="2026-09-10T03:16:26.300" v="14565" actId="1076"/>
          <ac:spMkLst>
            <pc:docMk/>
            <pc:sldMk cId="1240762161" sldId="302"/>
            <ac:spMk id="57" creationId="{ECBD08BD-8E79-B604-F449-659F5176C30A}"/>
          </ac:spMkLst>
        </pc:spChg>
        <pc:spChg chg="add mod">
          <ac:chgData name="光汰 齊藤" userId="50845e5bd7423914" providerId="LiveId" clId="{6CE9B3B8-4FE1-5230-B5E3-C1A3EE15ED22}" dt="2026-09-10T03:16:26.300" v="14565" actId="1076"/>
          <ac:spMkLst>
            <pc:docMk/>
            <pc:sldMk cId="1240762161" sldId="302"/>
            <ac:spMk id="58" creationId="{39FD49EE-DF0E-8913-5333-AAEA3076F656}"/>
          </ac:spMkLst>
        </pc:spChg>
        <pc:spChg chg="add mod">
          <ac:chgData name="光汰 齊藤" userId="50845e5bd7423914" providerId="LiveId" clId="{6CE9B3B8-4FE1-5230-B5E3-C1A3EE15ED22}" dt="2026-09-10T03:16:26.300" v="14565" actId="1076"/>
          <ac:spMkLst>
            <pc:docMk/>
            <pc:sldMk cId="1240762161" sldId="302"/>
            <ac:spMk id="59" creationId="{6D9161C4-6F39-ADF7-DCFB-AFC30031EF42}"/>
          </ac:spMkLst>
        </pc:spChg>
        <pc:spChg chg="add mod">
          <ac:chgData name="光汰 齊藤" userId="50845e5bd7423914" providerId="LiveId" clId="{6CE9B3B8-4FE1-5230-B5E3-C1A3EE15ED22}" dt="2026-09-12T00:29:22.562" v="19387" actId="1076"/>
          <ac:spMkLst>
            <pc:docMk/>
            <pc:sldMk cId="1240762161" sldId="302"/>
            <ac:spMk id="65" creationId="{8A854C00-558F-F4FC-C7C1-F017950EBBE7}"/>
          </ac:spMkLst>
        </pc:spChg>
        <pc:spChg chg="add mod">
          <ac:chgData name="光汰 齊藤" userId="50845e5bd7423914" providerId="LiveId" clId="{6CE9B3B8-4FE1-5230-B5E3-C1A3EE15ED22}" dt="2026-09-12T00:22:36.498" v="19330" actId="1076"/>
          <ac:spMkLst>
            <pc:docMk/>
            <pc:sldMk cId="1240762161" sldId="302"/>
            <ac:spMk id="68" creationId="{41B0A02E-AE94-B5F3-2AA4-A8A0DCA41AAC}"/>
          </ac:spMkLst>
        </pc:spChg>
        <pc:spChg chg="add mod">
          <ac:chgData name="光汰 齊藤" userId="50845e5bd7423914" providerId="LiveId" clId="{6CE9B3B8-4FE1-5230-B5E3-C1A3EE15ED22}" dt="2026-09-10T03:44:15.194" v="14671" actId="1076"/>
          <ac:spMkLst>
            <pc:docMk/>
            <pc:sldMk cId="1240762161" sldId="302"/>
            <ac:spMk id="72" creationId="{83E93DA2-4762-6204-7542-2A5E51C9D2F3}"/>
          </ac:spMkLst>
        </pc:spChg>
        <pc:graphicFrameChg chg="add mod modGraphic">
          <ac:chgData name="光汰 齊藤" userId="50845e5bd7423914" providerId="LiveId" clId="{6CE9B3B8-4FE1-5230-B5E3-C1A3EE15ED22}" dt="2026-09-12T00:29:56.066" v="19393" actId="400"/>
          <ac:graphicFrameMkLst>
            <pc:docMk/>
            <pc:sldMk cId="1240762161" sldId="302"/>
            <ac:graphicFrameMk id="6" creationId="{479453D8-B703-3277-066A-A19C9ED7C10A}"/>
          </ac:graphicFrameMkLst>
        </pc:graphicFrameChg>
        <pc:graphicFrameChg chg="add mod modGraphic">
          <ac:chgData name="光汰 齊藤" userId="50845e5bd7423914" providerId="LiveId" clId="{6CE9B3B8-4FE1-5230-B5E3-C1A3EE15ED22}" dt="2026-09-12T00:30:03.287" v="19395" actId="1076"/>
          <ac:graphicFrameMkLst>
            <pc:docMk/>
            <pc:sldMk cId="1240762161" sldId="302"/>
            <ac:graphicFrameMk id="7" creationId="{3616C4F2-89B6-4D89-73C2-27870715C7AE}"/>
          </ac:graphicFrameMkLst>
        </pc:graphicFrameChg>
        <pc:picChg chg="add mod">
          <ac:chgData name="光汰 齊藤" userId="50845e5bd7423914" providerId="LiveId" clId="{6CE9B3B8-4FE1-5230-B5E3-C1A3EE15ED22}" dt="2026-09-12T00:22:38.674" v="19331" actId="1076"/>
          <ac:picMkLst>
            <pc:docMk/>
            <pc:sldMk cId="1240762161" sldId="302"/>
            <ac:picMk id="64" creationId="{355F9CBC-295B-9FC8-25A3-0A9FEB1057E5}"/>
          </ac:picMkLst>
        </pc:picChg>
      </pc:sldChg>
      <pc:sldChg chg="addSp delSp modSp new add del mod ord modShow">
        <pc:chgData name="光汰 齊藤" userId="50845e5bd7423914" providerId="LiveId" clId="{6CE9B3B8-4FE1-5230-B5E3-C1A3EE15ED22}" dt="2026-10-04T01:32:05.499" v="19571" actId="20578"/>
        <pc:sldMkLst>
          <pc:docMk/>
          <pc:sldMk cId="2737113053" sldId="303"/>
        </pc:sldMkLst>
        <pc:spChg chg="mod">
          <ac:chgData name="光汰 齊藤" userId="50845e5bd7423914" providerId="LiveId" clId="{6CE9B3B8-4FE1-5230-B5E3-C1A3EE15ED22}" dt="2026-09-10T03:15:19.304" v="14551" actId="20577"/>
          <ac:spMkLst>
            <pc:docMk/>
            <pc:sldMk cId="2737113053" sldId="303"/>
            <ac:spMk id="2" creationId="{E7D5D690-F2D3-DF1D-21F0-825BA940F687}"/>
          </ac:spMkLst>
        </pc:spChg>
        <pc:spChg chg="add mod">
          <ac:chgData name="光汰 齊藤" userId="50845e5bd7423914" providerId="LiveId" clId="{6CE9B3B8-4FE1-5230-B5E3-C1A3EE15ED22}" dt="2026-09-10T04:38:50.318" v="14768" actId="1076"/>
          <ac:spMkLst>
            <pc:docMk/>
            <pc:sldMk cId="2737113053" sldId="303"/>
            <ac:spMk id="31" creationId="{5FA8F46F-442C-C777-6C77-DCFD231B0E07}"/>
          </ac:spMkLst>
        </pc:spChg>
        <pc:spChg chg="add mod">
          <ac:chgData name="光汰 齊藤" userId="50845e5bd7423914" providerId="LiveId" clId="{6CE9B3B8-4FE1-5230-B5E3-C1A3EE15ED22}" dt="2026-09-10T04:47:52.807" v="14835" actId="1076"/>
          <ac:spMkLst>
            <pc:docMk/>
            <pc:sldMk cId="2737113053" sldId="303"/>
            <ac:spMk id="32" creationId="{2B93061C-5650-E80B-29B7-31D972398AB5}"/>
          </ac:spMkLst>
        </pc:spChg>
        <pc:spChg chg="add mod">
          <ac:chgData name="光汰 齊藤" userId="50845e5bd7423914" providerId="LiveId" clId="{6CE9B3B8-4FE1-5230-B5E3-C1A3EE15ED22}" dt="2026-09-10T04:38:45.068" v="14767" actId="1076"/>
          <ac:spMkLst>
            <pc:docMk/>
            <pc:sldMk cId="2737113053" sldId="303"/>
            <ac:spMk id="33" creationId="{3716818A-E941-E4E6-EADD-C1E704543C70}"/>
          </ac:spMkLst>
        </pc:spChg>
        <pc:spChg chg="add mod">
          <ac:chgData name="光汰 齊藤" userId="50845e5bd7423914" providerId="LiveId" clId="{6CE9B3B8-4FE1-5230-B5E3-C1A3EE15ED22}" dt="2026-09-10T04:38:45.068" v="14767" actId="1076"/>
          <ac:spMkLst>
            <pc:docMk/>
            <pc:sldMk cId="2737113053" sldId="303"/>
            <ac:spMk id="34" creationId="{EB17BE5E-6546-EAB2-0C5B-1DA948DEE33F}"/>
          </ac:spMkLst>
        </pc:spChg>
        <pc:spChg chg="add mod">
          <ac:chgData name="光汰 齊藤" userId="50845e5bd7423914" providerId="LiveId" clId="{6CE9B3B8-4FE1-5230-B5E3-C1A3EE15ED22}" dt="2026-09-10T04:47:38.093" v="14829" actId="14100"/>
          <ac:spMkLst>
            <pc:docMk/>
            <pc:sldMk cId="2737113053" sldId="303"/>
            <ac:spMk id="39" creationId="{B831764D-5983-197F-6E27-B022A1730DA3}"/>
          </ac:spMkLst>
        </pc:spChg>
        <pc:spChg chg="add mod">
          <ac:chgData name="光汰 齊藤" userId="50845e5bd7423914" providerId="LiveId" clId="{6CE9B3B8-4FE1-5230-B5E3-C1A3EE15ED22}" dt="2026-09-10T04:47:38.093" v="14829" actId="14100"/>
          <ac:spMkLst>
            <pc:docMk/>
            <pc:sldMk cId="2737113053" sldId="303"/>
            <ac:spMk id="40" creationId="{19BD875B-9CB2-2329-3137-99715A46DA44}"/>
          </ac:spMkLst>
        </pc:spChg>
        <pc:spChg chg="add mod">
          <ac:chgData name="光汰 齊藤" userId="50845e5bd7423914" providerId="LiveId" clId="{6CE9B3B8-4FE1-5230-B5E3-C1A3EE15ED22}" dt="2026-09-12T00:11:59.085" v="18921" actId="20577"/>
          <ac:spMkLst>
            <pc:docMk/>
            <pc:sldMk cId="2737113053" sldId="303"/>
            <ac:spMk id="41" creationId="{6749CD11-F9A6-16FB-AFE3-7C891995DBA1}"/>
          </ac:spMkLst>
        </pc:spChg>
        <pc:spChg chg="add mod">
          <ac:chgData name="光汰 齊藤" userId="50845e5bd7423914" providerId="LiveId" clId="{6CE9B3B8-4FE1-5230-B5E3-C1A3EE15ED22}" dt="2026-09-10T05:53:34.913" v="15148" actId="1076"/>
          <ac:spMkLst>
            <pc:docMk/>
            <pc:sldMk cId="2737113053" sldId="303"/>
            <ac:spMk id="42" creationId="{41D67812-7CD2-1842-546E-77E046F231BB}"/>
          </ac:spMkLst>
        </pc:spChg>
        <pc:spChg chg="add mod">
          <ac:chgData name="光汰 齊藤" userId="50845e5bd7423914" providerId="LiveId" clId="{6CE9B3B8-4FE1-5230-B5E3-C1A3EE15ED22}" dt="2026-09-12T00:13:09.782" v="18947" actId="14100"/>
          <ac:spMkLst>
            <pc:docMk/>
            <pc:sldMk cId="2737113053" sldId="303"/>
            <ac:spMk id="43" creationId="{2A317DE5-2F75-4EA2-EAB7-55255A7B1472}"/>
          </ac:spMkLst>
        </pc:spChg>
        <pc:spChg chg="add mod">
          <ac:chgData name="光汰 齊藤" userId="50845e5bd7423914" providerId="LiveId" clId="{6CE9B3B8-4FE1-5230-B5E3-C1A3EE15ED22}" dt="2026-09-10T05:53:37.408" v="15149" actId="1076"/>
          <ac:spMkLst>
            <pc:docMk/>
            <pc:sldMk cId="2737113053" sldId="303"/>
            <ac:spMk id="44" creationId="{8641DC2B-028C-75E0-DF40-FAB87DF3F935}"/>
          </ac:spMkLst>
        </pc:spChg>
        <pc:spChg chg="add mod">
          <ac:chgData name="光汰 齊藤" userId="50845e5bd7423914" providerId="LiveId" clId="{6CE9B3B8-4FE1-5230-B5E3-C1A3EE15ED22}" dt="2026-09-10T05:56:28.588" v="15218" actId="1076"/>
          <ac:spMkLst>
            <pc:docMk/>
            <pc:sldMk cId="2737113053" sldId="303"/>
            <ac:spMk id="45" creationId="{EB586243-5E7E-A465-5687-A48D5C9CDC1D}"/>
          </ac:spMkLst>
        </pc:spChg>
        <pc:spChg chg="add mod">
          <ac:chgData name="光汰 齊藤" userId="50845e5bd7423914" providerId="LiveId" clId="{6CE9B3B8-4FE1-5230-B5E3-C1A3EE15ED22}" dt="2026-09-12T00:13:02.533" v="18945" actId="20577"/>
          <ac:spMkLst>
            <pc:docMk/>
            <pc:sldMk cId="2737113053" sldId="303"/>
            <ac:spMk id="46" creationId="{FC158977-053D-000A-7341-5C6DC6091DA0}"/>
          </ac:spMkLst>
        </pc:spChg>
        <pc:spChg chg="add mod">
          <ac:chgData name="光汰 齊藤" userId="50845e5bd7423914" providerId="LiveId" clId="{6CE9B3B8-4FE1-5230-B5E3-C1A3EE15ED22}" dt="2026-09-10T05:58:54.066" v="15318" actId="20577"/>
          <ac:spMkLst>
            <pc:docMk/>
            <pc:sldMk cId="2737113053" sldId="303"/>
            <ac:spMk id="47" creationId="{27F3C52C-ED01-CF65-FEA8-8BAF43F5C727}"/>
          </ac:spMkLst>
        </pc:spChg>
        <pc:spChg chg="add mod">
          <ac:chgData name="光汰 齊藤" userId="50845e5bd7423914" providerId="LiveId" clId="{6CE9B3B8-4FE1-5230-B5E3-C1A3EE15ED22}" dt="2026-09-12T00:13:32.586" v="18954" actId="1037"/>
          <ac:spMkLst>
            <pc:docMk/>
            <pc:sldMk cId="2737113053" sldId="303"/>
            <ac:spMk id="48" creationId="{1F84D813-2BA2-1A53-2AEE-7CE8A94DA4A2}"/>
          </ac:spMkLst>
        </pc:spChg>
        <pc:spChg chg="add mod">
          <ac:chgData name="光汰 齊藤" userId="50845e5bd7423914" providerId="LiveId" clId="{6CE9B3B8-4FE1-5230-B5E3-C1A3EE15ED22}" dt="2026-09-10T05:59:20.113" v="15324" actId="1076"/>
          <ac:spMkLst>
            <pc:docMk/>
            <pc:sldMk cId="2737113053" sldId="303"/>
            <ac:spMk id="49" creationId="{24D30816-D102-02CB-825A-E62561E3C642}"/>
          </ac:spMkLst>
        </pc:spChg>
        <pc:picChg chg="add mod">
          <ac:chgData name="光汰 齊藤" userId="50845e5bd7423914" providerId="LiveId" clId="{6CE9B3B8-4FE1-5230-B5E3-C1A3EE15ED22}" dt="2026-09-10T04:39:08.183" v="14771" actId="1076"/>
          <ac:picMkLst>
            <pc:docMk/>
            <pc:sldMk cId="2737113053" sldId="303"/>
            <ac:picMk id="37" creationId="{C14FF82D-F6A1-5E52-26EF-9F441674D76E}"/>
          </ac:picMkLst>
        </pc:picChg>
        <pc:picChg chg="add mod">
          <ac:chgData name="光汰 齊藤" userId="50845e5bd7423914" providerId="LiveId" clId="{6CE9B3B8-4FE1-5230-B5E3-C1A3EE15ED22}" dt="2026-09-10T04:39:01.298" v="14770" actId="1076"/>
          <ac:picMkLst>
            <pc:docMk/>
            <pc:sldMk cId="2737113053" sldId="303"/>
            <ac:picMk id="38" creationId="{BC9DDA72-3A21-F8B9-37B9-D255B25F9433}"/>
          </ac:picMkLst>
        </pc:picChg>
      </pc:sldChg>
      <pc:sldChg chg="add del mod modShow">
        <pc:chgData name="光汰 齊藤" userId="50845e5bd7423914" providerId="LiveId" clId="{6CE9B3B8-4FE1-5230-B5E3-C1A3EE15ED22}" dt="2026-10-04T01:31:10.386" v="19563" actId="2696"/>
        <pc:sldMkLst>
          <pc:docMk/>
          <pc:sldMk cId="1862812600" sldId="305"/>
        </pc:sldMkLst>
      </pc:sldChg>
      <pc:sldChg chg="modSp add del mod ord modShow">
        <pc:chgData name="光汰 齊藤" userId="50845e5bd7423914" providerId="LiveId" clId="{6CE9B3B8-4FE1-5230-B5E3-C1A3EE15ED22}" dt="2026-10-04T01:32:05.499" v="19571" actId="20578"/>
        <pc:sldMkLst>
          <pc:docMk/>
          <pc:sldMk cId="548788537" sldId="306"/>
        </pc:sldMkLst>
        <pc:spChg chg="mod">
          <ac:chgData name="光汰 齊藤" userId="50845e5bd7423914" providerId="LiveId" clId="{6CE9B3B8-4FE1-5230-B5E3-C1A3EE15ED22}" dt="2026-09-10T04:46:32.985" v="14783" actId="208"/>
          <ac:spMkLst>
            <pc:docMk/>
            <pc:sldMk cId="548788537" sldId="306"/>
            <ac:spMk id="5" creationId="{42733674-57B9-DC58-6153-ED89D243C9DB}"/>
          </ac:spMkLst>
        </pc:spChg>
        <pc:spChg chg="mod">
          <ac:chgData name="光汰 齊藤" userId="50845e5bd7423914" providerId="LiveId" clId="{6CE9B3B8-4FE1-5230-B5E3-C1A3EE15ED22}" dt="2026-09-10T04:46:39.977" v="14784" actId="207"/>
          <ac:spMkLst>
            <pc:docMk/>
            <pc:sldMk cId="548788537" sldId="306"/>
            <ac:spMk id="6" creationId="{89E8E9D6-3354-5D15-F078-1D8EE34E4001}"/>
          </ac:spMkLst>
        </pc:spChg>
        <pc:spChg chg="mod">
          <ac:chgData name="光汰 齊藤" userId="50845e5bd7423914" providerId="LiveId" clId="{6CE9B3B8-4FE1-5230-B5E3-C1A3EE15ED22}" dt="2026-09-10T05:51:19.719" v="15139" actId="207"/>
          <ac:spMkLst>
            <pc:docMk/>
            <pc:sldMk cId="548788537" sldId="306"/>
            <ac:spMk id="9" creationId="{1A557330-59BF-D73E-BC38-FF3434F3FD13}"/>
          </ac:spMkLst>
        </pc:spChg>
        <pc:spChg chg="mod">
          <ac:chgData name="光汰 齊藤" userId="50845e5bd7423914" providerId="LiveId" clId="{6CE9B3B8-4FE1-5230-B5E3-C1A3EE15ED22}" dt="2026-09-10T05:51:24.987" v="15145"/>
          <ac:spMkLst>
            <pc:docMk/>
            <pc:sldMk cId="548788537" sldId="306"/>
            <ac:spMk id="10" creationId="{294B8967-29FC-B3DC-795F-DDEDCF2AF94A}"/>
          </ac:spMkLst>
        </pc:spChg>
        <pc:spChg chg="mod">
          <ac:chgData name="光汰 齊藤" userId="50845e5bd7423914" providerId="LiveId" clId="{6CE9B3B8-4FE1-5230-B5E3-C1A3EE15ED22}" dt="2026-09-10T04:46:32.985" v="14783" actId="208"/>
          <ac:spMkLst>
            <pc:docMk/>
            <pc:sldMk cId="548788537" sldId="306"/>
            <ac:spMk id="11" creationId="{59D4B2FC-D2F6-8054-DFD6-78CE2F5BC29D}"/>
          </ac:spMkLst>
        </pc:spChg>
        <pc:spChg chg="mod">
          <ac:chgData name="光汰 齊藤" userId="50845e5bd7423914" providerId="LiveId" clId="{6CE9B3B8-4FE1-5230-B5E3-C1A3EE15ED22}" dt="2026-09-10T04:46:39.977" v="14784" actId="207"/>
          <ac:spMkLst>
            <pc:docMk/>
            <pc:sldMk cId="548788537" sldId="306"/>
            <ac:spMk id="12" creationId="{B9F12472-AEA4-DDA7-F552-5046FF0F3436}"/>
          </ac:spMkLst>
        </pc:spChg>
      </pc:sldChg>
      <pc:sldChg chg="addSp delSp modSp add del mod ord modShow">
        <pc:chgData name="光汰 齊藤" userId="50845e5bd7423914" providerId="LiveId" clId="{6CE9B3B8-4FE1-5230-B5E3-C1A3EE15ED22}" dt="2026-10-04T01:32:05.499" v="19571" actId="20578"/>
        <pc:sldMkLst>
          <pc:docMk/>
          <pc:sldMk cId="2208643470" sldId="307"/>
        </pc:sldMkLst>
        <pc:spChg chg="mod">
          <ac:chgData name="光汰 齊藤" userId="50845e5bd7423914" providerId="LiveId" clId="{6CE9B3B8-4FE1-5230-B5E3-C1A3EE15ED22}" dt="2026-09-10T06:36:01.611" v="16485" actId="20577"/>
          <ac:spMkLst>
            <pc:docMk/>
            <pc:sldMk cId="2208643470" sldId="307"/>
            <ac:spMk id="2" creationId="{15426E59-E2B3-427A-DD55-5496C8CAC960}"/>
          </ac:spMkLst>
        </pc:spChg>
        <pc:spChg chg="mod">
          <ac:chgData name="光汰 齊藤" userId="50845e5bd7423914" providerId="LiveId" clId="{6CE9B3B8-4FE1-5230-B5E3-C1A3EE15ED22}" dt="2026-09-10T07:49:35.731" v="17901" actId="1076"/>
          <ac:spMkLst>
            <pc:docMk/>
            <pc:sldMk cId="2208643470" sldId="307"/>
            <ac:spMk id="15" creationId="{A0B51D05-73AE-0629-7B47-9F6641115D97}"/>
          </ac:spMkLst>
        </pc:spChg>
        <pc:spChg chg="add mod">
          <ac:chgData name="光汰 齊藤" userId="50845e5bd7423914" providerId="LiveId" clId="{6CE9B3B8-4FE1-5230-B5E3-C1A3EE15ED22}" dt="2026-09-10T08:22:15.409" v="18181" actId="208"/>
          <ac:spMkLst>
            <pc:docMk/>
            <pc:sldMk cId="2208643470" sldId="307"/>
            <ac:spMk id="16" creationId="{D4546335-DDE5-5A3D-B7ED-EC75518BE0D9}"/>
          </ac:spMkLst>
        </pc:spChg>
        <pc:spChg chg="add mod">
          <ac:chgData name="光汰 齊藤" userId="50845e5bd7423914" providerId="LiveId" clId="{6CE9B3B8-4FE1-5230-B5E3-C1A3EE15ED22}" dt="2026-09-10T08:22:09.651" v="18180" actId="207"/>
          <ac:spMkLst>
            <pc:docMk/>
            <pc:sldMk cId="2208643470" sldId="307"/>
            <ac:spMk id="17" creationId="{7D4DECDA-E610-02BC-5D73-D5F1C279B46A}"/>
          </ac:spMkLst>
        </pc:spChg>
        <pc:spChg chg="add mod">
          <ac:chgData name="光汰 齊藤" userId="50845e5bd7423914" providerId="LiveId" clId="{6CE9B3B8-4FE1-5230-B5E3-C1A3EE15ED22}" dt="2026-09-10T08:21:56.843" v="18178" actId="208"/>
          <ac:spMkLst>
            <pc:docMk/>
            <pc:sldMk cId="2208643470" sldId="307"/>
            <ac:spMk id="18" creationId="{1BD81316-B46C-4E5F-3094-517ED91C524F}"/>
          </ac:spMkLst>
        </pc:spChg>
        <pc:spChg chg="add mod">
          <ac:chgData name="光汰 齊藤" userId="50845e5bd7423914" providerId="LiveId" clId="{6CE9B3B8-4FE1-5230-B5E3-C1A3EE15ED22}" dt="2026-09-10T08:10:35.221" v="17907" actId="1076"/>
          <ac:spMkLst>
            <pc:docMk/>
            <pc:sldMk cId="2208643470" sldId="307"/>
            <ac:spMk id="19" creationId="{60D494EF-E04C-422E-1E46-953F479E19FA}"/>
          </ac:spMkLst>
        </pc:spChg>
        <pc:spChg chg="add mod">
          <ac:chgData name="光汰 齊藤" userId="50845e5bd7423914" providerId="LiveId" clId="{6CE9B3B8-4FE1-5230-B5E3-C1A3EE15ED22}" dt="2026-09-10T08:10:35.221" v="17907" actId="1076"/>
          <ac:spMkLst>
            <pc:docMk/>
            <pc:sldMk cId="2208643470" sldId="307"/>
            <ac:spMk id="21" creationId="{07D79530-5CF0-B103-F599-C7772A93E210}"/>
          </ac:spMkLst>
        </pc:spChg>
        <pc:spChg chg="add mod">
          <ac:chgData name="光汰 齊藤" userId="50845e5bd7423914" providerId="LiveId" clId="{6CE9B3B8-4FE1-5230-B5E3-C1A3EE15ED22}" dt="2026-09-10T08:21:07.213" v="18169" actId="208"/>
          <ac:spMkLst>
            <pc:docMk/>
            <pc:sldMk cId="2208643470" sldId="307"/>
            <ac:spMk id="22" creationId="{901CCA82-82EC-4924-7D72-5A5096A4848C}"/>
          </ac:spMkLst>
        </pc:spChg>
        <pc:spChg chg="add mod">
          <ac:chgData name="光汰 齊藤" userId="50845e5bd7423914" providerId="LiveId" clId="{6CE9B3B8-4FE1-5230-B5E3-C1A3EE15ED22}" dt="2026-09-10T08:22:05.057" v="18179" actId="207"/>
          <ac:spMkLst>
            <pc:docMk/>
            <pc:sldMk cId="2208643470" sldId="307"/>
            <ac:spMk id="23" creationId="{BD67F7BF-DC76-2A4E-AC28-614A263DEE2E}"/>
          </ac:spMkLst>
        </pc:spChg>
        <pc:spChg chg="add mod">
          <ac:chgData name="光汰 齊藤" userId="50845e5bd7423914" providerId="LiveId" clId="{6CE9B3B8-4FE1-5230-B5E3-C1A3EE15ED22}" dt="2026-09-10T08:22:05.057" v="18179" actId="207"/>
          <ac:spMkLst>
            <pc:docMk/>
            <pc:sldMk cId="2208643470" sldId="307"/>
            <ac:spMk id="24" creationId="{79631E42-4C86-8A61-708B-BDD7AB2F683B}"/>
          </ac:spMkLst>
        </pc:spChg>
        <pc:spChg chg="add mod">
          <ac:chgData name="光汰 齊藤" userId="50845e5bd7423914" providerId="LiveId" clId="{6CE9B3B8-4FE1-5230-B5E3-C1A3EE15ED22}" dt="2026-09-10T08:22:05.057" v="18179" actId="207"/>
          <ac:spMkLst>
            <pc:docMk/>
            <pc:sldMk cId="2208643470" sldId="307"/>
            <ac:spMk id="25" creationId="{ED8DF4A9-1F75-A9EA-D110-73E85BEAE2CC}"/>
          </ac:spMkLst>
        </pc:spChg>
        <pc:spChg chg="add mod">
          <ac:chgData name="光汰 齊藤" userId="50845e5bd7423914" providerId="LiveId" clId="{6CE9B3B8-4FE1-5230-B5E3-C1A3EE15ED22}" dt="2026-09-10T08:22:05.057" v="18179" actId="207"/>
          <ac:spMkLst>
            <pc:docMk/>
            <pc:sldMk cId="2208643470" sldId="307"/>
            <ac:spMk id="26" creationId="{BAE9B3B3-0F32-7C41-1CDF-6DA886C3582C}"/>
          </ac:spMkLst>
        </pc:spChg>
      </pc:sldChg>
      <pc:sldChg chg="delSp modSp add del mod ord modShow">
        <pc:chgData name="光汰 齊藤" userId="50845e5bd7423914" providerId="LiveId" clId="{6CE9B3B8-4FE1-5230-B5E3-C1A3EE15ED22}" dt="2026-10-04T01:32:05.499" v="19571" actId="20578"/>
        <pc:sldMkLst>
          <pc:docMk/>
          <pc:sldMk cId="2587131814" sldId="308"/>
        </pc:sldMkLst>
        <pc:spChg chg="mod">
          <ac:chgData name="光汰 齊藤" userId="50845e5bd7423914" providerId="LiveId" clId="{6CE9B3B8-4FE1-5230-B5E3-C1A3EE15ED22}" dt="2026-09-10T08:22:22.688" v="18182" actId="208"/>
          <ac:spMkLst>
            <pc:docMk/>
            <pc:sldMk cId="2587131814" sldId="308"/>
            <ac:spMk id="18" creationId="{88DD3EE1-D349-B9CE-9822-3C7BBFD5758F}"/>
          </ac:spMkLst>
        </pc:spChg>
        <pc:spChg chg="mod">
          <ac:chgData name="光汰 齊藤" userId="50845e5bd7423914" providerId="LiveId" clId="{6CE9B3B8-4FE1-5230-B5E3-C1A3EE15ED22}" dt="2026-09-10T08:21:16.894" v="18170" actId="207"/>
          <ac:spMkLst>
            <pc:docMk/>
            <pc:sldMk cId="2587131814" sldId="308"/>
            <ac:spMk id="19" creationId="{1DCE5C55-6DC3-5A89-1370-EA15821CEF45}"/>
          </ac:spMkLst>
        </pc:spChg>
        <pc:spChg chg="mod">
          <ac:chgData name="光汰 齊藤" userId="50845e5bd7423914" providerId="LiveId" clId="{6CE9B3B8-4FE1-5230-B5E3-C1A3EE15ED22}" dt="2026-09-10T08:21:16.894" v="18170" actId="207"/>
          <ac:spMkLst>
            <pc:docMk/>
            <pc:sldMk cId="2587131814" sldId="308"/>
            <ac:spMk id="21" creationId="{61AC4A8E-1435-CB7E-5B6C-36DCCDF0B29D}"/>
          </ac:spMkLst>
        </pc:spChg>
        <pc:spChg chg="mod">
          <ac:chgData name="光汰 齊藤" userId="50845e5bd7423914" providerId="LiveId" clId="{6CE9B3B8-4FE1-5230-B5E3-C1A3EE15ED22}" dt="2026-09-10T08:22:22.688" v="18182" actId="208"/>
          <ac:spMkLst>
            <pc:docMk/>
            <pc:sldMk cId="2587131814" sldId="308"/>
            <ac:spMk id="22" creationId="{598CAF7F-5ABC-DCC8-A536-DC3E366AC013}"/>
          </ac:spMkLst>
        </pc:spChg>
        <pc:spChg chg="mod">
          <ac:chgData name="光汰 齊藤" userId="50845e5bd7423914" providerId="LiveId" clId="{6CE9B3B8-4FE1-5230-B5E3-C1A3EE15ED22}" dt="2026-09-10T08:21:16.894" v="18170" actId="207"/>
          <ac:spMkLst>
            <pc:docMk/>
            <pc:sldMk cId="2587131814" sldId="308"/>
            <ac:spMk id="23" creationId="{3674BADF-9B28-DD5D-7EAA-7F99CF0FFE31}"/>
          </ac:spMkLst>
        </pc:spChg>
      </pc:sldChg>
      <pc:sldChg chg="del">
        <pc:chgData name="光汰 齊藤" userId="50845e5bd7423914" providerId="LiveId" clId="{6CE9B3B8-4FE1-5230-B5E3-C1A3EE15ED22}" dt="2026-10-04T01:31:10.766" v="19564" actId="2696"/>
        <pc:sldMkLst>
          <pc:docMk/>
          <pc:sldMk cId="3641088539" sldId="309"/>
        </pc:sldMkLst>
      </pc:sldChg>
      <pc:sldChg chg="modSp mod ord modShow">
        <pc:chgData name="光汰 齊藤" userId="50845e5bd7423914" providerId="LiveId" clId="{6CE9B3B8-4FE1-5230-B5E3-C1A3EE15ED22}" dt="2026-10-04T01:32:05.499" v="19571" actId="20578"/>
        <pc:sldMkLst>
          <pc:docMk/>
          <pc:sldMk cId="682351120" sldId="313"/>
        </pc:sldMkLst>
        <pc:spChg chg="mod">
          <ac:chgData name="光汰 齊藤" userId="50845e5bd7423914" providerId="LiveId" clId="{6CE9B3B8-4FE1-5230-B5E3-C1A3EE15ED22}" dt="2026-09-12T00:33:00.721" v="19428" actId="1076"/>
          <ac:spMkLst>
            <pc:docMk/>
            <pc:sldMk cId="682351120" sldId="313"/>
            <ac:spMk id="33" creationId="{5164B46F-FBDE-C26A-6AF5-8D06E5DEDB6A}"/>
          </ac:spMkLst>
        </pc:spChg>
      </pc:sldChg>
      <pc:sldChg chg="del">
        <pc:chgData name="光汰 齊藤" userId="50845e5bd7423914" providerId="LiveId" clId="{6CE9B3B8-4FE1-5230-B5E3-C1A3EE15ED22}" dt="2026-10-04T01:31:11.078" v="19565" actId="2696"/>
        <pc:sldMkLst>
          <pc:docMk/>
          <pc:sldMk cId="3033466038" sldId="314"/>
        </pc:sldMkLst>
      </pc:sldChg>
      <pc:sldChg chg="del">
        <pc:chgData name="光汰 齊藤" userId="50845e5bd7423914" providerId="LiveId" clId="{6CE9B3B8-4FE1-5230-B5E3-C1A3EE15ED22}" dt="2026-10-04T01:31:11.959" v="19568" actId="2696"/>
        <pc:sldMkLst>
          <pc:docMk/>
          <pc:sldMk cId="2741414726" sldId="317"/>
        </pc:sldMkLst>
      </pc:sldChg>
      <pc:sldChg chg="addSp modSp new del mod modShow">
        <pc:chgData name="光汰 齊藤" userId="50845e5bd7423914" providerId="LiveId" clId="{6CE9B3B8-4FE1-5230-B5E3-C1A3EE15ED22}" dt="2026-10-04T01:31:11.292" v="19566" actId="2696"/>
        <pc:sldMkLst>
          <pc:docMk/>
          <pc:sldMk cId="3961360075" sldId="320"/>
        </pc:sldMkLst>
      </pc:sldChg>
      <pc:sldChg chg="addSp modSp new del mod modShow">
        <pc:chgData name="光汰 齊藤" userId="50845e5bd7423914" providerId="LiveId" clId="{6CE9B3B8-4FE1-5230-B5E3-C1A3EE15ED22}" dt="2026-10-04T01:31:11.511" v="19567" actId="2696"/>
        <pc:sldMkLst>
          <pc:docMk/>
          <pc:sldMk cId="2643472996" sldId="321"/>
        </pc:sldMkLst>
      </pc:sldChg>
      <pc:sldChg chg="del">
        <pc:chgData name="光汰 齊藤" userId="50845e5bd7423914" providerId="LiveId" clId="{6CE9B3B8-4FE1-5230-B5E3-C1A3EE15ED22}" dt="2026-10-04T02:07:25.308" v="19596" actId="2696"/>
        <pc:sldMkLst>
          <pc:docMk/>
          <pc:sldMk cId="2005609620" sldId="322"/>
        </pc:sldMkLst>
      </pc:sldChg>
      <pc:sldChg chg="modSp new mod">
        <pc:chgData name="光汰 齊藤" userId="50845e5bd7423914" providerId="LiveId" clId="{6CE9B3B8-4FE1-5230-B5E3-C1A3EE15ED22}" dt="2026-10-04T02:07:22.924" v="19595" actId="20577"/>
        <pc:sldMkLst>
          <pc:docMk/>
          <pc:sldMk cId="1666369149" sldId="323"/>
        </pc:sldMkLst>
        <pc:spChg chg="mod">
          <ac:chgData name="光汰 齊藤" userId="50845e5bd7423914" providerId="LiveId" clId="{6CE9B3B8-4FE1-5230-B5E3-C1A3EE15ED22}" dt="2026-10-04T02:07:22.924" v="19595" actId="20577"/>
          <ac:spMkLst>
            <pc:docMk/>
            <pc:sldMk cId="1666369149" sldId="323"/>
            <ac:spMk id="2" creationId="{AD14D1EF-BEB0-79E4-29D3-A187C14C9AA3}"/>
          </ac:spMkLst>
        </pc:spChg>
      </pc:sldChg>
      <pc:sldChg chg="new">
        <pc:chgData name="光汰 齊藤" userId="50845e5bd7423914" providerId="LiveId" clId="{6CE9B3B8-4FE1-5230-B5E3-C1A3EE15ED22}" dt="2026-10-04T02:07:26.188" v="19597" actId="680"/>
        <pc:sldMkLst>
          <pc:docMk/>
          <pc:sldMk cId="3568186872" sldId="324"/>
        </pc:sldMkLst>
      </pc:sldChg>
      <pc:sldChg chg="new">
        <pc:chgData name="光汰 齊藤" userId="50845e5bd7423914" providerId="LiveId" clId="{6CE9B3B8-4FE1-5230-B5E3-C1A3EE15ED22}" dt="2026-10-04T02:07:26.488" v="19598" actId="680"/>
        <pc:sldMkLst>
          <pc:docMk/>
          <pc:sldMk cId="2652212463" sldId="325"/>
        </pc:sldMkLst>
      </pc:sldChg>
    </pc:docChg>
  </pc:docChgLst>
</pc:chgInfo>
</file>

<file path=ppt/copula/notesMasters/_rels/notesMaster1.xml.rels><?xml version='1.0' encoding='UTF-8' standalone='yes'?>
<Relationships xmlns="http://schemas.openxmlformats.org/package/2006/relationships"><Relationship Type="http://schemas.openxmlformats.org/officeDocument/2006/relationships/theme" Target="theme/theme3.xml" Id="R462821bca8224fba"/></Relationships>
</file>

<file path=ppt/copula/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copula/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notesSlides/_rels/notesSlide1.xml.rels><?xml version='1.0' encoding='UTF-8' standalone='yes'?>
<Relationships xmlns="http://schemas.openxmlformats.org/package/2006/relationships"><Relationship Type="http://schemas.openxmlformats.org/officeDocument/2006/relationships/slide" Target="../../slides/slide101.xml" Id="R5f32fa4abcf44d42"/><Relationship Type="http://schemas.openxmlformats.org/officeDocument/2006/relationships/notesMaster" Target="../notesMasters/notesMaster1.xml" Id="R476de21c803a4265"/></Relationships>
</file>

<file path=ppt/copula/notesSlides/_rels/notesSlide2.xml.rels><?xml version='1.0' encoding='UTF-8' standalone='yes'?>
<Relationships xmlns="http://schemas.openxmlformats.org/package/2006/relationships"><Relationship Type="http://schemas.openxmlformats.org/officeDocument/2006/relationships/slide" Target="../../slides/slide102.xml" Id="R442e567426ba4255"/><Relationship Type="http://schemas.openxmlformats.org/officeDocument/2006/relationships/notesMaster" Target="../notesMasters/notesMaster1.xml" Id="Rac310de823fc4ce5"/></Relationships>
</file>

<file path=ppt/copula/notesSlides/_rels/notesSlide3.xml.rels><?xml version='1.0' encoding='UTF-8' standalone='yes'?>
<Relationships xmlns="http://schemas.openxmlformats.org/package/2006/relationships"><Relationship Type="http://schemas.openxmlformats.org/officeDocument/2006/relationships/slide" Target="../../slides/slide103.xml" Id="R95195455a37742c0"/><Relationship Type="http://schemas.openxmlformats.org/officeDocument/2006/relationships/notesMaster" Target="../notesMasters/notesMaster1.xml" Id="Rbb82ccf7e3ee4010"/></Relationships>
</file>

<file path=ppt/copula/notesSlides/_rels/notesSlide4.xml.rels><?xml version='1.0' encoding='UTF-8' standalone='yes'?>
<Relationships xmlns="http://schemas.openxmlformats.org/package/2006/relationships"><Relationship Type="http://schemas.openxmlformats.org/officeDocument/2006/relationships/slide" Target="../../slides/slide104.xml" Id="R540979f9222a403a"/><Relationship Type="http://schemas.openxmlformats.org/officeDocument/2006/relationships/notesMaster" Target="../notesMasters/notesMaster1.xml" Id="Ra323ef8d10414709"/></Relationships>
</file>

<file path=ppt/copula/notesSlides/_rels/notesSlide5.xml.rels><?xml version='1.0' encoding='UTF-8' standalone='yes'?>
<Relationships xmlns="http://schemas.openxmlformats.org/package/2006/relationships"><Relationship Type="http://schemas.openxmlformats.org/officeDocument/2006/relationships/slide" Target="../../slides/slide105.xml" Id="R0e26554b61e645a5"/><Relationship Type="http://schemas.openxmlformats.org/officeDocument/2006/relationships/notesMaster" Target="../notesMasters/notesMaster1.xml" Id="R32b7cb751c75423f"/></Relationships>
</file>

<file path=ppt/copula/notesSlides/_rels/notesSlide6.xml.rels><?xml version='1.0' encoding='UTF-8' standalone='yes'?>
<Relationships xmlns="http://schemas.openxmlformats.org/package/2006/relationships"><Relationship Type="http://schemas.openxmlformats.org/officeDocument/2006/relationships/slide" Target="../../slides/slide106.xml" Id="Rf79c234af7e44455"/><Relationship Type="http://schemas.openxmlformats.org/officeDocument/2006/relationships/notesMaster" Target="../notesMasters/notesMaster1.xml" Id="Rd407d3021b9e4437"/></Relationships>
</file>

<file path=ppt/copula/notesSlides/_rels/notesSlide7.xml.rels><?xml version='1.0' encoding='UTF-8' standalone='yes'?>
<Relationships xmlns="http://schemas.openxmlformats.org/package/2006/relationships"><Relationship Type="http://schemas.openxmlformats.org/officeDocument/2006/relationships/slide" Target="../../slides/slide107.xml" Id="Rd4db63f0fd5b49dd"/><Relationship Type="http://schemas.openxmlformats.org/officeDocument/2006/relationships/notesMaster" Target="../notesMasters/notesMaster1.xml" Id="Rb7b50ff7cec54b0d"/></Relationships>
</file>

<file path=ppt/copula/notesSlides/_rels/notesSlide8.xml.rels><?xml version='1.0' encoding='UTF-8' standalone='yes'?>
<Relationships xmlns="http://schemas.openxmlformats.org/package/2006/relationships"><Relationship Type="http://schemas.openxmlformats.org/officeDocument/2006/relationships/slide" Target="../../slides/slide108.xml" Id="R3347db36f9964695"/><Relationship Type="http://schemas.openxmlformats.org/officeDocument/2006/relationships/notesMaster" Target="../notesMasters/notesMaster1.xml" Id="Rabf3882b922e4a99"/></Relationships>
</file>

<file path=ppt/copula/notesSlides/_rels/notesSlide9.xml.rels><?xml version='1.0' encoding='UTF-8' standalone='yes'?>
<Relationships xmlns="http://schemas.openxmlformats.org/package/2006/relationships"><Relationship Type="http://schemas.openxmlformats.org/officeDocument/2006/relationships/slide" Target="../../slides/slide109.xml" Id="Rfef7a6735d4f4f46"/><Relationship Type="http://schemas.openxmlformats.org/officeDocument/2006/relationships/notesMaster" Target="../notesMasters/notesMaster1.xml" Id="R32ed95cac4444492"/></Relationships>
</file>

<file path=ppt/copula/notesSlides/_rels/notesSlide10.xml.rels><?xml version='1.0' encoding='UTF-8' standalone='yes'?>
<Relationships xmlns="http://schemas.openxmlformats.org/package/2006/relationships"><Relationship Type="http://schemas.openxmlformats.org/officeDocument/2006/relationships/slide" Target="../../slides/slide110.xml" Id="Reaf7df74f0c24789"/><Relationship Type="http://schemas.openxmlformats.org/officeDocument/2006/relationships/notesMaster" Target="../notesMasters/notesMaster1.xml" Id="R2556b0e0a6e54d08"/></Relationships>
</file>

<file path=ppt/copula/notesSlides/_rels/notesSlide11.xml.rels><?xml version='1.0' encoding='UTF-8' standalone='yes'?>
<Relationships xmlns="http://schemas.openxmlformats.org/package/2006/relationships"><Relationship Type="http://schemas.openxmlformats.org/officeDocument/2006/relationships/slide" Target="../../slides/slide111.xml" Id="Rb71c901f68414df1"/><Relationship Type="http://schemas.openxmlformats.org/officeDocument/2006/relationships/notesMaster" Target="../notesMasters/notesMaster1.xml" Id="Rb37f618989a543d6"/></Relationships>
</file>

<file path=ppt/copula/notesSlides/_rels/notesSlide12.xml.rels><?xml version='1.0' encoding='UTF-8' standalone='yes'?>
<Relationships xmlns="http://schemas.openxmlformats.org/package/2006/relationships"><Relationship Type="http://schemas.openxmlformats.org/officeDocument/2006/relationships/slide" Target="../../slides/slide112.xml" Id="R52f465a543cc47a9"/><Relationship Type="http://schemas.openxmlformats.org/officeDocument/2006/relationships/notesMaster" Target="../notesMasters/notesMaster1.xml" Id="R600043de13d04aa8"/></Relationships>
</file>

<file path=ppt/copula/notesSlides/_rels/notesSlide13.xml.rels><?xml version='1.0' encoding='UTF-8' standalone='yes'?>
<Relationships xmlns="http://schemas.openxmlformats.org/package/2006/relationships"><Relationship Type="http://schemas.openxmlformats.org/officeDocument/2006/relationships/slide" Target="../../slides/slide113.xml" Id="R33d1f03048a945de"/><Relationship Type="http://schemas.openxmlformats.org/officeDocument/2006/relationships/notesMaster" Target="../notesMasters/notesMaster1.xml" Id="Rcf60634a094b450c"/></Relationships>
</file>

<file path=ppt/copula/notesSlides/_rels/notesSlide14.xml.rels><?xml version='1.0' encoding='UTF-8' standalone='yes'?>
<Relationships xmlns="http://schemas.openxmlformats.org/package/2006/relationships"><Relationship Type="http://schemas.openxmlformats.org/officeDocument/2006/relationships/slide" Target="../../slides/slide114.xml" Id="R50cc173f92ca46f2"/><Relationship Type="http://schemas.openxmlformats.org/officeDocument/2006/relationships/notesMaster" Target="../notesMasters/notesMaster1.xml" Id="R9ac76ff38314493a"/></Relationships>
</file>

<file path=ppt/copula/notesSlides/_rels/notesSlide15.xml.rels><?xml version='1.0' encoding='UTF-8' standalone='yes'?>
<Relationships xmlns="http://schemas.openxmlformats.org/package/2006/relationships"><Relationship Type="http://schemas.openxmlformats.org/officeDocument/2006/relationships/slide" Target="../../slides/slide115.xml" Id="R19297b7b73a244eb"/><Relationship Type="http://schemas.openxmlformats.org/officeDocument/2006/relationships/notesMaster" Target="../notesMasters/notesMaster1.xml" Id="R9b5b7d2dfe994f05"/></Relationships>
</file>

<file path=ppt/copula/notesSlides/_rels/notesSlide16.xml.rels><?xml version='1.0' encoding='UTF-8' standalone='yes'?>
<Relationships xmlns="http://schemas.openxmlformats.org/package/2006/relationships"><Relationship Type="http://schemas.openxmlformats.org/officeDocument/2006/relationships/slide" Target="../../slides/slide116.xml" Id="R97f37f7a79de4414"/><Relationship Type="http://schemas.openxmlformats.org/officeDocument/2006/relationships/notesMaster" Target="../notesMasters/notesMaster1.xml" Id="Rafebf9cdf2bb4b67"/></Relationships>
</file>

<file path=ppt/copula/notesSlides/_rels/notesSlide17.xml.rels><?xml version='1.0' encoding='UTF-8' standalone='yes'?>
<Relationships xmlns="http://schemas.openxmlformats.org/package/2006/relationships"><Relationship Type="http://schemas.openxmlformats.org/officeDocument/2006/relationships/slide" Target="../../slides/slide117.xml" Id="R4fd93bf7960a44d4"/><Relationship Type="http://schemas.openxmlformats.org/officeDocument/2006/relationships/notesMaster" Target="../notesMasters/notesMaster1.xml" Id="Rba53b17e56e84701"/></Relationships>
</file>

<file path=ppt/copula/notesSlides/_rels/notesSlide18.xml.rels><?xml version='1.0' encoding='UTF-8' standalone='yes'?>
<Relationships xmlns="http://schemas.openxmlformats.org/package/2006/relationships"><Relationship Type="http://schemas.openxmlformats.org/officeDocument/2006/relationships/slide" Target="../../slides/slide118.xml" Id="R7893a91566864403"/><Relationship Type="http://schemas.openxmlformats.org/officeDocument/2006/relationships/notesMaster" Target="../notesMasters/notesMaster1.xml" Id="Re70e91ac9bb246b9"/></Relationships>
</file>

<file path=ppt/copula/notesSlides/_rels/notesSlide19.xml.rels><?xml version='1.0' encoding='UTF-8' standalone='yes'?>
<Relationships xmlns="http://schemas.openxmlformats.org/package/2006/relationships"><Relationship Type="http://schemas.openxmlformats.org/officeDocument/2006/relationships/slide" Target="../../slides/slide119.xml" Id="Rf5171cfdcb3d42ab"/><Relationship Type="http://schemas.openxmlformats.org/officeDocument/2006/relationships/notesMaster" Target="../notesMasters/notesMaster1.xml" Id="Refc9c98b657a4334"/></Relationships>
</file>

<file path=ppt/copula/notesSlides/_rels/notesSlide20.xml.rels><?xml version='1.0' encoding='UTF-8' standalone='yes'?>
<Relationships xmlns="http://schemas.openxmlformats.org/package/2006/relationships"><Relationship Type="http://schemas.openxmlformats.org/officeDocument/2006/relationships/slide" Target="../../slides/slide120.xml" Id="Ra2868a27183e4da6"/><Relationship Type="http://schemas.openxmlformats.org/officeDocument/2006/relationships/notesMaster" Target="../notesMasters/notesMaster1.xml" Id="Reb365d52071c40c9"/></Relationships>
</file>

<file path=ppt/copula/notesSlides/_rels/notesSlide21.xml.rels><?xml version='1.0' encoding='UTF-8' standalone='yes'?>
<Relationships xmlns="http://schemas.openxmlformats.org/package/2006/relationships"><Relationship Type="http://schemas.openxmlformats.org/officeDocument/2006/relationships/slide" Target="../../slides/slide121.xml" Id="Rce34de0f5922428a"/><Relationship Type="http://schemas.openxmlformats.org/officeDocument/2006/relationships/notesMaster" Target="../notesMasters/notesMaster1.xml" Id="Ra706f62792024117"/></Relationships>
</file>

<file path=ppt/copula/notesSlides/_rels/notesSlide22.xml.rels><?xml version='1.0' encoding='UTF-8' standalone='yes'?>
<Relationships xmlns="http://schemas.openxmlformats.org/package/2006/relationships"><Relationship Type="http://schemas.openxmlformats.org/officeDocument/2006/relationships/slide" Target="../../slides/slide122.xml" Id="R8a93c2a760ec4648"/><Relationship Type="http://schemas.openxmlformats.org/officeDocument/2006/relationships/notesMaster" Target="../notesMasters/notesMaster1.xml" Id="R34fab341d9b74c31"/></Relationships>
</file>

<file path=ppt/copula/notesSlides/_rels/notesSlide23.xml.rels><?xml version='1.0' encoding='UTF-8' standalone='yes'?>
<Relationships xmlns="http://schemas.openxmlformats.org/package/2006/relationships"><Relationship Type="http://schemas.openxmlformats.org/officeDocument/2006/relationships/slide" Target="../../slides/slide123.xml" Id="R4c213d36e916446c"/><Relationship Type="http://schemas.openxmlformats.org/officeDocument/2006/relationships/notesMaster" Target="../notesMasters/notesMaster1.xml" Id="Ra2f14584e8b44f8d"/></Relationships>
</file>

<file path=ppt/copula/notesSlides/_rels/notesSlide24.xml.rels><?xml version='1.0' encoding='UTF-8' standalone='yes'?>
<Relationships xmlns="http://schemas.openxmlformats.org/package/2006/relationships"><Relationship Type="http://schemas.openxmlformats.org/officeDocument/2006/relationships/slide" Target="../../slides/slide124.xml" Id="R2dcfa405e35942c9"/><Relationship Type="http://schemas.openxmlformats.org/officeDocument/2006/relationships/notesMaster" Target="../notesMasters/notesMaster1.xml" Id="Rfd5a4c1f78c7419d"/></Relationships>
</file>

<file path=ppt/copula/notesSlides/_rels/notesSlide25.xml.rels><?xml version='1.0' encoding='UTF-8' standalone='yes'?>
<Relationships xmlns="http://schemas.openxmlformats.org/package/2006/relationships"><Relationship Type="http://schemas.openxmlformats.org/officeDocument/2006/relationships/slide" Target="../../slides/slide125.xml" Id="R4e55b7673411407f"/><Relationship Type="http://schemas.openxmlformats.org/officeDocument/2006/relationships/notesMaster" Target="../notesMasters/notesMaster1.xml" Id="R2f63d5326eb7483f"/></Relationships>
</file>

<file path=ppt/copula/notesSlides/_rels/notesSlide26.xml.rels><?xml version='1.0' encoding='UTF-8' standalone='yes'?>
<Relationships xmlns="http://schemas.openxmlformats.org/package/2006/relationships"><Relationship Type="http://schemas.openxmlformats.org/officeDocument/2006/relationships/slide" Target="../../slides/slide126.xml" Id="R0869ead10c3949da"/><Relationship Type="http://schemas.openxmlformats.org/officeDocument/2006/relationships/notesMaster" Target="../notesMasters/notesMaster1.xml" Id="Rb39f5687d97440df"/></Relationships>
</file>

<file path=ppt/copula/notesSlides/_rels/notesSlide27.xml.rels><?xml version='1.0' encoding='UTF-8' standalone='yes'?>
<Relationships xmlns="http://schemas.openxmlformats.org/package/2006/relationships"><Relationship Type="http://schemas.openxmlformats.org/officeDocument/2006/relationships/slide" Target="../../slides/slide127.xml" Id="Rbb53f4c08a70488e"/><Relationship Type="http://schemas.openxmlformats.org/officeDocument/2006/relationships/notesMaster" Target="../notesMasters/notesMaster1.xml" Id="Rd7f9179c2e394cdc"/></Relationships>
</file>

<file path=ppt/copula/notesSlides/_rels/notesSlide28.xml.rels><?xml version='1.0' encoding='UTF-8' standalone='yes'?>
<Relationships xmlns="http://schemas.openxmlformats.org/package/2006/relationships"><Relationship Type="http://schemas.openxmlformats.org/officeDocument/2006/relationships/slide" Target="../../slides/slide128.xml" Id="R9be6270ccf2d4580"/><Relationship Type="http://schemas.openxmlformats.org/officeDocument/2006/relationships/notesMaster" Target="../notesMasters/notesMaster1.xml" Id="Racdd11b849f04664"/></Relationships>
</file>

<file path=ppt/copula/notesSlides/_rels/notesSlide29.xml.rels><?xml version='1.0' encoding='UTF-8' standalone='yes'?>
<Relationships xmlns="http://schemas.openxmlformats.org/package/2006/relationships"><Relationship Type="http://schemas.openxmlformats.org/officeDocument/2006/relationships/slide" Target="../../slides/slide129.xml" Id="R47a4f876685c4542"/><Relationship Type="http://schemas.openxmlformats.org/officeDocument/2006/relationships/notesMaster" Target="../notesMasters/notesMaster1.xml" Id="R14d2afbcd999438a"/></Relationships>
</file>

<file path=ppt/copula/notesSlides/_rels/notesSlide30.xml.rels><?xml version='1.0' encoding='UTF-8' standalone='yes'?>
<Relationships xmlns="http://schemas.openxmlformats.org/package/2006/relationships"><Relationship Type="http://schemas.openxmlformats.org/officeDocument/2006/relationships/slide" Target="../../slides/slide130.xml" Id="R7657cc16b81c4bbd"/><Relationship Type="http://schemas.openxmlformats.org/officeDocument/2006/relationships/notesMaster" Target="../notesMasters/notesMaster1.xml" Id="R3454023e15de48dc"/></Relationships>
</file>

<file path=ppt/copula/notesSlides/_rels/notesSlide31.xml.rels><?xml version='1.0' encoding='UTF-8' standalone='yes'?>
<Relationships xmlns="http://schemas.openxmlformats.org/package/2006/relationships"><Relationship Type="http://schemas.openxmlformats.org/officeDocument/2006/relationships/slide" Target="../../slides/slide131.xml" Id="R4cf53caf5b6749b2"/><Relationship Type="http://schemas.openxmlformats.org/officeDocument/2006/relationships/notesMaster" Target="../notesMasters/notesMaster1.xml" Id="R5b36d0f28fa54bbd"/></Relationships>
</file>

<file path=ppt/copula/notesSlides/_rels/notesSlide32.xml.rels><?xml version='1.0' encoding='UTF-8' standalone='yes'?>
<Relationships xmlns="http://schemas.openxmlformats.org/package/2006/relationships"><Relationship Type="http://schemas.openxmlformats.org/officeDocument/2006/relationships/slide" Target="../../slides/slide132.xml" Id="R1193d7ddb2f14d34"/><Relationship Type="http://schemas.openxmlformats.org/officeDocument/2006/relationships/notesMaster" Target="../notesMasters/notesMaster1.xml" Id="Rbfc9395b2e084b22"/></Relationships>
</file>

<file path=ppt/copula/notesSlides/_rels/notesSlide33.xml.rels><?xml version='1.0' encoding='UTF-8' standalone='yes'?>
<Relationships xmlns="http://schemas.openxmlformats.org/package/2006/relationships"><Relationship Type="http://schemas.openxmlformats.org/officeDocument/2006/relationships/slide" Target="../../slides/slide133.xml" Id="Rb3b1e928acef4307"/><Relationship Type="http://schemas.openxmlformats.org/officeDocument/2006/relationships/notesMaster" Target="../notesMasters/notesMaster1.xml" Id="R69b7ad2e05404281"/></Relationships>
</file>

<file path=ppt/copula/notesSlides/_rels/notesSlide34.xml.rels><?xml version='1.0' encoding='UTF-8' standalone='yes'?>
<Relationships xmlns="http://schemas.openxmlformats.org/package/2006/relationships"><Relationship Type="http://schemas.openxmlformats.org/officeDocument/2006/relationships/slide" Target="../../slides/slide134.xml" Id="Rf393462b143f4bcb"/><Relationship Type="http://schemas.openxmlformats.org/officeDocument/2006/relationships/notesMaster" Target="../notesMasters/notesMaster1.xml" Id="Rf67d080258c4471d"/></Relationships>
</file>

<file path=ppt/copula/notesSlides/_rels/notesSlide35.xml.rels><?xml version='1.0' encoding='UTF-8' standalone='yes'?>
<Relationships xmlns="http://schemas.openxmlformats.org/package/2006/relationships"><Relationship Type="http://schemas.openxmlformats.org/officeDocument/2006/relationships/slide" Target="../../slides/slide135.xml" Id="Rb6e7815d39bd4ee7"/><Relationship Type="http://schemas.openxmlformats.org/officeDocument/2006/relationships/notesMaster" Target="../notesMasters/notesMaster1.xml" Id="Rcde55b46979241e8"/></Relationships>
</file>

<file path=ppt/copula/notesSlides/_rels/notesSlide36.xml.rels><?xml version='1.0' encoding='UTF-8' standalone='yes'?>
<Relationships xmlns="http://schemas.openxmlformats.org/package/2006/relationships"><Relationship Type="http://schemas.openxmlformats.org/officeDocument/2006/relationships/slide" Target="../../slides/slide136.xml" Id="R50c5409e6a814b30"/><Relationship Type="http://schemas.openxmlformats.org/officeDocument/2006/relationships/notesMaster" Target="../notesMasters/notesMaster1.xml" Id="R7e9a3474948d415b"/></Relationships>
</file>

<file path=ppt/copula/notesSlides/_rels/notesSlide37.xml.rels><?xml version='1.0' encoding='UTF-8' standalone='yes'?>
<Relationships xmlns="http://schemas.openxmlformats.org/package/2006/relationships"><Relationship Type="http://schemas.openxmlformats.org/officeDocument/2006/relationships/slide" Target="../../slides/slide137.xml" Id="Re39f3b387aa74873"/><Relationship Type="http://schemas.openxmlformats.org/officeDocument/2006/relationships/notesMaster" Target="../notesMasters/notesMaster1.xml" Id="R273cae2a16734c44"/></Relationships>
</file>

<file path=ppt/copula/notesSlides/_rels/notesSlide38.xml.rels><?xml version='1.0' encoding='UTF-8' standalone='yes'?>
<Relationships xmlns="http://schemas.openxmlformats.org/package/2006/relationships"><Relationship Type="http://schemas.openxmlformats.org/officeDocument/2006/relationships/slide" Target="../../slides/slide138.xml" Id="R74f6be8913fd4314"/><Relationship Type="http://schemas.openxmlformats.org/officeDocument/2006/relationships/notesMaster" Target="../notesMasters/notesMaster1.xml" Id="R42a73279147a4994"/></Relationships>
</file>

<file path=ppt/copula/notesSlides/_rels/notesSlide39.xml.rels><?xml version='1.0' encoding='UTF-8' standalone='yes'?>
<Relationships xmlns="http://schemas.openxmlformats.org/package/2006/relationships"><Relationship Type="http://schemas.openxmlformats.org/officeDocument/2006/relationships/slide" Target="../../slides/slide139.xml" Id="Rf606d738f114414c"/><Relationship Type="http://schemas.openxmlformats.org/officeDocument/2006/relationships/notesMaster" Target="../notesMasters/notesMaster1.xml" Id="R08a0ef72b026416f"/></Relationships>
</file>

<file path=ppt/copula/notesSlides/_rels/notesSlide40.xml.rels><?xml version='1.0' encoding='UTF-8' standalone='yes'?>
<Relationships xmlns="http://schemas.openxmlformats.org/package/2006/relationships"><Relationship Type="http://schemas.openxmlformats.org/officeDocument/2006/relationships/slide" Target="../../slides/slide140.xml" Id="R2a13bea3b839410e"/><Relationship Type="http://schemas.openxmlformats.org/officeDocument/2006/relationships/notesMaster" Target="../notesMasters/notesMaster1.xml" Id="R206e8a342ed14b20"/></Relationships>
</file>

<file path=ppt/copula/notesSlides/_rels/notesSlide41.xml.rels><?xml version='1.0' encoding='UTF-8' standalone='yes'?>
<Relationships xmlns="http://schemas.openxmlformats.org/package/2006/relationships"><Relationship Type="http://schemas.openxmlformats.org/officeDocument/2006/relationships/slide" Target="../../slides/slide141.xml" Id="Rea37d8dcc3754381"/><Relationship Type="http://schemas.openxmlformats.org/officeDocument/2006/relationships/notesMaster" Target="../notesMasters/notesMaster1.xml" Id="Rf3ba4a9ed8164983"/></Relationships>
</file>

<file path=ppt/copula/notesSlides/_rels/notesSlide42.xml.rels><?xml version='1.0' encoding='UTF-8' standalone='yes'?>
<Relationships xmlns="http://schemas.openxmlformats.org/package/2006/relationships"><Relationship Type="http://schemas.openxmlformats.org/officeDocument/2006/relationships/slide" Target="../../slides/slide142.xml" Id="R954f63308083408a"/><Relationship Type="http://schemas.openxmlformats.org/officeDocument/2006/relationships/notesMaster" Target="../notesMasters/notesMaster1.xml" Id="R03bfeb9f0d034033"/></Relationships>
</file>

<file path=ppt/copula/notesSlides/_rels/notesSlide43.xml.rels><?xml version='1.0' encoding='UTF-8' standalone='yes'?>
<Relationships xmlns="http://schemas.openxmlformats.org/package/2006/relationships"><Relationship Type="http://schemas.openxmlformats.org/officeDocument/2006/relationships/slide" Target="../../slides/slide143.xml" Id="R10b178a63e454f59"/><Relationship Type="http://schemas.openxmlformats.org/officeDocument/2006/relationships/notesMaster" Target="../notesMasters/notesMaster1.xml" Id="R381b4e4be05142b4"/></Relationships>
</file>

<file path=ppt/copula/notesSlides/_rels/notesSlide44.xml.rels><?xml version='1.0' encoding='UTF-8' standalone='yes'?>
<Relationships xmlns="http://schemas.openxmlformats.org/package/2006/relationships"><Relationship Type="http://schemas.openxmlformats.org/officeDocument/2006/relationships/slide" Target="../../slides/slide144.xml" Id="R5e1b0e138ed64a7c"/><Relationship Type="http://schemas.openxmlformats.org/officeDocument/2006/relationships/notesMaster" Target="../notesMasters/notesMaster1.xml" Id="R2aeb99459f814dbb"/></Relationships>
</file>

<file path=ppt/copula/notesSlides/_rels/notesSlide45.xml.rels><?xml version='1.0' encoding='UTF-8' standalone='yes'?>
<Relationships xmlns="http://schemas.openxmlformats.org/package/2006/relationships"><Relationship Type="http://schemas.openxmlformats.org/officeDocument/2006/relationships/slide" Target="../../slides/slide145.xml" Id="R176ca21b3e5d43b7"/><Relationship Type="http://schemas.openxmlformats.org/officeDocument/2006/relationships/notesMaster" Target="../notesMasters/notesMaster1.xml" Id="R71b8e595f4c746f6"/></Relationships>
</file>

<file path=ppt/copula/notesSlides/_rels/notesSlide46.xml.rels><?xml version='1.0' encoding='UTF-8' standalone='yes'?>
<Relationships xmlns="http://schemas.openxmlformats.org/package/2006/relationships"><Relationship Type="http://schemas.openxmlformats.org/officeDocument/2006/relationships/slide" Target="../../slides/slide146.xml" Id="R3d8db6b635974eee"/><Relationship Type="http://schemas.openxmlformats.org/officeDocument/2006/relationships/notesMaster" Target="../notesMasters/notesMaster1.xml" Id="Recc4f1dbe5fd4d71"/></Relationships>
</file>

<file path=ppt/copula/notesSlides/_rels/notesSlide47.xml.rels><?xml version='1.0' encoding='UTF-8' standalone='yes'?>
<Relationships xmlns="http://schemas.openxmlformats.org/package/2006/relationships"><Relationship Type="http://schemas.openxmlformats.org/officeDocument/2006/relationships/slide" Target="../../slides/slide147.xml" Id="R1106ede4bde8468e"/><Relationship Type="http://schemas.openxmlformats.org/officeDocument/2006/relationships/notesMaster" Target="../notesMasters/notesMaster1.xml" Id="R63a1145347aa4bdb"/></Relationships>
</file>

<file path=ppt/copula/notesSlides/_rels/notesSlide48.xml.rels><?xml version='1.0' encoding='UTF-8' standalone='yes'?>
<Relationships xmlns="http://schemas.openxmlformats.org/package/2006/relationships"><Relationship Type="http://schemas.openxmlformats.org/officeDocument/2006/relationships/slide" Target="../../slides/slide148.xml" Id="R28a9933ec64b4c0a"/><Relationship Type="http://schemas.openxmlformats.org/officeDocument/2006/relationships/notesMaster" Target="../notesMasters/notesMaster1.xml" Id="R6d1975f917494c0a"/></Relationships>
</file>

<file path=ppt/copula/notesSlides/_rels/notesSlide49.xml.rels><?xml version='1.0' encoding='UTF-8' standalone='yes'?>
<Relationships xmlns="http://schemas.openxmlformats.org/package/2006/relationships"><Relationship Type="http://schemas.openxmlformats.org/officeDocument/2006/relationships/slide" Target="../../slides/slide149.xml" Id="R8ff2ca80af8a4002"/><Relationship Type="http://schemas.openxmlformats.org/officeDocument/2006/relationships/notesMaster" Target="../notesMasters/notesMaster1.xml" Id="Rf5aa59ec370b4f05"/></Relationships>
</file>

<file path=ppt/copula/notesSlides/_rels/notesSlide50.xml.rels><?xml version='1.0' encoding='UTF-8' standalone='yes'?>
<Relationships xmlns="http://schemas.openxmlformats.org/package/2006/relationships"><Relationship Type="http://schemas.openxmlformats.org/officeDocument/2006/relationships/slide" Target="../../slides/slide150.xml" Id="Rb5ffd9f7679a40a6"/><Relationship Type="http://schemas.openxmlformats.org/officeDocument/2006/relationships/notesMaster" Target="../notesMasters/notesMaster1.xml" Id="Ra204acae43d04103"/></Relationships>
</file>

<file path=ppt/copula/notesSlides/_rels/notesSlide51.xml.rels><?xml version='1.0' encoding='UTF-8' standalone='yes'?>
<Relationships xmlns="http://schemas.openxmlformats.org/package/2006/relationships"><Relationship Type="http://schemas.openxmlformats.org/officeDocument/2006/relationships/slide" Target="../../slides/slide151.xml" Id="R86e0f21152294b88"/><Relationship Type="http://schemas.openxmlformats.org/officeDocument/2006/relationships/notesMaster" Target="../notesMasters/notesMaster1.xml" Id="R005927055fc844b9"/></Relationships>
</file>

<file path=ppt/copula/notesSlides/_rels/notesSlide52.xml.rels><?xml version='1.0' encoding='UTF-8' standalone='yes'?>
<Relationships xmlns="http://schemas.openxmlformats.org/package/2006/relationships"><Relationship Type="http://schemas.openxmlformats.org/officeDocument/2006/relationships/slide" Target="../../slides/slide152.xml" Id="Rbed581c69cfb4d19"/><Relationship Type="http://schemas.openxmlformats.org/officeDocument/2006/relationships/notesMaster" Target="../notesMasters/notesMaster1.xml" Id="R2e78e2fe998c4d22"/></Relationships>
</file>

<file path=ppt/copula/notesSlides/_rels/notesSlide53.xml.rels><?xml version='1.0' encoding='UTF-8' standalone='yes'?>
<Relationships xmlns="http://schemas.openxmlformats.org/package/2006/relationships"><Relationship Type="http://schemas.openxmlformats.org/officeDocument/2006/relationships/slide" Target="../../slides/slide153.xml" Id="R87ceba6445224ee2"/><Relationship Type="http://schemas.openxmlformats.org/officeDocument/2006/relationships/notesMaster" Target="../notesMasters/notesMaster1.xml" Id="R071f07bf847a4b17"/></Relationships>
</file>

<file path=ppt/copula/notesSlides/_rels/notesSlide54.xml.rels><?xml version='1.0' encoding='UTF-8' standalone='yes'?>
<Relationships xmlns="http://schemas.openxmlformats.org/package/2006/relationships"><Relationship Type="http://schemas.openxmlformats.org/officeDocument/2006/relationships/slide" Target="../../slides/slide154.xml" Id="Rc030a37ffb8f4f39"/><Relationship Type="http://schemas.openxmlformats.org/officeDocument/2006/relationships/notesMaster" Target="../notesMasters/notesMaster1.xml" Id="Ra2bd2eef88d844cd"/></Relationships>
</file>

<file path=ppt/copula/notesSlides/_rels/notesSlide55.xml.rels><?xml version='1.0' encoding='UTF-8' standalone='yes'?>
<Relationships xmlns="http://schemas.openxmlformats.org/package/2006/relationships"><Relationship Type="http://schemas.openxmlformats.org/officeDocument/2006/relationships/slide" Target="../../slides/slide155.xml" Id="R68dc68b39dc6422d"/><Relationship Type="http://schemas.openxmlformats.org/officeDocument/2006/relationships/notesMaster" Target="../notesMasters/notesMaster1.xml" Id="Rfb7d02f181f447cf"/></Relationships>
</file>

<file path=ppt/copula/notesSlides/_rels/notesSlide56.xml.rels><?xml version='1.0' encoding='UTF-8' standalone='yes'?>
<Relationships xmlns="http://schemas.openxmlformats.org/package/2006/relationships"><Relationship Type="http://schemas.openxmlformats.org/officeDocument/2006/relationships/slide" Target="../../slides/slide156.xml" Id="Rf21caeeca5db427e"/><Relationship Type="http://schemas.openxmlformats.org/officeDocument/2006/relationships/notesMaster" Target="../notesMasters/notesMaster1.xml" Id="Re7284c74ff39425e"/></Relationships>
</file>

<file path=ppt/copula/notesSlides/_rels/notesSlide57.xml.rels><?xml version='1.0' encoding='UTF-8' standalone='yes'?>
<Relationships xmlns="http://schemas.openxmlformats.org/package/2006/relationships"><Relationship Type="http://schemas.openxmlformats.org/officeDocument/2006/relationships/slide" Target="../../slides/slide157.xml" Id="R1fe6e0c621784a87"/><Relationship Type="http://schemas.openxmlformats.org/officeDocument/2006/relationships/notesMaster" Target="../notesMasters/notesMaster1.xml" Id="Rf18977a31ce64d47"/></Relationships>
</file>

<file path=ppt/copula/notesSlides/_rels/notesSlide58.xml.rels><?xml version='1.0' encoding='UTF-8' standalone='yes'?>
<Relationships xmlns="http://schemas.openxmlformats.org/package/2006/relationships"><Relationship Type="http://schemas.openxmlformats.org/officeDocument/2006/relationships/slide" Target="../../slides/slide158.xml" Id="Rdb273a98a2c74aa2"/><Relationship Type="http://schemas.openxmlformats.org/officeDocument/2006/relationships/notesMaster" Target="../notesMasters/notesMaster1.xml" Id="R618a46f48c774be1"/></Relationships>
</file>

<file path=ppt/copula/notesSlides/_rels/notesSlide59.xml.rels><?xml version='1.0' encoding='UTF-8' standalone='yes'?>
<Relationships xmlns="http://schemas.openxmlformats.org/package/2006/relationships"><Relationship Type="http://schemas.openxmlformats.org/officeDocument/2006/relationships/slide" Target="../../slides/slide159.xml" Id="R2362334e7a224b2e"/><Relationship Type="http://schemas.openxmlformats.org/officeDocument/2006/relationships/notesMaster" Target="../notesMasters/notesMaster1.xml" Id="R8b2cf718fc614b22"/></Relationships>
</file>

<file path=ppt/copula/notesSlides/_rels/notesSlide60.xml.rels><?xml version='1.0' encoding='UTF-8' standalone='yes'?>
<Relationships xmlns="http://schemas.openxmlformats.org/package/2006/relationships"><Relationship Type="http://schemas.openxmlformats.org/officeDocument/2006/relationships/slide" Target="../../slides/slide160.xml" Id="Rbe5ed588519c4df0"/><Relationship Type="http://schemas.openxmlformats.org/officeDocument/2006/relationships/notesMaster" Target="../notesMasters/notesMaster1.xml" Id="R16f452fdc125404a"/></Relationships>
</file>

<file path=ppt/copula/notesSlides/_rels/notesSlide61.xml.rels><?xml version='1.0' encoding='UTF-8' standalone='yes'?>
<Relationships xmlns="http://schemas.openxmlformats.org/package/2006/relationships"><Relationship Type="http://schemas.openxmlformats.org/officeDocument/2006/relationships/slide" Target="../../slides/slide161.xml" Id="R8b9d455f6fb94e5e"/><Relationship Type="http://schemas.openxmlformats.org/officeDocument/2006/relationships/notesMaster" Target="../notesMasters/notesMaster1.xml" Id="R75c7d4b4601a4488"/></Relationships>
</file>

<file path=ppt/copula/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はコピュラを使う予定で終わりました。今日は何を学習し、どう条件付き生成を行い、どこに入れるかを説明します。まず直感、次に数式、最後に実装と探索的結果です。最初の4枚の主張は研究上の仮説を含み、今回の結果だけで実証済みとは言えません。</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MEは自己教師ありマスク推定と元値復元、半教師あり一貫性学習を使います。クラス条件付き法はクラス内での置換を使います。本研究はまずVIME内の生成器だけを変える比較を行います。無条件生成が常に悪い、条件付きなら常にラベルを保つという主張ではあり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身長体重は説明用の架空データです。生物学的な正しさや体型の正常判定ではありません。列別の値の集合は同じです。それでも身長が高い人ほど体重が重いという関係は逆になります。これが周辺分布だけでは決まらない依存構造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けるとはデータの列を独立にすることではありません。元の同時分布を、周辺分布とコピュラの組で表すことです。どれくらいの身長が存在するかと、その高さの人の体重がどの位置に来るかを分けます。位置を生成して元の単位へ戻せば再び組合せ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人の説明用の経験分布です。170cm以下は150から170までの7人です。170cmそのものの割合1/10とは違います。累積は小さい側から足し上げることです。これは理論的な連続分布ではなく経験累積分布なので階段状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は身長をその周辺累積分布で変換した確率変数、uは一人の具体的な位置です。体重でも同様です。別の集団の累積分布を使えば同じ175cmでも位置は変わります。単位変更など狭義単調増加変換にはコピュラは不変ですが、非単調変換には一般に不変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ここは説明用の順位位置です。点の集合そのものと、点の分布を表す累積分布関数Cは区別します。右上や左下に点が集まるほど同じ方向の位置を取る傾向があります。コピュラはその確率分布を表します。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X,Yは抽出した人の身長体重という確率変数です。x,yはそれを比較するしきい値です。FX(x)=P(X≤x)です。U=FX(X)とV=FY(Y)は変数で、u,vは0から1のしきい値。RはGaussian copulaの潜在正規空間の相関行列です。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連続な周辺分布なら確率積分変換でU,Vは各々一様です。それぞれ一様なことは互いに独立なことを意味しません。Cは2変数の同時CDF。一般にはd個の一様周辺を持つd次元CDFです。経験分布や離散変数の場合、FX(X)が連続一様になるという説明はそのまま適用でき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体重の位置、横軸身長の位置として左下の長方形に入る確率です。点ちょうど一つの確率や条件付き確率P(V≤.5|U≤.8)ではありません。条件付きならC(.8,.5)/.8になります。一様独立では長方形の面積.4と一致しますが一般に面積そのもの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均等格子の説明用100点です。有限な離散例であり連続一様の標本や実データではありません。境界U=.8,V=.5の左下が40点。独立な連続一様での理論値も.4になります。この面積計算が一般copulaにも常に成立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Vは0から1なのでV≤1は必ず成立します。そのためU≤uかつV≤1はU≤uと同じ事象です。さらにUが一様分布なのでP(U≤u)=uです。ここには独立という仮定は不要です。C(1,v)=vも同じです。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の定義P(A∩B)=P(A)P(B)を使います。1000人という例は期待される割合の説明であり有限標本で必ずこの人数になるという保証ではありません。身長が80%範囲の800人でも体重下位50%の割合が50%のままなので約400人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位置というのは身長cmと体重kgの数値が等しいことではありません。一つの位置Uに両方のしきい値を課すので厳しい方が残ります。U≤.8かつU≤.5はU≤.5です。一様性により確率.5。連続的な完全同方向依存は対角線に集中し通常の二次元密度を持ち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完全逆方向V=1−UならU≤uかつ1−U≤v、つまり1−v≤U≤uです。区間の長さmax(u+v−1,0)です。.8+.5−1=.3。一様周辺から制限されるFréchet境界はこの範囲です。極端な2つを含め関係の違いがCに表れます。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x,y)=P(X≤x,Y≤y)です。Sklarの定理は任意の同時CDFにこの分解が存在すると述べます。周辺が連続ならCは一意です。離散では周辺の値域上のみ定まり、一意とは限りません。独立の仮定なしで分けて表す数学的根拠がここ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(U,V)~Cの組を生成し、一般化逆関数F^-1(u)=inf{x:F(x)≥u}で戻します。理論的に任意の周辺分布にコピュラを組み合わせられます。ただし有限データで推定する際は、コピュラの仮定と周辺推定の誤差が残ります。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優れているかは真の依存構造、次元、標本数、目的、推定の安定性に依存します。この表は適する可能性のある条件です。全種類の完全な列挙ではありません。Archimedeanという共通枠組みの家族としてClayton Gumbel Frank Joeがあり、Vineは異なる家族を組み合わせる構成法です。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a:p xmlns:a="http://schemas.openxmlformats.org/drawingml/2006/main">
            <a:r>
              <a:t>https://doi.org/10.1111/j.1751-5823.2005.tb00254.x</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裾は分布の端です。λUはq→1でP(V&gt;q|U&gt;q)の極限、λLはq→0でP(V≤q|U≤q)の極限です。高いPearson相関でもGaussian copulaは非退化ならλU=λL=0。一方有限q=.95では依存はあり得ます。ゼロ裾依存を極端事象が無関係と解釈しないこと。</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Gaussian copulaは各周辺の形を正規に限定しません。各列を確率位置、さらに潜在標準正規へ変えた後、その同時分布に多変量正規を仮定します。4枚目の非線形や裾依存をすべてGaussianで捉えるという意味ではありません。一般コピュラの表現可能性と一つの家族の表現力を区別し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は平均順位を使ってu=(r−.5)/nとし、同値には同じ平均順位を与えます。端点0と1を避けるためです。説明で使ったFhat=人数/nと推定用の擬似観測は少し違います。コピュラ学習は現在コードではラベルなし訓練部分のみ。テストデータを混ぜない。位置が一様に近くても列同士の組合せは保たれ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Φ^-1は同じ累積確率位置にある標準正規の値を返します。各列の周辺を正規へ変えるだけなので同時正規性は自動的には成立しません。この後のGaussianという仮定を別に置きます。極端なuはクリップしています。潜在空間とはここではこの確率変換された空間であり、ニューラルencoder潜在とは別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全列のZを標準多変量正規N(0,R)と仮定します。Rは潜在正規値間の相関で元のcm/kgのPearson相関とは一般に異なります。有限サンプルでは行列が不安定になり得るので実装は縮小と固有値補正を使います。Gaussian copulaのCDFはΦR(Φ^-1u1,...,Φ^-1ud)です。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はマスクして置換する列、Oは観測して残す列。欠損値を扱っているのではなくデータ拡張の人工マスクです。身長値175cmは説明用周辺で80%位置という仮定で、前の4人順位表とは別の説明例です。独立だと体重位置は身長に影響されません。正の依存なら高い身長に合わせ体重の分布が高い方へ動き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変量の標準多変量正規の公式です。ρ=.6、zX=.841621で平均.5049726、分散.64、標準偏差.8。ρ=0なら条件付けても標準正規のまま。ρが高いほど既知の身長から体重を絞れますが一点には決まりません。残差εがあるためです。潜在平均は元スケール平均とは一般に一致し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-1,0,1は手順を示す選んだ例で、等確率の3択という意味ではありません。実際には連続な標準正規乱数を引きます。ZY=.505+.8ε。さらにΦでVへ戻し、FY^-1でkgに戻します。補足としてY~N(65,10²)という説明用周辺を使うと62.05、70.05、78.05kgになります。これは実データの推定結果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説明用の正規周辺N(65,10²)の場合です。FY^-1(v)=65+10Φ^-1(v)なのでこの数値になります。実装では正規な体重を仮定せず訓練列の経験分位点を線形補間します。補間によって元の訓練値にない連続値が出ることがあります。一般に無条件周辺を利用するが生成結果は条件付き分布になるため、各行で周辺と同じ分布を要求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YとZwaistを条件付き共分散で一緒に引くことで置換列同士の依存も残します。各列を個別に引く方法と重要な違いがあります。高次元ではRの逆計算を直接するよりsolveを使う。詳細数式は補足。全列マスクなら無条件同時生成、マスクなしなら変更なし。</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はVIMEのPyTorch再実装です。自己教師ありはマスク推定BCEと元特徴値復元MSE。半教師ありはラベルあり分類損失とラベルなし複数拡張への予測一貫性。比較では同じ予測器・エンコーダ・予算を使います。元論文の表を同じ実験環境で再現したという主張ではあり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潜在空間条件付きサンプリングは広い概念です。Gaussian copulaでは周辺CDFとΦ^-1による明示的変換を使い、Zの正規同時分布を仮定します。ニューラルencoderの学習表現を条件付き生成する手法は、一般に周辺が一様である制約やSklar分解を持ちません。両者は排他的ではなく、encoder潜在にcopulaを適用する設計も可能ですが現在実装してい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ラベルなしで依存を学習すれば擬似ラベルへの依存は減らせますが、クラス意味を保つ保証はありません。混合クラスの全体分布では条件付き生成が別クラスへ移る可能性があります。強い条件付けで元に近すぎるとマスク推定課題が難しく/弱い復元信号になる、強い破壊でラベルを壊す、強度と難易度のトレードオフがあります。</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今回2026-10-04に既存corruption.pyを実行。Z1~N(0,1),Z2=.8Z1+.6εで2500行、seed20261004。第1列を残して第2列を全行マスク。corruption RNG314159、同じ入力とマスク。推定も生成も同じ合成データなので学習動作確認であって汎化評価ではありません。図は先頭180行、集計は2500行すべて。縮小0.05で依存を少し弱く推定します。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理論上Z2|Z1の条件平均は.8Z1、条件分散.36。指標は生成Z2と真の条件平均.8X1との差の二乗平均。元データの値は約.352で.36に近い、独立置換は約1.653、copulaは約.409。これは条件分布とのKL等ではなく残差二乗の簡単な指標であり、小さいほど常に良いわけではなく条件平均固定だと0になって多様性がなくなるため分散も見る必要がある。観測列は両法とも変更されないことをarray_equalで確認済み。</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ソースはresearch-bench/scripts/quick_compare.pyとresults/repeated_compare.jsonです。列シャッフル版とGaussian版は同じVIME再実装内です。共通データ分割、ラベル比率、前処理、モデル、学習予算、初期seedを使う。方法ごとの乱数消費が違うので全学習過程で同じマスクを使うとまでは言いません。nviews3、λconsistency1、復元重み2、mask.4。テストはモデル選択に用いてい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新しい仮想環境で同じ既存VIMEClassifierを実行。分割や予算は保存結果のプロトコルと揃えたがライブラリバージョンとCPU threads1は異なる。保存値の完全再現ではありません。同一環境とはこの再実行内での2手法が同じ環境を使った意味。モデルと分割、学習予算を一致。差の区間はseed差のpercentile bootstrap1万回、95%。少ないseedで重なったholdoutなので探索的指標です。結果から万能な優位を主張しません。</a:t>
            </a:r>
          </a:p>
          <a:p xmlns:a="http://schemas.openxmlformats.org/drawingml/2006/main">
            <a:r>
              <a:t>実行環境：{"python":"3.12.14","numpy":"2.5.3","scipy":"1.18.1","sklearn":"1.9.1","torch":"2.14.1","platform":"macOS-26.3.1-arm64-arm-64bit","threads":1}</a:t>
            </a:r>
          </a:p>
          <a:p xmlns:a="http://schemas.openxmlformats.org/drawingml/2006/main">
            <a:r>
              <a:t>元結果：tmp/seminar_20261005/rerun_results.json</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5seedの新結果の数値と矛盾しない説明をします。区間0を含むかどうかは計算結果に基づくが、含まない場合も小標本の探索的実験で強い統計的主張はしない。保存済みの2手法のAUCは全seedで一致した。環境や乱数、条件の記録を維持し、さらにデータ数を増や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生成器が何を改善したかの裏付けです。合成データでは既知の真の条件分布との誤差、実データでは近傍距離や特徴間制約逸脱を見ます。近傍距離だけだと元に近ければ有利なので元行からの変更量と併記。ラベル保持の評価は既知のラベルや妥当な参照モデルを使い、ラベルなしデータの真値と混同しない。コピュラ種類やマスク率は検証用分割のみで選択し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までが発表の主線です。時間に合わせて種類詳細や数式を補足から説明できます。今回の貢献が確立したとは言いません。対象と比較の設計を具体化し、実装と保存済みの小規模結果を示した段階です。質疑では条件付き分布、ラベル保持、カテゴリ型、マスクの難易度、同時正規仮定を補足で答え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ed_compare.jsonの保存結果です。差は同じseedに対応付けて計算した平均。95%CIはseed差のbootstrap。わずか5組の探索的比較で、繰り返しholdoutの訓練テストは重なり得る。95%CIには0が入り、改善実証や統計的優位を主張できません。wineは標準偏差が大きい。保存結果を今回再実行した結果と混同しません。</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[0,1]^2→[0,1]。境界条件と2-increasingでCDFを特徴付けます。矩形の確率の包含排除です。高次元では各直方体のCの交代和が非負というd-increasingに一般化します。これが単なる好きな曲線と確率分布を区別する条件です。</a:t>
            </a:r>
          </a:p>
          <a:p xmlns:a="http://schemas.openxmlformats.org/drawingml/2006/main">
            <a:r>
              <a:t/>
            </a:r>
          </a:p>
          <a:p xmlns:a="http://schemas.openxmlformats.org/drawingml/2006/main">
            <a:r>
              <a:t>出典・根拠</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FXが連続で狭義増加なら通常の逆関数で導出できます。単に連続の場合も一般化逆関数で定理成立。離散型ではPITは連続一様ではなく飛びがあります。ランダム化PIT U=F(X−)+W(F(X)−F(X−))などもあるが順序閾値潜在モデル等との目的違いに注意。実装の平均順位は一様性の近似で同値問題を完全解決するわけではありません。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十分な絶対連続性と微分可能性を仮定します。c=∂²C/∂u∂v。連鎖律からjoint densityを得ます。fX(x)&gt;0で割ると条件密度。Vの条件CDFは∂C(u,v)/∂u、U=uに条件付ける意味は正則条件付き分布を使います。V=U等の特異コピュラに通常の密度はありません。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の周辺は標準正規、相関行列は対角1で正定値（退化の場合半正定値）。多変量正規CDFで同時確率を計算します。パラメータRはd(d−1)/2個で、データが少なくdが大きければ正則化が必要です。Gaussianは変換後のPearsonでRを推定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をMとOの順へ並べるとブロック相関行列[[RMM,RMO],[ROM,ROO]]。ROO可逆を仮定。条件平均と共分散で一緒に引く。実装は逆行列を明示計算せずsolveを使い、正則化してCholeskyを取る。観測値が標準0でない場合にも式は平均0のjointモデルに対する条件式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コードcorruption.pyを根拠に記載。平均順位(r−.5)/n、クリップ1e−6、R=.95R+.05I、固有値min jitter1e−6。条件計算ではROO+jitterIをsolve、cov symmetric+jitter。端点クリップと線形分位点補間のため、厳密に理論的経験周辺を完全保存するとは言わない。マスク推定actualmask=x≠corruptedなので同値置換の場合実際マスク率が変わります。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νは1変量tCDF、tν,Rは多変量tCDF。自由度νとRを使う。λU=λL=2tν+1(−√((ν+1)(1−ρ)/(1+ρ)))。ν大でGaussianに近づく。ρ=0でも有限νでは共有スケールにより一般に独立ではない。周辺がtでないデータにもtコピュラを組み合わせられる。条件付きlatent tは自由度等が条件で変化するのでGaussian samplerを単に差し替えれば済む訳ではありません。</a:t>
            </a:r>
          </a:p>
          <a:p xmlns:a="http://schemas.openxmlformats.org/drawingml/2006/main">
            <a:r>
              <a:t/>
            </a:r>
          </a:p>
          <a:p xmlns:a="http://schemas.openxmlformats.org/drawingml/2006/main">
            <a:r>
              <a:t>出典・根拠</a:t>
            </a:r>
          </a:p>
          <a:p xmlns:a="http://schemas.openxmlformats.org/drawingml/2006/main">
            <a:r>
              <a:t>https://doi.org/10.1111/j.1751-5823.2005.tb00254.x</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θ&gt;0の通常の正依存の場合に限定しています。二変量では負θも許す範囲があるがd次元では制約が変わります。λL=2^-1/θ、λU=0。θ→0で独立。θ高で強い同方向依存。上側の極端共発生には通常形は向かず180°回転で上側に変更でき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Gumbelθ≥1、θ=1で独立、λU=2−2^(1/θ)、λL=0。Joe同じθ≥1と裾係数ですが内部の依存形が異なり同一copulaではありません。Joe C=1−[(1−u)^θ+(1−v)^θ−(1−u)^θ(1−v)^θ]^(1/θ)。単一パラメータ交換可能多変量の制限あり。</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変量θ∈R{0}で正負の依存を扱いθ→0で独立。高次元で負thetaの一般化は制約があるため表の正負は二変量に限定。裾依存0でも有限の確率域で依存がないという意味ではありません。Gaussianとは別の依存形です。数式の括弧と分子をノートで読む。</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180°survival C=u+v−1+C(1−u,1−v)は上下の裾を交換。90/270で負依存のコーナーを扱います。Vineは条件付き2変量コピュラの積で多変量密度構成。simplifying assumptionは条件値によらず条件付きcopula一定であり条件付き独立ではない。経験/経験betaなどは柔軟だが高次元で条件付き推定が難しくなる。</a:t>
            </a:r>
          </a:p>
          <a:p xmlns:a="http://schemas.openxmlformats.org/drawingml/2006/main">
            <a:r>
              <a:t/>
            </a:r>
          </a:p>
          <a:p xmlns:a="http://schemas.openxmlformats.org/drawingml/2006/main">
            <a:r>
              <a:t>出典・根拠</a:t>
            </a:r>
          </a:p>
          <a:p xmlns:a="http://schemas.openxmlformats.org/drawingml/2006/main">
            <a:r>
              <a:t>https://www.annualreviews.org/content/journals/10.1146/annurev-statistics-040220-101153</a:t>
            </a:r>
          </a:p>
          <a:p xmlns:a="http://schemas.openxmlformats.org/drawingml/2006/main">
            <a:r>
              <a:t>https://arxiv.org/abs/1607.04430</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評価1〜5や低中高は順序カテゴリです。満足度5−4と2−1に同じ間隔を仮定できるとは限りません。名義変数は順番なし、連続変数は差に意味がある。順序Gaussian copulaは潜在連続Zを閾値で区切って観測カテゴリに対応させます。カテゴリを単なる連続順位として補間すると2.7など不適切な値が生じるため現在実装の対象外です。</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Value Imputation for Mixed Data via Gaussian Copula。混合型と欠損が現実の課題。各列の型を無視した一律距離や線形仮定への代わりに潜在Gaussian。順序値はZの区間、連続値は変換されたZ点。EMでRと条件期待を推定し逆変換。実験は合成/実データ、欠損補完誤差（連続NRMSE、順序MAE等条件に応じ）を比較。分類用拡張の優位を示す論文ではなく、本研究には型の扱いと条件分布設計が接続する。数値を未検証に引用せず、詳細実験は原論文参照。</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Explaining individual predictions when features are dependent: More accurate approximations to Shapley values。KernelSHAP型の無条件周辺からの抽出は、残した特徴との依存を無視して不自然な入力を作り得る。論文はGaussian、Gaussian copula、empirical、hybrid conditional approximations。シミュレーションで基準Shapley値からのMAEと不自然入力を分析。銀行実データ28特徴ではhybridの使用。Gaussian copulaが常に勝つとは報告しない。本研究はP(XM|XO)を使う同じ生成問題に接続、目的は説明でなく学習拡張なので評価を改めて行う。</a:t>
            </a:r>
          </a:p>
          <a:p xmlns:a="http://schemas.openxmlformats.org/drawingml/2006/main">
            <a:r>
              <a:t/>
            </a:r>
          </a:p>
          <a:p xmlns:a="http://schemas.openxmlformats.org/drawingml/2006/main">
            <a:r>
              <a:t>出典・根拠</a:t>
            </a:r>
          </a:p>
          <a:p xmlns:a="http://schemas.openxmlformats.org/drawingml/2006/main">
            <a:r>
              <a:t>https://martinjullum.com/publication/aas-2021-explaining/aas-2021-explaining.pdf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Cui et al.2024は対照学習、擬似ラベルとクラス内corruption、特徴相関ベースmaskなど。公式コードの比較はrand_featsマスクなので完全な提案設定の再現とは言わない。今回のVIMEとの比較では目的関数などが異なるためcopula効果の因果分離はできません。単独の置換器比較はVIME2版を優先します。確認バイアスを本論文が不可逆と実証したとの断定は避けます。</a:t>
            </a:r>
          </a:p>
          <a:p xmlns:a="http://schemas.openxmlformats.org/drawingml/2006/main">
            <a:r>
              <a:t/>
            </a:r>
          </a:p>
          <a:p xmlns:a="http://schemas.openxmlformats.org/drawingml/2006/main">
            <a:r>
              <a:t>出典・根拠</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主指標macroROC AUC OVRは多クラスで各クラスvs残りAUCの単純平均。二値は陽性クラスのAUC（両クラス対称では同じ）。balanced accuracyは各クラスrecallの平均、macroF1は各クラスF1の平均、accuracyは全体正解率。テスト20%でwine36件と小さく不安定。5 seedsは独立サンプル5個とは異なる再分割。少標本CI過信しない。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データと分割・幅とepoch予算は合わせるがself-supervised objective、optimizer、pseudo-label bootstrap等は異なる。論文全設定の再現ではない。VIME vs copulaの2行差からのみ置換器変更の効果を検討し、第三法の勝敗はアルゴリズム一式の小規模参考比較です。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各答えは研究者の設計意図か確立した数学的事実かを分けます。なぜGaussian=まず安定し扱いやすいconditional、なぜコピーでなく生成=observed valuesに連続調整し多様性を出せるが既知制約保証はない、なぜラベルなし=依存の推定にラベルは要らないがlabel invarianceとは別、なぜ性能不確定=小規模結果と仮定・強度が未検証。</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qは確率位置のしきい値。上下で極限をとる方向が異なる。λL=limq→0 C(q,q)/q、λU=limq→1 (1−2q+C(q,q))/(1−q)。Gaussianの非退化ρ∈(−1,1)は両方0、完全同方向ρ=1は1。有限qでは依存がある場合がある。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実装：自己教師ありL=BCE(mask_hat,actualmask)+2MSE(x_hat,x)。actualmask=(x!=x_corrupted)。エンコーダは前学習後freeze、予測器をラベルありCEとラベルなし拡張3viewのlogit分散の一貫性で学習。λconsistency1。原論文はマスク推定復元と半教師ありregularizationの枠組みを提案、現在のPyTorch版の実装選択とは区別。ソースvime_torch.py。</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実際のCorruptor APIは__call__です。GaussianCopulaCorruptor().fit(x_u)後にcopula(x,mask,rng)。VIMEClassifierはpretrain内部でfitを呼びます。maskはTrueの列を置換。実験run_experiment.pyとrun_toy.pyから実行。ここはコード概念でなく現在APIに対応した抜粋。ラベルなし訓練のみfit、テスト禁止。</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スライドのノートには対応する原資料URLまたはローカル実装を記載しています。このスライドは主要出典の一覧です。公式文書・原論文中心。データや数学の説明例は説明用で、引用結果と区別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a:p xmlns:a="http://schemas.openxmlformats.org/drawingml/2006/main">
            <a:r>
              <a:t>https://doi.org/10.1111/j.1751-5823.2005.tb00254.x</a:t>
            </a:r>
          </a:p>
          <a:p xmlns:a="http://schemas.openxmlformats.org/drawingml/2006/main">
            <a:r>
              <a:t>https://www.annualreviews.org/content/journals/10.1146/annurev-statistics-040220-101153</a:t>
            </a:r>
          </a:p>
          <a:p xmlns:a="http://schemas.openxmlformats.org/drawingml/2006/main">
            <a:r>
              <a:t>https://arxiv.org/abs/1910.12845</a:t>
            </a:r>
          </a:p>
          <a:p xmlns:a="http://schemas.openxmlformats.org/drawingml/2006/main">
            <a:r>
              <a:t>https://martinjullum.com/publication/aas-2021-explaining/aas-2021-explaining.pdf</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copula/slideLayouts/_rels/slideLayout1.xml.rels><?xml version='1.0' encoding='UTF-8' standalone='yes'?>
<Relationships xmlns="http://schemas.openxmlformats.org/package/2006/relationships"><Relationship Type="http://schemas.openxmlformats.org/officeDocument/2006/relationships/slideMaster" Target="../slideMasters/slideMaster1.xml" Id="Rdc98e1500c874b6d"/></Relationships>
</file>

<file path=ppt/copula/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copula/slideMasters/_rels/slideMaster1.xml.rels><?xml version='1.0' encoding='UTF-8' standalone='yes'?>
<Relationships xmlns="http://schemas.openxmlformats.org/package/2006/relationships"><Relationship Type="http://schemas.openxmlformats.org/officeDocument/2006/relationships/theme" Target="theme/theme2.xml" Id="Re78c7a6a604346b9"/><Relationship Type="http://schemas.openxmlformats.org/officeDocument/2006/relationships/slideLayout" Target="../slideLayouts/slideLayout1.xml" Id="R7472123877d84f3c"/></Relationships>
</file>

<file path=ppt/copula/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72123877d84f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copula/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slides/charts/_rels/chart1.xml.rels><Relationships xmlns="http://schemas.openxmlformats.org/package/2006/relationships"><Relationship Id="rIdChartSnapshot1" Type="http://schemas.openxmlformats.org/officeDocument/2006/relationships/package" Target="../../../embeddings/chart-data-snapshot-001.xlsx"/></Relationships>
</file>

<file path=ppt/copula/slides/charts/_rels/chart2.xml.rels><Relationships xmlns="http://schemas.openxmlformats.org/package/2006/relationships"><Relationship Id="rIdChartSnapshot1" Type="http://schemas.openxmlformats.org/officeDocument/2006/relationships/package" Target="../../../embeddings/chart-data-snapshot-002.xlsx"/></Relationships>
</file>

<file path=ppt/copula/slides/charts/_rels/chart3.xml.rels><Relationships xmlns="http://schemas.openxmlformats.org/package/2006/relationships"><Relationship Id="rIdChartSnapshot1" Type="http://schemas.openxmlformats.org/officeDocument/2006/relationships/package" Target="../../../embeddings/chart-data-snapshot-003.xlsx"/></Relationships>
</file>

<file path=ppt/copula/slides/charts/_rels/chart4.xml.rels><Relationships xmlns="http://schemas.openxmlformats.org/package/2006/relationships"><Relationship Id="rIdChartSnapshot1" Type="http://schemas.openxmlformats.org/officeDocument/2006/relationships/package" Target="../../../embeddings/chart-data-snapshot-004.xlsx"/></Relationships>
</file>

<file path=ppt/copula/slides/charts/_rels/chart5.xml.rels><Relationships xmlns="http://schemas.openxmlformats.org/package/2006/relationships"><Relationship Id="rIdChartSnapshot1" Type="http://schemas.openxmlformats.org/officeDocument/2006/relationships/package" Target="../../../embeddings/chart-data-snapshot-005.xlsx"/></Relationships>
</file>

<file path=ppt/copula/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Data'!$A$2:$A$10</c:f>
              <c:numCache>
                <c:formatCode>General</c:formatCode>
                <c:ptCount val="9"/>
                <c:pt idx="0">
                  <c:v>0.1</c:v>
                </c:pt>
                <c:pt idx="1">
                  <c:v>0.2</c:v>
                </c:pt>
                <c:pt idx="2">
                  <c:v>0.3</c:v>
                </c:pt>
                <c:pt idx="3">
                  <c:v>0.4</c:v>
                </c:pt>
                <c:pt idx="4">
                  <c:v>0.5</c:v>
                </c:pt>
                <c:pt idx="5">
                  <c:v>0.6</c:v>
                </c:pt>
                <c:pt idx="6">
                  <c:v>0.7</c:v>
                </c:pt>
                <c:pt idx="7">
                  <c:v>0.8</c:v>
                </c:pt>
                <c:pt idx="8">
                  <c:v>0.9</c:v>
                </c:pt>
              </c:numCache>
            </c:numRef>
          </c:xVal>
          <c:yVal>
            <c:numRef>
              <c:f>'Chart Data'!$B$2:$B$10</c:f>
              <c:numCache>
                <c:formatCode>0.0</c:formatCode>
                <c:ptCount val="9"/>
                <c:pt idx="0">
                  <c:v>0.15</c:v>
                </c:pt>
                <c:pt idx="1">
                  <c:v>0.23</c:v>
                </c:pt>
                <c:pt idx="2">
                  <c:v>0.2</c:v>
                </c:pt>
                <c:pt idx="3">
                  <c:v>0.48</c:v>
                </c:pt>
                <c:pt idx="4">
                  <c:v>0.42</c:v>
                </c:pt>
                <c:pt idx="5">
                  <c:v>0.7</c:v>
                </c:pt>
                <c:pt idx="6">
                  <c:v>0.62</c:v>
                </c:pt>
                <c:pt idx="7">
                  <c:v>0.84</c:v>
                </c:pt>
                <c:pt idx="8">
                  <c:v>0.91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V：体重の位置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U：身長の位置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範囲の外</c:v>
          </c:tx>
          <c:spPr>
            <a:solidFill xmlns:a="http://schemas.openxmlformats.org/drawingml/2006/main">
              <a:srgbClr val="AAAAAA"/>
            </a:solidFill>
            <a:ln xmlns:a="http://schemas.openxmlformats.org/drawingml/2006/main" w="0">
              <a:noFill/>
            </a:ln>
          </c:spPr>
          <c:marker>
            <c:symbol val="circle"/>
            <c:size val="5"/>
            <c:spPr>
              <a:noFill xmlns:a="http://schemas.openxmlformats.org/drawingml/2006/main"/>
            </c:spPr>
          </c:marker>
          <c:xVal>
            <c:numRef>
              <c:f>'Chart Data'!$A$2:$A$61</c:f>
              <c:numCache>
                <c:formatCode>General</c:formatCode>
                <c:ptCount val="60"/>
                <c:pt idx="0">
                  <c:v>0.05</c:v>
                </c:pt>
                <c:pt idx="1">
                  <c:v>0.05</c:v>
                </c:pt>
                <c:pt idx="2">
                  <c:v>0.05</c:v>
                </c:pt>
                <c:pt idx="3">
                  <c:v>0.05</c:v>
                </c:pt>
                <c:pt idx="4">
                  <c:v>0.05</c:v>
                </c:pt>
                <c:pt idx="5">
                  <c:v>0.15</c:v>
                </c:pt>
                <c:pt idx="6">
                  <c:v>0.15</c:v>
                </c:pt>
                <c:pt idx="7">
                  <c:v>0.15</c:v>
                </c:pt>
                <c:pt idx="8">
                  <c:v>0.15</c:v>
                </c:pt>
                <c:pt idx="9">
                  <c:v>0.15</c:v>
                </c:pt>
                <c:pt idx="10">
                  <c:v>0.25</c:v>
                </c:pt>
                <c:pt idx="11">
                  <c:v>0.25</c:v>
                </c:pt>
                <c:pt idx="12">
                  <c:v>0.25</c:v>
                </c:pt>
                <c:pt idx="13">
                  <c:v>0.25</c:v>
                </c:pt>
                <c:pt idx="14">
                  <c:v>0.25</c:v>
                </c:pt>
                <c:pt idx="15">
                  <c:v>0.35</c:v>
                </c:pt>
                <c:pt idx="16">
                  <c:v>0.35</c:v>
                </c:pt>
                <c:pt idx="17">
                  <c:v>0.35</c:v>
                </c:pt>
                <c:pt idx="18">
                  <c:v>0.35</c:v>
                </c:pt>
                <c:pt idx="19">
                  <c:v>0.35</c:v>
                </c:pt>
                <c:pt idx="20">
                  <c:v>0.45</c:v>
                </c:pt>
                <c:pt idx="21">
                  <c:v>0.45</c:v>
                </c:pt>
                <c:pt idx="22">
                  <c:v>0.45</c:v>
                </c:pt>
                <c:pt idx="23">
                  <c:v>0.45</c:v>
                </c:pt>
                <c:pt idx="24">
                  <c:v>0.45</c:v>
                </c:pt>
                <c:pt idx="25">
                  <c:v>0.55</c:v>
                </c:pt>
                <c:pt idx="26">
                  <c:v>0.55</c:v>
                </c:pt>
                <c:pt idx="27">
                  <c:v>0.55</c:v>
                </c:pt>
                <c:pt idx="28">
                  <c:v>0.55</c:v>
                </c:pt>
                <c:pt idx="29">
                  <c:v>0.55</c:v>
                </c:pt>
                <c:pt idx="30">
                  <c:v>0.65</c:v>
                </c:pt>
                <c:pt idx="31">
                  <c:v>0.65</c:v>
                </c:pt>
                <c:pt idx="32">
                  <c:v>0.65</c:v>
                </c:pt>
                <c:pt idx="33">
                  <c:v>0.65</c:v>
                </c:pt>
                <c:pt idx="34">
                  <c:v>0.65</c:v>
                </c:pt>
                <c:pt idx="35">
                  <c:v>0.75</c:v>
                </c:pt>
                <c:pt idx="36">
                  <c:v>0.75</c:v>
                </c:pt>
                <c:pt idx="37">
                  <c:v>0.75</c:v>
                </c:pt>
                <c:pt idx="38">
                  <c:v>0.75</c:v>
                </c:pt>
                <c:pt idx="39">
                  <c:v>0.75</c:v>
                </c:pt>
                <c:pt idx="40">
                  <c:v>0.85</c:v>
                </c:pt>
                <c:pt idx="41">
                  <c:v>0.85</c:v>
                </c:pt>
                <c:pt idx="42">
                  <c:v>0.85</c:v>
                </c:pt>
                <c:pt idx="43">
                  <c:v>0.85</c:v>
                </c:pt>
                <c:pt idx="44">
                  <c:v>0.85</c:v>
                </c:pt>
                <c:pt idx="45">
                  <c:v>0.85</c:v>
                </c:pt>
                <c:pt idx="46">
                  <c:v>0.85</c:v>
                </c:pt>
                <c:pt idx="47">
                  <c:v>0.85</c:v>
                </c:pt>
                <c:pt idx="48">
                  <c:v>0.85</c:v>
                </c:pt>
                <c:pt idx="49">
                  <c:v>0.85</c:v>
                </c:pt>
                <c:pt idx="50">
                  <c:v>0.95</c:v>
                </c:pt>
                <c:pt idx="51">
                  <c:v>0.95</c:v>
                </c:pt>
                <c:pt idx="52">
                  <c:v>0.95</c:v>
                </c:pt>
                <c:pt idx="53">
                  <c:v>0.95</c:v>
                </c:pt>
                <c:pt idx="54">
                  <c:v>0.95</c:v>
                </c:pt>
                <c:pt idx="55">
                  <c:v>0.95</c:v>
                </c:pt>
                <c:pt idx="56">
                  <c:v>0.95</c:v>
                </c:pt>
                <c:pt idx="57">
                  <c:v>0.95</c:v>
                </c:pt>
                <c:pt idx="58">
                  <c:v>0.95</c:v>
                </c:pt>
                <c:pt idx="59">
                  <c:v>0.95</c:v>
                </c:pt>
              </c:numCache>
            </c:numRef>
          </c:xVal>
          <c:yVal>
            <c:numRef>
              <c:f>'Chart Data'!$B$2:$B$61</c:f>
              <c:numCache>
                <c:formatCode>0.0</c:formatCode>
                <c:ptCount val="60"/>
                <c:pt idx="0">
                  <c:v>0.55</c:v>
                </c:pt>
                <c:pt idx="1">
                  <c:v>0.65</c:v>
                </c:pt>
                <c:pt idx="2">
                  <c:v>0.75</c:v>
                </c:pt>
                <c:pt idx="3">
                  <c:v>0.85</c:v>
                </c:pt>
                <c:pt idx="4">
                  <c:v>0.95</c:v>
                </c:pt>
                <c:pt idx="5">
                  <c:v>0.55</c:v>
                </c:pt>
                <c:pt idx="6">
                  <c:v>0.65</c:v>
                </c:pt>
                <c:pt idx="7">
                  <c:v>0.75</c:v>
                </c:pt>
                <c:pt idx="8">
                  <c:v>0.85</c:v>
                </c:pt>
                <c:pt idx="9">
                  <c:v>0.95</c:v>
                </c:pt>
                <c:pt idx="10">
                  <c:v>0.55</c:v>
                </c:pt>
                <c:pt idx="11">
                  <c:v>0.65</c:v>
                </c:pt>
                <c:pt idx="12">
                  <c:v>0.75</c:v>
                </c:pt>
                <c:pt idx="13">
                  <c:v>0.85</c:v>
                </c:pt>
                <c:pt idx="14">
                  <c:v>0.95</c:v>
                </c:pt>
                <c:pt idx="15">
                  <c:v>0.55</c:v>
                </c:pt>
                <c:pt idx="16">
                  <c:v>0.65</c:v>
                </c:pt>
                <c:pt idx="17">
                  <c:v>0.75</c:v>
                </c:pt>
                <c:pt idx="18">
                  <c:v>0.85</c:v>
                </c:pt>
                <c:pt idx="19">
                  <c:v>0.95</c:v>
                </c:pt>
                <c:pt idx="20">
                  <c:v>0.55</c:v>
                </c:pt>
                <c:pt idx="21">
                  <c:v>0.65</c:v>
                </c:pt>
                <c:pt idx="22">
                  <c:v>0.75</c:v>
                </c:pt>
                <c:pt idx="23">
                  <c:v>0.85</c:v>
                </c:pt>
                <c:pt idx="24">
                  <c:v>0.95</c:v>
                </c:pt>
                <c:pt idx="25">
                  <c:v>0.55</c:v>
                </c:pt>
                <c:pt idx="26">
                  <c:v>0.65</c:v>
                </c:pt>
                <c:pt idx="27">
                  <c:v>0.75</c:v>
                </c:pt>
                <c:pt idx="28">
                  <c:v>0.85</c:v>
                </c:pt>
                <c:pt idx="29">
                  <c:v>0.95</c:v>
                </c:pt>
                <c:pt idx="30">
                  <c:v>0.55</c:v>
                </c:pt>
                <c:pt idx="31">
                  <c:v>0.65</c:v>
                </c:pt>
                <c:pt idx="32">
                  <c:v>0.75</c:v>
                </c:pt>
                <c:pt idx="33">
                  <c:v>0.85</c:v>
                </c:pt>
                <c:pt idx="34">
                  <c:v>0.95</c:v>
                </c:pt>
                <c:pt idx="35">
                  <c:v>0.55</c:v>
                </c:pt>
                <c:pt idx="36">
                  <c:v>0.65</c:v>
                </c:pt>
                <c:pt idx="37">
                  <c:v>0.75</c:v>
                </c:pt>
                <c:pt idx="38">
                  <c:v>0.85</c:v>
                </c:pt>
                <c:pt idx="39">
                  <c:v>0.95</c:v>
                </c:pt>
                <c:pt idx="40">
                  <c:v>0.05</c:v>
                </c:pt>
                <c:pt idx="41">
                  <c:v>0.15</c:v>
                </c:pt>
                <c:pt idx="42">
                  <c:v>0.25</c:v>
                </c:pt>
                <c:pt idx="43">
                  <c:v>0.35</c:v>
                </c:pt>
                <c:pt idx="44">
                  <c:v>0.45</c:v>
                </c:pt>
                <c:pt idx="45">
                  <c:v>0.55</c:v>
                </c:pt>
                <c:pt idx="46">
                  <c:v>0.65</c:v>
                </c:pt>
                <c:pt idx="47">
                  <c:v>0.75</c:v>
                </c:pt>
                <c:pt idx="48">
                  <c:v>0.85</c:v>
                </c:pt>
                <c:pt idx="49">
                  <c:v>0.95</c:v>
                </c:pt>
                <c:pt idx="50">
                  <c:v>0.05</c:v>
                </c:pt>
                <c:pt idx="51">
                  <c:v>0.15</c:v>
                </c:pt>
                <c:pt idx="52">
                  <c:v>0.25</c:v>
                </c:pt>
                <c:pt idx="53">
                  <c:v>0.35</c:v>
                </c:pt>
                <c:pt idx="54">
                  <c:v>0.45</c:v>
                </c:pt>
                <c:pt idx="55">
                  <c:v>0.55</c:v>
                </c:pt>
                <c:pt idx="56">
                  <c:v>0.65</c:v>
                </c:pt>
                <c:pt idx="57">
                  <c:v>0.75</c:v>
                </c:pt>
                <c:pt idx="58">
                  <c:v>0.85</c:v>
                </c:pt>
                <c:pt idx="59">
                  <c:v>0.95</c:v>
                </c:pt>
              </c:numCache>
            </c:numRef>
          </c:yVal>
        </c:ser>
        <c:ser>
          <c:idx val="1"/>
          <c:order val="1"/>
          <c:tx>
            <c:v>両条件を満たす</c:v>
          </c:tx>
          <c:spPr>
            <a:solidFill xmlns:a="http://schemas.openxmlformats.org/drawingml/2006/main">
              <a:srgbClr val="2E7D5B"/>
            </a:solidFill>
            <a:ln xmlns:a="http://schemas.openxmlformats.org/drawingml/2006/main" w="0">
              <a:noFill/>
            </a:ln>
          </c:spPr>
          <c:marker>
            <c:symbol val="circle"/>
            <c:size val="6"/>
            <c:spPr>
              <a:noFill xmlns:a="http://schemas.openxmlformats.org/drawingml/2006/main"/>
            </c:spPr>
          </c:marker>
          <c:xVal>
            <c:numRef>
              <c:f>'Chart Data'!$C$2:$C$41</c:f>
              <c:numCache>
                <c:formatCode>General</c:formatCode>
                <c:ptCount val="40"/>
                <c:pt idx="0">
                  <c:v>0.05</c:v>
                </c:pt>
                <c:pt idx="1">
                  <c:v>0.05</c:v>
                </c:pt>
                <c:pt idx="2">
                  <c:v>0.05</c:v>
                </c:pt>
                <c:pt idx="3">
                  <c:v>0.05</c:v>
                </c:pt>
                <c:pt idx="4">
                  <c:v>0.05</c:v>
                </c:pt>
                <c:pt idx="5">
                  <c:v>0.15</c:v>
                </c:pt>
                <c:pt idx="6">
                  <c:v>0.15</c:v>
                </c:pt>
                <c:pt idx="7">
                  <c:v>0.15</c:v>
                </c:pt>
                <c:pt idx="8">
                  <c:v>0.15</c:v>
                </c:pt>
                <c:pt idx="9">
                  <c:v>0.15</c:v>
                </c:pt>
                <c:pt idx="10">
                  <c:v>0.25</c:v>
                </c:pt>
                <c:pt idx="11">
                  <c:v>0.25</c:v>
                </c:pt>
                <c:pt idx="12">
                  <c:v>0.25</c:v>
                </c:pt>
                <c:pt idx="13">
                  <c:v>0.25</c:v>
                </c:pt>
                <c:pt idx="14">
                  <c:v>0.25</c:v>
                </c:pt>
                <c:pt idx="15">
                  <c:v>0.35</c:v>
                </c:pt>
                <c:pt idx="16">
                  <c:v>0.35</c:v>
                </c:pt>
                <c:pt idx="17">
                  <c:v>0.35</c:v>
                </c:pt>
                <c:pt idx="18">
                  <c:v>0.35</c:v>
                </c:pt>
                <c:pt idx="19">
                  <c:v>0.35</c:v>
                </c:pt>
                <c:pt idx="20">
                  <c:v>0.45</c:v>
                </c:pt>
                <c:pt idx="21">
                  <c:v>0.45</c:v>
                </c:pt>
                <c:pt idx="22">
                  <c:v>0.45</c:v>
                </c:pt>
                <c:pt idx="23">
                  <c:v>0.45</c:v>
                </c:pt>
                <c:pt idx="24">
                  <c:v>0.45</c:v>
                </c:pt>
                <c:pt idx="25">
                  <c:v>0.55</c:v>
                </c:pt>
                <c:pt idx="26">
                  <c:v>0.55</c:v>
                </c:pt>
                <c:pt idx="27">
                  <c:v>0.55</c:v>
                </c:pt>
                <c:pt idx="28">
                  <c:v>0.55</c:v>
                </c:pt>
                <c:pt idx="29">
                  <c:v>0.55</c:v>
                </c:pt>
                <c:pt idx="30">
                  <c:v>0.65</c:v>
                </c:pt>
                <c:pt idx="31">
                  <c:v>0.65</c:v>
                </c:pt>
                <c:pt idx="32">
                  <c:v>0.65</c:v>
                </c:pt>
                <c:pt idx="33">
                  <c:v>0.65</c:v>
                </c:pt>
                <c:pt idx="34">
                  <c:v>0.65</c:v>
                </c:pt>
                <c:pt idx="35">
                  <c:v>0.75</c:v>
                </c:pt>
                <c:pt idx="36">
                  <c:v>0.75</c:v>
                </c:pt>
                <c:pt idx="37">
                  <c:v>0.75</c:v>
                </c:pt>
                <c:pt idx="38">
                  <c:v>0.75</c:v>
                </c:pt>
                <c:pt idx="39">
                  <c:v>0.75</c:v>
                </c:pt>
              </c:numCache>
            </c:numRef>
          </c:xVal>
          <c:yVal>
            <c:numRef>
              <c:f>'Chart Data'!$D$2:$D$41</c:f>
              <c:numCache>
                <c:formatCode>0.0</c:formatCode>
                <c:ptCount val="40"/>
                <c:pt idx="0">
                  <c:v>0.05</c:v>
                </c:pt>
                <c:pt idx="1">
                  <c:v>0.15</c:v>
                </c:pt>
                <c:pt idx="2">
                  <c:v>0.25</c:v>
                </c:pt>
                <c:pt idx="3">
                  <c:v>0.35</c:v>
                </c:pt>
                <c:pt idx="4">
                  <c:v>0.45</c:v>
                </c:pt>
                <c:pt idx="5">
                  <c:v>0.05</c:v>
                </c:pt>
                <c:pt idx="6">
                  <c:v>0.15</c:v>
                </c:pt>
                <c:pt idx="7">
                  <c:v>0.25</c:v>
                </c:pt>
                <c:pt idx="8">
                  <c:v>0.35</c:v>
                </c:pt>
                <c:pt idx="9">
                  <c:v>0.45</c:v>
                </c:pt>
                <c:pt idx="10">
                  <c:v>0.05</c:v>
                </c:pt>
                <c:pt idx="11">
                  <c:v>0.15</c:v>
                </c:pt>
                <c:pt idx="12">
                  <c:v>0.25</c:v>
                </c:pt>
                <c:pt idx="13">
                  <c:v>0.35</c:v>
                </c:pt>
                <c:pt idx="14">
                  <c:v>0.45</c:v>
                </c:pt>
                <c:pt idx="15">
                  <c:v>0.05</c:v>
                </c:pt>
                <c:pt idx="16">
                  <c:v>0.15</c:v>
                </c:pt>
                <c:pt idx="17">
                  <c:v>0.25</c:v>
                </c:pt>
                <c:pt idx="18">
                  <c:v>0.35</c:v>
                </c:pt>
                <c:pt idx="19">
                  <c:v>0.45</c:v>
                </c:pt>
                <c:pt idx="20">
                  <c:v>0.05</c:v>
                </c:pt>
                <c:pt idx="21">
                  <c:v>0.15</c:v>
                </c:pt>
                <c:pt idx="22">
                  <c:v>0.25</c:v>
                </c:pt>
                <c:pt idx="23">
                  <c:v>0.35</c:v>
                </c:pt>
                <c:pt idx="24">
                  <c:v>0.45</c:v>
                </c:pt>
                <c:pt idx="25">
                  <c:v>0.05</c:v>
                </c:pt>
                <c:pt idx="26">
                  <c:v>0.15</c:v>
                </c:pt>
                <c:pt idx="27">
                  <c:v>0.25</c:v>
                </c:pt>
                <c:pt idx="28">
                  <c:v>0.35</c:v>
                </c:pt>
                <c:pt idx="29">
                  <c:v>0.45</c:v>
                </c:pt>
                <c:pt idx="30">
                  <c:v>0.05</c:v>
                </c:pt>
                <c:pt idx="31">
                  <c:v>0.15</c:v>
                </c:pt>
                <c:pt idx="32">
                  <c:v>0.25</c:v>
                </c:pt>
                <c:pt idx="33">
                  <c:v>0.35</c:v>
                </c:pt>
                <c:pt idx="34">
                  <c:v>0.45</c:v>
                </c:pt>
                <c:pt idx="35">
                  <c:v>0.05</c:v>
                </c:pt>
                <c:pt idx="36">
                  <c:v>0.15</c:v>
                </c:pt>
                <c:pt idx="37">
                  <c:v>0.25</c:v>
                </c:pt>
                <c:pt idx="38">
                  <c:v>0.35</c:v>
                </c:pt>
                <c:pt idx="39">
                  <c:v>0.45</c:v>
                </c:pt>
              </c:numCache>
            </c:numRef>
          </c:yVal>
        </c:ser>
        <c:ser>
          <c:idx val="2"/>
          <c:order val="2"/>
          <c:tx>
            <c:v>境界</c:v>
          </c:tx>
          <c:spPr>
            <a:solidFill xmlns:a="http://schemas.openxmlformats.org/drawingml/2006/main">
              <a:srgbClr val="2E7D5B"/>
            </a:solidFill>
            <a:ln xmlns:a="http://schemas.openxmlformats.org/drawingml/2006/main" w="19050">
              <a:solidFill>
                <a:srgbClr val="2E7D5B"/>
              </a:solidFill>
            </a:ln>
          </c:spPr>
          <c:marker>
            <c:symbol val="none"/>
          </c:marker>
          <c:xVal>
            <c:numRef>
              <c:f>'Chart Data'!$E$2:$E$6</c:f>
              <c:numCache>
                <c:formatCode>General</c:formatCode>
                <c:ptCount val="5"/>
                <c:pt idx="0">
                  <c:v>0</c:v>
                </c:pt>
                <c:pt idx="1">
                  <c:v>0.8</c:v>
                </c:pt>
                <c:pt idx="2">
                  <c:v>0.8</c:v>
                </c:pt>
                <c:pt idx="3">
                  <c:v>0</c:v>
                </c:pt>
                <c:pt idx="4">
                  <c:v>0</c:v>
                </c:pt>
              </c:numCache>
            </c:numRef>
          </c:xVal>
          <c:yVal>
            <c:numRef>
              <c:f>'Chart Data'!$F$2:$F$6</c:f>
              <c:numCache>
                <c:formatCode>0.0</c:formatCode>
                <c:ptCount val="5"/>
                <c:pt idx="0">
                  <c:v>0</c:v>
                </c:pt>
                <c:pt idx="1">
                  <c:v>0</c:v>
                </c:pt>
                <c:pt idx="2">
                  <c:v>0.5</c:v>
                </c:pt>
                <c:pt idx="3">
                  <c:v>0.5</c:v>
                </c:pt>
                <c:pt idx="4">
                  <c:v>0</c:v>
                </c:pt>
              </c:numCache>
            </c:numRef>
          </c:yVal>
        </c:ser>
        <c:axId val="48650112"/>
        <c:axId val="48672768"/>
      </c:scatterChart>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V：体重の位置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U：身長の位置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3.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-0.210561</c:v>
                </c:pt>
                <c:pt idx="1">
                  <c:v>-1.713056</c:v>
                </c:pt>
                <c:pt idx="2">
                  <c:v>-0.624863</c:v>
                </c:pt>
                <c:pt idx="3">
                  <c:v>0.700037</c:v>
                </c:pt>
                <c:pt idx="4">
                  <c:v>-1.269596</c:v>
                </c:pt>
                <c:pt idx="5">
                  <c:v>-0.01204</c:v>
                </c:pt>
                <c:pt idx="6">
                  <c:v>0.133132</c:v>
                </c:pt>
                <c:pt idx="7">
                  <c:v>0.437726</c:v>
                </c:pt>
                <c:pt idx="8">
                  <c:v>2.036789</c:v>
                </c:pt>
                <c:pt idx="9">
                  <c:v>-1.370433</c:v>
                </c:pt>
                <c:pt idx="10">
                  <c:v>0.065495</c:v>
                </c:pt>
                <c:pt idx="11">
                  <c:v>-0.862793</c:v>
                </c:pt>
                <c:pt idx="12">
                  <c:v>1.453965</c:v>
                </c:pt>
                <c:pt idx="13">
                  <c:v>1.306129</c:v>
                </c:pt>
                <c:pt idx="14">
                  <c:v>-0.123963</c:v>
                </c:pt>
                <c:pt idx="15">
                  <c:v>0.455768</c:v>
                </c:pt>
                <c:pt idx="16">
                  <c:v>-1.035617</c:v>
                </c:pt>
                <c:pt idx="17">
                  <c:v>-1.663404</c:v>
                </c:pt>
                <c:pt idx="18">
                  <c:v>-2.516123</c:v>
                </c:pt>
                <c:pt idx="19">
                  <c:v>0.694111</c:v>
                </c:pt>
                <c:pt idx="20">
                  <c:v>-0.654308</c:v>
                </c:pt>
                <c:pt idx="21">
                  <c:v>-0.218106</c:v>
                </c:pt>
                <c:pt idx="22">
                  <c:v>-0.531666</c:v>
                </c:pt>
                <c:pt idx="23">
                  <c:v>0.032668</c:v>
                </c:pt>
                <c:pt idx="24">
                  <c:v>-0.025947</c:v>
                </c:pt>
                <c:pt idx="25">
                  <c:v>-0.241011</c:v>
                </c:pt>
                <c:pt idx="26">
                  <c:v>-1.10778</c:v>
                </c:pt>
                <c:pt idx="27">
                  <c:v>0.288077</c:v>
                </c:pt>
                <c:pt idx="28">
                  <c:v>-0.83871</c:v>
                </c:pt>
                <c:pt idx="29">
                  <c:v>-0.29658</c:v>
                </c:pt>
                <c:pt idx="30">
                  <c:v>-1.458526</c:v>
                </c:pt>
                <c:pt idx="31">
                  <c:v>0.146215</c:v>
                </c:pt>
                <c:pt idx="32">
                  <c:v>1.253883</c:v>
                </c:pt>
                <c:pt idx="33">
                  <c:v>0.922958</c:v>
                </c:pt>
                <c:pt idx="34">
                  <c:v>0.472563</c:v>
                </c:pt>
                <c:pt idx="35">
                  <c:v>0.443993</c:v>
                </c:pt>
                <c:pt idx="36">
                  <c:v>1.836666</c:v>
                </c:pt>
                <c:pt idx="37">
                  <c:v>1.998814</c:v>
                </c:pt>
                <c:pt idx="38">
                  <c:v>0.303016</c:v>
                </c:pt>
                <c:pt idx="39">
                  <c:v>0.288125</c:v>
                </c:pt>
                <c:pt idx="40">
                  <c:v>1.093635</c:v>
                </c:pt>
                <c:pt idx="41">
                  <c:v>-0.619421</c:v>
                </c:pt>
                <c:pt idx="42">
                  <c:v>-0.775727</c:v>
                </c:pt>
                <c:pt idx="43">
                  <c:v>0.636762</c:v>
                </c:pt>
                <c:pt idx="44">
                  <c:v>1.984869</c:v>
                </c:pt>
                <c:pt idx="45">
                  <c:v>-0.50276</c:v>
                </c:pt>
                <c:pt idx="46">
                  <c:v>0.473785</c:v>
                </c:pt>
                <c:pt idx="47">
                  <c:v>-0.181957</c:v>
                </c:pt>
                <c:pt idx="48">
                  <c:v>0.117176</c:v>
                </c:pt>
                <c:pt idx="49">
                  <c:v>-0.104379</c:v>
                </c:pt>
                <c:pt idx="50">
                  <c:v>-0.28131</c:v>
                </c:pt>
                <c:pt idx="51">
                  <c:v>-1.22926</c:v>
                </c:pt>
                <c:pt idx="52">
                  <c:v>0.787163</c:v>
                </c:pt>
                <c:pt idx="53">
                  <c:v>-0.505629</c:v>
                </c:pt>
                <c:pt idx="54">
                  <c:v>-1.456005</c:v>
                </c:pt>
                <c:pt idx="55">
                  <c:v>0.038035</c:v>
                </c:pt>
                <c:pt idx="56">
                  <c:v>-0.165187</c:v>
                </c:pt>
                <c:pt idx="57">
                  <c:v>0.787543</c:v>
                </c:pt>
                <c:pt idx="58">
                  <c:v>0.237884</c:v>
                </c:pt>
                <c:pt idx="59">
                  <c:v>0.389573</c:v>
                </c:pt>
                <c:pt idx="60">
                  <c:v>-0.416826</c:v>
                </c:pt>
                <c:pt idx="61">
                  <c:v>0.19116</c:v>
                </c:pt>
                <c:pt idx="62">
                  <c:v>-0.817319</c:v>
                </c:pt>
                <c:pt idx="63">
                  <c:v>-1.305464</c:v>
                </c:pt>
                <c:pt idx="64">
                  <c:v>1.361396</c:v>
                </c:pt>
                <c:pt idx="65">
                  <c:v>0.520453</c:v>
                </c:pt>
                <c:pt idx="66">
                  <c:v>-1.615519</c:v>
                </c:pt>
                <c:pt idx="67">
                  <c:v>0.546359</c:v>
                </c:pt>
                <c:pt idx="68">
                  <c:v>-1.656757</c:v>
                </c:pt>
                <c:pt idx="69">
                  <c:v>-0.84341</c:v>
                </c:pt>
                <c:pt idx="70">
                  <c:v>2.091688</c:v>
                </c:pt>
                <c:pt idx="71">
                  <c:v>-0.222123</c:v>
                </c:pt>
                <c:pt idx="72">
                  <c:v>0.614768</c:v>
                </c:pt>
                <c:pt idx="73">
                  <c:v>0.863907</c:v>
                </c:pt>
                <c:pt idx="74">
                  <c:v>-1.740884</c:v>
                </c:pt>
                <c:pt idx="75">
                  <c:v>0.313218</c:v>
                </c:pt>
                <c:pt idx="76">
                  <c:v>0.534711</c:v>
                </c:pt>
                <c:pt idx="77">
                  <c:v>-1.480492</c:v>
                </c:pt>
                <c:pt idx="78">
                  <c:v>-0.385907</c:v>
                </c:pt>
                <c:pt idx="79">
                  <c:v>0.11407</c:v>
                </c:pt>
                <c:pt idx="80">
                  <c:v>0.895041</c:v>
                </c:pt>
                <c:pt idx="81">
                  <c:v>0.489411</c:v>
                </c:pt>
                <c:pt idx="82">
                  <c:v>-0.73591</c:v>
                </c:pt>
                <c:pt idx="83">
                  <c:v>0.233848</c:v>
                </c:pt>
                <c:pt idx="84">
                  <c:v>0.408122</c:v>
                </c:pt>
                <c:pt idx="85">
                  <c:v>-0.765441</c:v>
                </c:pt>
                <c:pt idx="86">
                  <c:v>-1.570768</c:v>
                </c:pt>
                <c:pt idx="87">
                  <c:v>0.357895</c:v>
                </c:pt>
                <c:pt idx="88">
                  <c:v>0.909</c:v>
                </c:pt>
                <c:pt idx="89">
                  <c:v>0.201396</c:v>
                </c:pt>
                <c:pt idx="90">
                  <c:v>-0.070873</c:v>
                </c:pt>
                <c:pt idx="91">
                  <c:v>1.546291</c:v>
                </c:pt>
                <c:pt idx="92">
                  <c:v>1.296057</c:v>
                </c:pt>
                <c:pt idx="93">
                  <c:v>0.615141</c:v>
                </c:pt>
                <c:pt idx="94">
                  <c:v>-0.91846</c:v>
                </c:pt>
                <c:pt idx="95">
                  <c:v>-0.719518</c:v>
                </c:pt>
                <c:pt idx="96">
                  <c:v>-1.240074</c:v>
                </c:pt>
                <c:pt idx="97">
                  <c:v>-0.694365</c:v>
                </c:pt>
                <c:pt idx="98">
                  <c:v>0.476725</c:v>
                </c:pt>
                <c:pt idx="99">
                  <c:v>0.348572</c:v>
                </c:pt>
                <c:pt idx="100">
                  <c:v>-1.226755</c:v>
                </c:pt>
                <c:pt idx="101">
                  <c:v>1.091137</c:v>
                </c:pt>
                <c:pt idx="102">
                  <c:v>1.043307</c:v>
                </c:pt>
                <c:pt idx="103">
                  <c:v>2.326211</c:v>
                </c:pt>
                <c:pt idx="104">
                  <c:v>-0.718224</c:v>
                </c:pt>
                <c:pt idx="105">
                  <c:v>0.611381</c:v>
                </c:pt>
                <c:pt idx="106">
                  <c:v>2.069503</c:v>
                </c:pt>
                <c:pt idx="107">
                  <c:v>0.357352</c:v>
                </c:pt>
                <c:pt idx="108">
                  <c:v>1.278387</c:v>
                </c:pt>
                <c:pt idx="109">
                  <c:v>0.334709</c:v>
                </c:pt>
                <c:pt idx="110">
                  <c:v>-0.242152</c:v>
                </c:pt>
                <c:pt idx="111">
                  <c:v>-1.047942</c:v>
                </c:pt>
                <c:pt idx="112">
                  <c:v>0.074507</c:v>
                </c:pt>
                <c:pt idx="113">
                  <c:v>-0.218564</c:v>
                </c:pt>
                <c:pt idx="114">
                  <c:v>-1.560617</c:v>
                </c:pt>
                <c:pt idx="115">
                  <c:v>-0.309118</c:v>
                </c:pt>
                <c:pt idx="116">
                  <c:v>-1.057372</c:v>
                </c:pt>
                <c:pt idx="117">
                  <c:v>-0.653348</c:v>
                </c:pt>
                <c:pt idx="118">
                  <c:v>-0.49068</c:v>
                </c:pt>
                <c:pt idx="119">
                  <c:v>0.998924</c:v>
                </c:pt>
                <c:pt idx="120">
                  <c:v>1.025902</c:v>
                </c:pt>
                <c:pt idx="121">
                  <c:v>0.157022</c:v>
                </c:pt>
                <c:pt idx="122">
                  <c:v>-0.974692</c:v>
                </c:pt>
                <c:pt idx="123">
                  <c:v>0.630976</c:v>
                </c:pt>
                <c:pt idx="124">
                  <c:v>-1.414051</c:v>
                </c:pt>
                <c:pt idx="125">
                  <c:v>-0.57502</c:v>
                </c:pt>
                <c:pt idx="126">
                  <c:v>-0.540014</c:v>
                </c:pt>
                <c:pt idx="127">
                  <c:v>0.64459</c:v>
                </c:pt>
                <c:pt idx="128">
                  <c:v>-0.653106</c:v>
                </c:pt>
                <c:pt idx="129">
                  <c:v>0.347963</c:v>
                </c:pt>
                <c:pt idx="130">
                  <c:v>0.060361</c:v>
                </c:pt>
                <c:pt idx="131">
                  <c:v>-0.342071</c:v>
                </c:pt>
                <c:pt idx="132">
                  <c:v>-0.396855</c:v>
                </c:pt>
                <c:pt idx="133">
                  <c:v>-0.751027</c:v>
                </c:pt>
                <c:pt idx="134">
                  <c:v>0.279652</c:v>
                </c:pt>
                <c:pt idx="135">
                  <c:v>0.249541</c:v>
                </c:pt>
                <c:pt idx="136">
                  <c:v>1.452706</c:v>
                </c:pt>
                <c:pt idx="137">
                  <c:v>0.772859</c:v>
                </c:pt>
                <c:pt idx="138">
                  <c:v>0.495658</c:v>
                </c:pt>
                <c:pt idx="139">
                  <c:v>0.347161</c:v>
                </c:pt>
                <c:pt idx="140">
                  <c:v>0.37272</c:v>
                </c:pt>
                <c:pt idx="141">
                  <c:v>2.16919</c:v>
                </c:pt>
                <c:pt idx="142">
                  <c:v>1.594857</c:v>
                </c:pt>
                <c:pt idx="143">
                  <c:v>1.235467</c:v>
                </c:pt>
                <c:pt idx="144">
                  <c:v>0.486987</c:v>
                </c:pt>
                <c:pt idx="145">
                  <c:v>-0.633328</c:v>
                </c:pt>
                <c:pt idx="146">
                  <c:v>-1.143939</c:v>
                </c:pt>
                <c:pt idx="147">
                  <c:v>1.387433</c:v>
                </c:pt>
                <c:pt idx="148">
                  <c:v>-0.787109</c:v>
                </c:pt>
                <c:pt idx="149">
                  <c:v>-0.53829</c:v>
                </c:pt>
                <c:pt idx="150">
                  <c:v>0.722009</c:v>
                </c:pt>
                <c:pt idx="151">
                  <c:v>-1.361264</c:v>
                </c:pt>
                <c:pt idx="152">
                  <c:v>0.494698</c:v>
                </c:pt>
                <c:pt idx="153">
                  <c:v>2.162272</c:v>
                </c:pt>
                <c:pt idx="154">
                  <c:v>-0.287687</c:v>
                </c:pt>
                <c:pt idx="155">
                  <c:v>0.795013</c:v>
                </c:pt>
                <c:pt idx="156">
                  <c:v>-1.174578</c:v>
                </c:pt>
                <c:pt idx="157">
                  <c:v>0.969031</c:v>
                </c:pt>
                <c:pt idx="158">
                  <c:v>0.602076</c:v>
                </c:pt>
                <c:pt idx="159">
                  <c:v>0.138562</c:v>
                </c:pt>
                <c:pt idx="160">
                  <c:v>0.10879</c:v>
                </c:pt>
                <c:pt idx="161">
                  <c:v>-0.112019</c:v>
                </c:pt>
                <c:pt idx="162">
                  <c:v>-0.592551</c:v>
                </c:pt>
                <c:pt idx="163">
                  <c:v>-0.317517</c:v>
                </c:pt>
                <c:pt idx="164">
                  <c:v>-0.990106</c:v>
                </c:pt>
                <c:pt idx="165">
                  <c:v>1.45095</c:v>
                </c:pt>
                <c:pt idx="166">
                  <c:v>0.050371</c:v>
                </c:pt>
                <c:pt idx="167">
                  <c:v>0.962529</c:v>
                </c:pt>
                <c:pt idx="168">
                  <c:v>0.217266</c:v>
                </c:pt>
                <c:pt idx="169">
                  <c:v>1.036899</c:v>
                </c:pt>
                <c:pt idx="170">
                  <c:v>1.496596</c:v>
                </c:pt>
                <c:pt idx="171">
                  <c:v>0.246041</c:v>
                </c:pt>
                <c:pt idx="172">
                  <c:v>0.498105</c:v>
                </c:pt>
                <c:pt idx="173">
                  <c:v>0.046019</c:v>
                </c:pt>
                <c:pt idx="174">
                  <c:v>1.692766</c:v>
                </c:pt>
                <c:pt idx="175">
                  <c:v>-0.356243</c:v>
                </c:pt>
                <c:pt idx="176">
                  <c:v>0.229687</c:v>
                </c:pt>
                <c:pt idx="177">
                  <c:v>0.811138</c:v>
                </c:pt>
                <c:pt idx="178">
                  <c:v>0.005554</c:v>
                </c:pt>
                <c:pt idx="179">
                  <c:v>0.32401</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4.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0.154852</c:v>
                </c:pt>
                <c:pt idx="1">
                  <c:v>1.692766</c:v>
                </c:pt>
                <c:pt idx="2">
                  <c:v>1.2041</c:v>
                </c:pt>
                <c:pt idx="3">
                  <c:v>-0.165187</c:v>
                </c:pt>
                <c:pt idx="4">
                  <c:v>-2.119382</c:v>
                </c:pt>
                <c:pt idx="5">
                  <c:v>-1.316218</c:v>
                </c:pt>
                <c:pt idx="6">
                  <c:v>1.530522</c:v>
                </c:pt>
                <c:pt idx="7">
                  <c:v>0.688716</c:v>
                </c:pt>
                <c:pt idx="8">
                  <c:v>1.711785</c:v>
                </c:pt>
                <c:pt idx="9">
                  <c:v>-0.189384</c:v>
                </c:pt>
                <c:pt idx="10">
                  <c:v>0.334709</c:v>
                </c:pt>
                <c:pt idx="11">
                  <c:v>0.561395</c:v>
                </c:pt>
                <c:pt idx="12">
                  <c:v>0.289951</c:v>
                </c:pt>
                <c:pt idx="13">
                  <c:v>0.883718</c:v>
                </c:pt>
                <c:pt idx="14">
                  <c:v>0.702595</c:v>
                </c:pt>
                <c:pt idx="15">
                  <c:v>-0.022548</c:v>
                </c:pt>
                <c:pt idx="16">
                  <c:v>-0.064899</c:v>
                </c:pt>
                <c:pt idx="17">
                  <c:v>-0.049644</c:v>
                </c:pt>
                <c:pt idx="18">
                  <c:v>0.156544</c:v>
                </c:pt>
                <c:pt idx="19">
                  <c:v>-1.509061</c:v>
                </c:pt>
                <c:pt idx="20">
                  <c:v>0.623168</c:v>
                </c:pt>
                <c:pt idx="21">
                  <c:v>0.176928</c:v>
                </c:pt>
                <c:pt idx="22">
                  <c:v>-0.411131</c:v>
                </c:pt>
                <c:pt idx="23">
                  <c:v>-1.659642</c:v>
                </c:pt>
                <c:pt idx="24">
                  <c:v>-0.773943</c:v>
                </c:pt>
                <c:pt idx="25">
                  <c:v>-0.28131</c:v>
                </c:pt>
                <c:pt idx="26">
                  <c:v>0.933047</c:v>
                </c:pt>
                <c:pt idx="27">
                  <c:v>-1.044475</c:v>
                </c:pt>
                <c:pt idx="28">
                  <c:v>-0.135962</c:v>
                </c:pt>
                <c:pt idx="29">
                  <c:v>-0.387742</c:v>
                </c:pt>
                <c:pt idx="30">
                  <c:v>-0.756091</c:v>
                </c:pt>
                <c:pt idx="31">
                  <c:v>0.10879</c:v>
                </c:pt>
                <c:pt idx="32">
                  <c:v>0.151379</c:v>
                </c:pt>
                <c:pt idx="33">
                  <c:v>0.734898</c:v>
                </c:pt>
                <c:pt idx="34">
                  <c:v>1.040196</c:v>
                </c:pt>
                <c:pt idx="35">
                  <c:v>1.496904</c:v>
                </c:pt>
                <c:pt idx="36">
                  <c:v>-1.869224</c:v>
                </c:pt>
                <c:pt idx="37">
                  <c:v>1.211914</c:v>
                </c:pt>
                <c:pt idx="38">
                  <c:v>0.479186</c:v>
                </c:pt>
                <c:pt idx="39">
                  <c:v>0.419965</c:v>
                </c:pt>
                <c:pt idx="40">
                  <c:v>0.313218</c:v>
                </c:pt>
                <c:pt idx="41">
                  <c:v>0.486292</c:v>
                </c:pt>
                <c:pt idx="42">
                  <c:v>-1.893808</c:v>
                </c:pt>
                <c:pt idx="43">
                  <c:v>0.735796</c:v>
                </c:pt>
                <c:pt idx="44">
                  <c:v>-0.00683</c:v>
                </c:pt>
                <c:pt idx="45">
                  <c:v>-1.057372</c:v>
                </c:pt>
                <c:pt idx="46">
                  <c:v>-0.802664</c:v>
                </c:pt>
                <c:pt idx="47">
                  <c:v>-0.279013</c:v>
                </c:pt>
                <c:pt idx="48">
                  <c:v>-0.84717</c:v>
                </c:pt>
                <c:pt idx="49">
                  <c:v>-0.314709</c:v>
                </c:pt>
                <c:pt idx="50">
                  <c:v>1.673556</c:v>
                </c:pt>
                <c:pt idx="51">
                  <c:v>-1.72969</c:v>
                </c:pt>
                <c:pt idx="52">
                  <c:v>0.370722</c:v>
                </c:pt>
                <c:pt idx="53">
                  <c:v>-0.351058</c:v>
                </c:pt>
                <c:pt idx="54">
                  <c:v>0.065495</c:v>
                </c:pt>
                <c:pt idx="55">
                  <c:v>-0.309118</c:v>
                </c:pt>
                <c:pt idx="56">
                  <c:v>0.257939</c:v>
                </c:pt>
                <c:pt idx="57">
                  <c:v>0.263324</c:v>
                </c:pt>
                <c:pt idx="58">
                  <c:v>0.368132</c:v>
                </c:pt>
                <c:pt idx="59">
                  <c:v>-0.088227</c:v>
                </c:pt>
                <c:pt idx="60">
                  <c:v>1.334336</c:v>
                </c:pt>
                <c:pt idx="61">
                  <c:v>-0.380575</c:v>
                </c:pt>
                <c:pt idx="62">
                  <c:v>-1.451974</c:v>
                </c:pt>
                <c:pt idx="63">
                  <c:v>-0.889791</c:v>
                </c:pt>
                <c:pt idx="64">
                  <c:v>-1.561402</c:v>
                </c:pt>
                <c:pt idx="65">
                  <c:v>0.038035</c:v>
                </c:pt>
                <c:pt idx="66">
                  <c:v>-0.024082</c:v>
                </c:pt>
                <c:pt idx="67">
                  <c:v>-0.988527</c:v>
                </c:pt>
                <c:pt idx="68">
                  <c:v>-1.323811</c:v>
                </c:pt>
                <c:pt idx="69">
                  <c:v>1.373701</c:v>
                </c:pt>
                <c:pt idx="70">
                  <c:v>0.72781</c:v>
                </c:pt>
                <c:pt idx="71">
                  <c:v>-0.765441</c:v>
                </c:pt>
                <c:pt idx="72">
                  <c:v>-0.540014</c:v>
                </c:pt>
                <c:pt idx="73">
                  <c:v>0.610536</c:v>
                </c:pt>
                <c:pt idx="74">
                  <c:v>0.032418</c:v>
                </c:pt>
                <c:pt idx="75">
                  <c:v>0.297134</c:v>
                </c:pt>
                <c:pt idx="76">
                  <c:v>0.791437</c:v>
                </c:pt>
                <c:pt idx="77">
                  <c:v>0.096756</c:v>
                </c:pt>
                <c:pt idx="78">
                  <c:v>-0.196929</c:v>
                </c:pt>
                <c:pt idx="79">
                  <c:v>0.958014</c:v>
                </c:pt>
                <c:pt idx="80">
                  <c:v>1.402107</c:v>
                </c:pt>
                <c:pt idx="81">
                  <c:v>-1.04676</c:v>
                </c:pt>
                <c:pt idx="82">
                  <c:v>0.694503</c:v>
                </c:pt>
                <c:pt idx="83">
                  <c:v>0.437726</c:v>
                </c:pt>
                <c:pt idx="84">
                  <c:v>0.791205</c:v>
                </c:pt>
                <c:pt idx="85">
                  <c:v>-0.193767</c:v>
                </c:pt>
                <c:pt idx="86">
                  <c:v>-0.953</c:v>
                </c:pt>
                <c:pt idx="87">
                  <c:v>0.324699</c:v>
                </c:pt>
                <c:pt idx="88">
                  <c:v>-0.254996</c:v>
                </c:pt>
                <c:pt idx="89">
                  <c:v>0.543994</c:v>
                </c:pt>
                <c:pt idx="90">
                  <c:v>1.396014</c:v>
                </c:pt>
                <c:pt idx="91">
                  <c:v>1.307993</c:v>
                </c:pt>
                <c:pt idx="92">
                  <c:v>-0.261602</c:v>
                </c:pt>
                <c:pt idx="93">
                  <c:v>-0.770238</c:v>
                </c:pt>
                <c:pt idx="94">
                  <c:v>0.498636</c:v>
                </c:pt>
                <c:pt idx="95">
                  <c:v>-0.73591</c:v>
                </c:pt>
                <c:pt idx="96">
                  <c:v>-1.211103</c:v>
                </c:pt>
                <c:pt idx="97">
                  <c:v>-0.18509</c:v>
                </c:pt>
                <c:pt idx="98">
                  <c:v>-0.516388</c:v>
                </c:pt>
                <c:pt idx="99">
                  <c:v>0.114358</c:v>
                </c:pt>
                <c:pt idx="100">
                  <c:v>1.66802</c:v>
                </c:pt>
                <c:pt idx="101">
                  <c:v>1.639043</c:v>
                </c:pt>
                <c:pt idx="102">
                  <c:v>-0.544429</c:v>
                </c:pt>
                <c:pt idx="103">
                  <c:v>1.998814</c:v>
                </c:pt>
                <c:pt idx="104">
                  <c:v>-0.865345</c:v>
                </c:pt>
                <c:pt idx="105">
                  <c:v>-0.557361</c:v>
                </c:pt>
                <c:pt idx="106">
                  <c:v>1.650099</c:v>
                </c:pt>
                <c:pt idx="107">
                  <c:v>-1.103861</c:v>
                </c:pt>
                <c:pt idx="108">
                  <c:v>1.05415</c:v>
                </c:pt>
                <c:pt idx="109">
                  <c:v>-1.099749</c:v>
                </c:pt>
                <c:pt idx="110">
                  <c:v>-2.264521</c:v>
                </c:pt>
                <c:pt idx="111">
                  <c:v>-0.076407</c:v>
                </c:pt>
                <c:pt idx="112">
                  <c:v>0.626669</c:v>
                </c:pt>
                <c:pt idx="113">
                  <c:v>-0.667684</c:v>
                </c:pt>
                <c:pt idx="114">
                  <c:v>-1.084337</c:v>
                </c:pt>
                <c:pt idx="115">
                  <c:v>-1.019429</c:v>
                </c:pt>
                <c:pt idx="116">
                  <c:v>-1.021514</c:v>
                </c:pt>
                <c:pt idx="117">
                  <c:v>-1.547305</c:v>
                </c:pt>
                <c:pt idx="118">
                  <c:v>0.936357</c:v>
                </c:pt>
                <c:pt idx="119">
                  <c:v>-0.703806</c:v>
                </c:pt>
                <c:pt idx="120">
                  <c:v>1.008951</c:v>
                </c:pt>
                <c:pt idx="121">
                  <c:v>-0.345443</c:v>
                </c:pt>
                <c:pt idx="122">
                  <c:v>-3.168357</c:v>
                </c:pt>
                <c:pt idx="123">
                  <c:v>-0.980025</c:v>
                </c:pt>
                <c:pt idx="124">
                  <c:v>1.284285</c:v>
                </c:pt>
                <c:pt idx="125">
                  <c:v>-1.501302</c:v>
                </c:pt>
                <c:pt idx="126">
                  <c:v>-1.789826</c:v>
                </c:pt>
                <c:pt idx="127">
                  <c:v>-0.970874</c:v>
                </c:pt>
                <c:pt idx="128">
                  <c:v>-1.373157</c:v>
                </c:pt>
                <c:pt idx="129">
                  <c:v>-1.322447</c:v>
                </c:pt>
                <c:pt idx="130">
                  <c:v>-1.19829</c:v>
                </c:pt>
                <c:pt idx="131">
                  <c:v>0.727169</c:v>
                </c:pt>
                <c:pt idx="132">
                  <c:v>-0.990349</c:v>
                </c:pt>
                <c:pt idx="133">
                  <c:v>-0.429247</c:v>
                </c:pt>
                <c:pt idx="134">
                  <c:v>0.088093</c:v>
                </c:pt>
                <c:pt idx="135">
                  <c:v>0.23827</c:v>
                </c:pt>
                <c:pt idx="136">
                  <c:v>-1.352049</c:v>
                </c:pt>
                <c:pt idx="137">
                  <c:v>0.270667</c:v>
                </c:pt>
                <c:pt idx="138">
                  <c:v>0.631655</c:v>
                </c:pt>
                <c:pt idx="139">
                  <c:v>-0.984964</c:v>
                </c:pt>
                <c:pt idx="140">
                  <c:v>-0.465059</c:v>
                </c:pt>
                <c:pt idx="141">
                  <c:v>0.023637</c:v>
                </c:pt>
                <c:pt idx="142">
                  <c:v>-0.30961</c:v>
                </c:pt>
                <c:pt idx="143">
                  <c:v>0.103067</c:v>
                </c:pt>
                <c:pt idx="144">
                  <c:v>0.489526</c:v>
                </c:pt>
                <c:pt idx="145">
                  <c:v>-0.486709</c:v>
                </c:pt>
                <c:pt idx="146">
                  <c:v>-0.390631</c:v>
                </c:pt>
                <c:pt idx="147">
                  <c:v>-1.713056</c:v>
                </c:pt>
                <c:pt idx="148">
                  <c:v>-0.932573</c:v>
                </c:pt>
                <c:pt idx="149">
                  <c:v>1.047418</c:v>
                </c:pt>
                <c:pt idx="150">
                  <c:v>-0.831799</c:v>
                </c:pt>
                <c:pt idx="151">
                  <c:v>0.729138</c:v>
                </c:pt>
                <c:pt idx="152">
                  <c:v>-1.188245</c:v>
                </c:pt>
                <c:pt idx="153">
                  <c:v>0.573166</c:v>
                </c:pt>
                <c:pt idx="154">
                  <c:v>-0.176346</c:v>
                </c:pt>
                <c:pt idx="155">
                  <c:v>-0.838939</c:v>
                </c:pt>
                <c:pt idx="156">
                  <c:v>-0.397515</c:v>
                </c:pt>
                <c:pt idx="157">
                  <c:v>-1.343576</c:v>
                </c:pt>
                <c:pt idx="158">
                  <c:v>1.429867</c:v>
                </c:pt>
                <c:pt idx="159">
                  <c:v>-0.870907</c:v>
                </c:pt>
                <c:pt idx="160">
                  <c:v>-1.539698</c:v>
                </c:pt>
                <c:pt idx="161">
                  <c:v>-0.570847</c:v>
                </c:pt>
                <c:pt idx="162">
                  <c:v>1.602503</c:v>
                </c:pt>
                <c:pt idx="163">
                  <c:v>-0.776695</c:v>
                </c:pt>
                <c:pt idx="164">
                  <c:v>0.166045</c:v>
                </c:pt>
                <c:pt idx="165">
                  <c:v>-1.581756</c:v>
                </c:pt>
                <c:pt idx="166">
                  <c:v>-0.804408</c:v>
                </c:pt>
                <c:pt idx="167">
                  <c:v>-0.486435</c:v>
                </c:pt>
                <c:pt idx="168">
                  <c:v>0.546359</c:v>
                </c:pt>
                <c:pt idx="169">
                  <c:v>0.071947</c:v>
                </c:pt>
                <c:pt idx="170">
                  <c:v>0.05505</c:v>
                </c:pt>
                <c:pt idx="171">
                  <c:v>-0.152179</c:v>
                </c:pt>
                <c:pt idx="172">
                  <c:v>-0.175767</c:v>
                </c:pt>
                <c:pt idx="173">
                  <c:v>0.03749</c:v>
                </c:pt>
                <c:pt idx="174">
                  <c:v>-1.230582</c:v>
                </c:pt>
                <c:pt idx="175">
                  <c:v>0.011619</c:v>
                </c:pt>
                <c:pt idx="176">
                  <c:v>0.401376</c:v>
                </c:pt>
                <c:pt idx="177">
                  <c:v>1.984869</c:v>
                </c:pt>
                <c:pt idx="178">
                  <c:v>-2.037904</c:v>
                </c:pt>
                <c:pt idx="179">
                  <c:v>1.311426</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5.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E7D5B"/>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-1.207679</c:v>
                </c:pt>
                <c:pt idx="1">
                  <c:v>0.064766</c:v>
                </c:pt>
                <c:pt idx="2">
                  <c:v>-1.570259</c:v>
                </c:pt>
                <c:pt idx="3">
                  <c:v>1.384693</c:v>
                </c:pt>
                <c:pt idx="4">
                  <c:v>0.135435</c:v>
                </c:pt>
                <c:pt idx="5">
                  <c:v>0.396892</c:v>
                </c:pt>
                <c:pt idx="6">
                  <c:v>-0.730289</c:v>
                </c:pt>
                <c:pt idx="7">
                  <c:v>-0.825686</c:v>
                </c:pt>
                <c:pt idx="8">
                  <c:v>1.674796</c:v>
                </c:pt>
                <c:pt idx="9">
                  <c:v>-1.352148</c:v>
                </c:pt>
                <c:pt idx="10">
                  <c:v>0.42007</c:v>
                </c:pt>
                <c:pt idx="11">
                  <c:v>-0.184197</c:v>
                </c:pt>
                <c:pt idx="12">
                  <c:v>0.28811</c:v>
                </c:pt>
                <c:pt idx="13">
                  <c:v>1.246442</c:v>
                </c:pt>
                <c:pt idx="14">
                  <c:v>-0.09393</c:v>
                </c:pt>
                <c:pt idx="15">
                  <c:v>1.246966</c:v>
                </c:pt>
                <c:pt idx="16">
                  <c:v>0.795496</c:v>
                </c:pt>
                <c:pt idx="17">
                  <c:v>-1.356663</c:v>
                </c:pt>
                <c:pt idx="18">
                  <c:v>-0.769399</c:v>
                </c:pt>
                <c:pt idx="19">
                  <c:v>0.947518</c:v>
                </c:pt>
                <c:pt idx="20">
                  <c:v>-0.892739</c:v>
                </c:pt>
                <c:pt idx="21">
                  <c:v>0.225308</c:v>
                </c:pt>
                <c:pt idx="22">
                  <c:v>-1.247125</c:v>
                </c:pt>
                <c:pt idx="23">
                  <c:v>1.434449</c:v>
                </c:pt>
                <c:pt idx="24">
                  <c:v>0.054992</c:v>
                </c:pt>
                <c:pt idx="25">
                  <c:v>0.813956</c:v>
                </c:pt>
                <c:pt idx="26">
                  <c:v>-0.488947</c:v>
                </c:pt>
                <c:pt idx="27">
                  <c:v>0.348582</c:v>
                </c:pt>
                <c:pt idx="28">
                  <c:v>-1.215141</c:v>
                </c:pt>
                <c:pt idx="29">
                  <c:v>-0.499056</c:v>
                </c:pt>
                <c:pt idx="30">
                  <c:v>-0.974715</c:v>
                </c:pt>
                <c:pt idx="31">
                  <c:v>0.302907</c:v>
                </c:pt>
                <c:pt idx="32">
                  <c:v>1.292589</c:v>
                </c:pt>
                <c:pt idx="33">
                  <c:v>-0.220465</c:v>
                </c:pt>
                <c:pt idx="34">
                  <c:v>1.463912</c:v>
                </c:pt>
                <c:pt idx="35">
                  <c:v>1.979694</c:v>
                </c:pt>
                <c:pt idx="36">
                  <c:v>2.466763</c:v>
                </c:pt>
                <c:pt idx="37">
                  <c:v>1.685241</c:v>
                </c:pt>
                <c:pt idx="38">
                  <c:v>0.787442</c:v>
                </c:pt>
                <c:pt idx="39">
                  <c:v>0.790908</c:v>
                </c:pt>
                <c:pt idx="40">
                  <c:v>0.820316</c:v>
                </c:pt>
                <c:pt idx="41">
                  <c:v>-0.618638</c:v>
                </c:pt>
                <c:pt idx="42">
                  <c:v>0.308311</c:v>
                </c:pt>
                <c:pt idx="43">
                  <c:v>0.703703</c:v>
                </c:pt>
                <c:pt idx="44">
                  <c:v>-0.524314</c:v>
                </c:pt>
                <c:pt idx="45">
                  <c:v>-0.138807</c:v>
                </c:pt>
                <c:pt idx="46">
                  <c:v>-0.491427</c:v>
                </c:pt>
                <c:pt idx="47">
                  <c:v>-0.972111</c:v>
                </c:pt>
                <c:pt idx="48">
                  <c:v>-0.006774</c:v>
                </c:pt>
                <c:pt idx="49">
                  <c:v>-0.189362</c:v>
                </c:pt>
                <c:pt idx="50">
                  <c:v>1.509903</c:v>
                </c:pt>
                <c:pt idx="51">
                  <c:v>-1.250143</c:v>
                </c:pt>
                <c:pt idx="52">
                  <c:v>0.631667</c:v>
                </c:pt>
                <c:pt idx="53">
                  <c:v>-1.688817</c:v>
                </c:pt>
                <c:pt idx="54">
                  <c:v>-0.694026</c:v>
                </c:pt>
                <c:pt idx="55">
                  <c:v>-1.48701</c:v>
                </c:pt>
                <c:pt idx="56">
                  <c:v>-0.19868</c:v>
                </c:pt>
                <c:pt idx="57">
                  <c:v>1.791275</c:v>
                </c:pt>
                <c:pt idx="58">
                  <c:v>-1.243</c:v>
                </c:pt>
                <c:pt idx="59">
                  <c:v>-0.898429</c:v>
                </c:pt>
                <c:pt idx="60">
                  <c:v>-0.629558</c:v>
                </c:pt>
                <c:pt idx="61">
                  <c:v>-0.616208</c:v>
                </c:pt>
                <c:pt idx="62">
                  <c:v>1.007541</c:v>
                </c:pt>
                <c:pt idx="63">
                  <c:v>-1.460317</c:v>
                </c:pt>
                <c:pt idx="64">
                  <c:v>0.975727</c:v>
                </c:pt>
                <c:pt idx="65">
                  <c:v>1.366773</c:v>
                </c:pt>
                <c:pt idx="66">
                  <c:v>-0.681053</c:v>
                </c:pt>
                <c:pt idx="67">
                  <c:v>0.993109</c:v>
                </c:pt>
                <c:pt idx="68">
                  <c:v>-0.330262</c:v>
                </c:pt>
                <c:pt idx="69">
                  <c:v>-0.430713</c:v>
                </c:pt>
                <c:pt idx="70">
                  <c:v>1.293828</c:v>
                </c:pt>
                <c:pt idx="71">
                  <c:v>0.024272</c:v>
                </c:pt>
                <c:pt idx="72">
                  <c:v>0.659677</c:v>
                </c:pt>
                <c:pt idx="73">
                  <c:v>-0.33779</c:v>
                </c:pt>
                <c:pt idx="74">
                  <c:v>-1.213409</c:v>
                </c:pt>
                <c:pt idx="75">
                  <c:v>0.165688</c:v>
                </c:pt>
                <c:pt idx="76">
                  <c:v>-0.676667</c:v>
                </c:pt>
                <c:pt idx="77">
                  <c:v>-1.544757</c:v>
                </c:pt>
                <c:pt idx="78">
                  <c:v>-0.774826</c:v>
                </c:pt>
                <c:pt idx="79">
                  <c:v>0.367864</c:v>
                </c:pt>
                <c:pt idx="80">
                  <c:v>1.048536</c:v>
                </c:pt>
                <c:pt idx="81">
                  <c:v>0.738652</c:v>
                </c:pt>
                <c:pt idx="82">
                  <c:v>-0.476053</c:v>
                </c:pt>
                <c:pt idx="83">
                  <c:v>0.162373</c:v>
                </c:pt>
                <c:pt idx="84">
                  <c:v>0.658103</c:v>
                </c:pt>
                <c:pt idx="85">
                  <c:v>-0.06447</c:v>
                </c:pt>
                <c:pt idx="86">
                  <c:v>-0.410943</c:v>
                </c:pt>
                <c:pt idx="87">
                  <c:v>-0.346004</c:v>
                </c:pt>
                <c:pt idx="88">
                  <c:v>0.868093</c:v>
                </c:pt>
                <c:pt idx="89">
                  <c:v>-0.886069</c:v>
                </c:pt>
                <c:pt idx="90">
                  <c:v>-0.770308</c:v>
                </c:pt>
                <c:pt idx="91">
                  <c:v>1.698136</c:v>
                </c:pt>
                <c:pt idx="92">
                  <c:v>2.326309</c:v>
                </c:pt>
                <c:pt idx="93">
                  <c:v>-0.686001</c:v>
                </c:pt>
                <c:pt idx="94">
                  <c:v>-2.132552</c:v>
                </c:pt>
                <c:pt idx="95">
                  <c:v>-0.200536</c:v>
                </c:pt>
                <c:pt idx="96">
                  <c:v>-0.419482</c:v>
                </c:pt>
                <c:pt idx="97">
                  <c:v>0.280446</c:v>
                </c:pt>
                <c:pt idx="98">
                  <c:v>-0.891222</c:v>
                </c:pt>
                <c:pt idx="99">
                  <c:v>-1.617071</c:v>
                </c:pt>
                <c:pt idx="100">
                  <c:v>-1.210563</c:v>
                </c:pt>
                <c:pt idx="101">
                  <c:v>0.629868</c:v>
                </c:pt>
                <c:pt idx="102">
                  <c:v>1.536184</c:v>
                </c:pt>
                <c:pt idx="103">
                  <c:v>2.328331</c:v>
                </c:pt>
                <c:pt idx="104">
                  <c:v>0.66004</c:v>
                </c:pt>
                <c:pt idx="105">
                  <c:v>1.364959</c:v>
                </c:pt>
                <c:pt idx="106">
                  <c:v>0.828327</c:v>
                </c:pt>
                <c:pt idx="107">
                  <c:v>0.42019</c:v>
                </c:pt>
                <c:pt idx="108">
                  <c:v>-0.411046</c:v>
                </c:pt>
                <c:pt idx="109">
                  <c:v>-0.282025</c:v>
                </c:pt>
                <c:pt idx="110">
                  <c:v>-0.16105</c:v>
                </c:pt>
                <c:pt idx="111">
                  <c:v>-0.921979</c:v>
                </c:pt>
                <c:pt idx="112">
                  <c:v>0.160909</c:v>
                </c:pt>
                <c:pt idx="113">
                  <c:v>-0.084663</c:v>
                </c:pt>
                <c:pt idx="114">
                  <c:v>-1.133058</c:v>
                </c:pt>
                <c:pt idx="115">
                  <c:v>-1.456001</c:v>
                </c:pt>
                <c:pt idx="116">
                  <c:v>0.364198</c:v>
                </c:pt>
                <c:pt idx="117">
                  <c:v>0.321771</c:v>
                </c:pt>
                <c:pt idx="118">
                  <c:v>-0.090161</c:v>
                </c:pt>
                <c:pt idx="119">
                  <c:v>-0.974607</c:v>
                </c:pt>
                <c:pt idx="120">
                  <c:v>0.958443</c:v>
                </c:pt>
                <c:pt idx="121">
                  <c:v>0.812339</c:v>
                </c:pt>
                <c:pt idx="122">
                  <c:v>0.347138</c:v>
                </c:pt>
                <c:pt idx="123">
                  <c:v>-1.729596</c:v>
                </c:pt>
                <c:pt idx="124">
                  <c:v>-0.41609</c:v>
                </c:pt>
                <c:pt idx="125">
                  <c:v>-1.124611</c:v>
                </c:pt>
                <c:pt idx="126">
                  <c:v>-1.424591</c:v>
                </c:pt>
                <c:pt idx="127">
                  <c:v>-0.227873</c:v>
                </c:pt>
                <c:pt idx="128">
                  <c:v>0.009425</c:v>
                </c:pt>
                <c:pt idx="129">
                  <c:v>0.294201</c:v>
                </c:pt>
                <c:pt idx="130">
                  <c:v>-0.954002</c:v>
                </c:pt>
                <c:pt idx="131">
                  <c:v>-0.643453</c:v>
                </c:pt>
                <c:pt idx="132">
                  <c:v>-0.620035</c:v>
                </c:pt>
                <c:pt idx="133">
                  <c:v>-0.119723</c:v>
                </c:pt>
                <c:pt idx="134">
                  <c:v>-0.141193</c:v>
                </c:pt>
                <c:pt idx="135">
                  <c:v>1.947863</c:v>
                </c:pt>
                <c:pt idx="136">
                  <c:v>-0.17544</c:v>
                </c:pt>
                <c:pt idx="137">
                  <c:v>0.229376</c:v>
                </c:pt>
                <c:pt idx="138">
                  <c:v>0.110527</c:v>
                </c:pt>
                <c:pt idx="139">
                  <c:v>0.759531</c:v>
                </c:pt>
                <c:pt idx="140">
                  <c:v>-0.362518</c:v>
                </c:pt>
                <c:pt idx="141">
                  <c:v>0.652581</c:v>
                </c:pt>
                <c:pt idx="142">
                  <c:v>0.086383</c:v>
                </c:pt>
                <c:pt idx="143">
                  <c:v>0.589134</c:v>
                </c:pt>
                <c:pt idx="144">
                  <c:v>-1.418022</c:v>
                </c:pt>
                <c:pt idx="145">
                  <c:v>0.59242</c:v>
                </c:pt>
                <c:pt idx="146">
                  <c:v>-0.133603</c:v>
                </c:pt>
                <c:pt idx="147">
                  <c:v>0.658893</c:v>
                </c:pt>
                <c:pt idx="148">
                  <c:v>-0.279656</c:v>
                </c:pt>
                <c:pt idx="149">
                  <c:v>-1.264674</c:v>
                </c:pt>
                <c:pt idx="150">
                  <c:v>0.129999</c:v>
                </c:pt>
                <c:pt idx="151">
                  <c:v>-2.310391</c:v>
                </c:pt>
                <c:pt idx="152">
                  <c:v>0.244633</c:v>
                </c:pt>
                <c:pt idx="153">
                  <c:v>1.75186</c:v>
                </c:pt>
                <c:pt idx="154">
                  <c:v>-0.397619</c:v>
                </c:pt>
                <c:pt idx="155">
                  <c:v>0.991293</c:v>
                </c:pt>
                <c:pt idx="156">
                  <c:v>0.065839</c:v>
                </c:pt>
                <c:pt idx="157">
                  <c:v>1.603367</c:v>
                </c:pt>
                <c:pt idx="158">
                  <c:v>1.340417</c:v>
                </c:pt>
                <c:pt idx="159">
                  <c:v>0.856541</c:v>
                </c:pt>
                <c:pt idx="160">
                  <c:v>0.368811</c:v>
                </c:pt>
                <c:pt idx="161">
                  <c:v>-0.379281</c:v>
                </c:pt>
                <c:pt idx="162">
                  <c:v>-0.384054</c:v>
                </c:pt>
                <c:pt idx="163">
                  <c:v>1.005433</c:v>
                </c:pt>
                <c:pt idx="164">
                  <c:v>-0.75666</c:v>
                </c:pt>
                <c:pt idx="165">
                  <c:v>0.951366</c:v>
                </c:pt>
                <c:pt idx="166">
                  <c:v>-0.220448</c:v>
                </c:pt>
                <c:pt idx="167">
                  <c:v>0.511093</c:v>
                </c:pt>
                <c:pt idx="168">
                  <c:v>0.096636</c:v>
                </c:pt>
                <c:pt idx="169">
                  <c:v>-0.448288</c:v>
                </c:pt>
                <c:pt idx="170">
                  <c:v>1.480219</c:v>
                </c:pt>
                <c:pt idx="171">
                  <c:v>-0.126432</c:v>
                </c:pt>
                <c:pt idx="172">
                  <c:v>0.530964</c:v>
                </c:pt>
                <c:pt idx="173">
                  <c:v>0.840949</c:v>
                </c:pt>
                <c:pt idx="174">
                  <c:v>0.947136</c:v>
                </c:pt>
                <c:pt idx="175">
                  <c:v>-0.735994</c:v>
                </c:pt>
                <c:pt idx="176">
                  <c:v>0.166476</c:v>
                </c:pt>
                <c:pt idx="177">
                  <c:v>1.400589</c:v>
                </c:pt>
                <c:pt idx="178">
                  <c:v>1.668163</c:v>
                </c:pt>
                <c:pt idx="179">
                  <c:v>0.332434</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tableStyles.xml><?xml version="1.0" encoding="utf-8"?>
<a:tblStyleLst xmlns:a="http://schemas.openxmlformats.org/drawingml/2006/main" def="{5C22544A-7EE6-4342-B048-85BDC9FD1C3A}"/>
</file>

<file path=ppt/copula/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286B7-E2A9-F949-9125-15FCE6FD12A1}" type="datetimeFigureOut">
              <a:rPr kumimoji="1" lang="ja-JP" altLang="en-US" smtClean="0"/>
              <a:t>2026/10/4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4D53A-6A9B-2549-B59F-BD94BABF0F70}" type="slidenum">
              <a:rPr kumimoji="1" lang="ja-JP" altLang="en-US" smtClean="0"/>
              <a:t>‹#›</a:t>
            </a:fld>
            <a:endParaRPr kumimoji="1" lang="ja-JP" altLang="en-US"/>
          </a:p>
        </p:txBody>
      </p:sp>
    </p:spTree>
    <p:extLst>
      <p:ext uri="{BB962C8B-B14F-4D97-AF65-F5344CB8AC3E}">
        <p14:creationId xmlns:p14="http://schemas.microsoft.com/office/powerpoint/2010/main" val="23910942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a:t>
            </a:fld>
            <a:endParaRPr kumimoji="1" lang="ja-JP" altLang="en-US"/>
          </a:p>
        </p:txBody>
      </p:sp>
    </p:spTree>
    <p:extLst>
      <p:ext uri="{BB962C8B-B14F-4D97-AF65-F5344CB8AC3E}">
        <p14:creationId xmlns:p14="http://schemas.microsoft.com/office/powerpoint/2010/main" val="273665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2</a:t>
            </a:fld>
            <a:endParaRPr kumimoji="1" lang="ja-JP" altLang="en-US"/>
          </a:p>
        </p:txBody>
      </p:sp>
    </p:spTree>
    <p:extLst>
      <p:ext uri="{BB962C8B-B14F-4D97-AF65-F5344CB8AC3E}">
        <p14:creationId xmlns:p14="http://schemas.microsoft.com/office/powerpoint/2010/main" val="23893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本研究</a:t>
            </a:r>
            <a:r>
              <a:rPr lang="ja-JP" altLang="ja-JP" dirty="0"/>
              <a:t>の問題設定を整理します。 先行研究1では、無作為な値の抽出により「意味的におかしなデータ」が生成されてしまう問題がありました。 一方、先行研究2では、文脈を維持しようとして疑似ラベルに依存した結果、「確証バイアスが増幅」してしまう問題がありました。 私は、この2つの課題を同時に解決する、新しいデータ拡張のフレームワークを提案します。</a:t>
            </a:r>
            <a:r>
              <a:rPr lang="ja-JP" altLang="en-US" dirty="0"/>
              <a:t>　</a:t>
            </a:r>
            <a:r>
              <a:rPr lang="en-US" altLang="ja-JP" dirty="0"/>
              <a:t>10</a:t>
            </a:r>
            <a:r>
              <a:rPr lang="ja-JP" altLang="en-US" dirty="0"/>
              <a:t>分</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3</a:t>
            </a:fld>
            <a:endParaRPr kumimoji="1" lang="ja-JP" altLang="en-US"/>
          </a:p>
        </p:txBody>
      </p:sp>
    </p:spTree>
    <p:extLst>
      <p:ext uri="{BB962C8B-B14F-4D97-AF65-F5344CB8AC3E}">
        <p14:creationId xmlns:p14="http://schemas.microsoft.com/office/powerpoint/2010/main" val="112014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解決へのアプローチとして、データの依存構造の捉え方に着目しました。 従来の「相関係数」では、線形な関係しか測れず、非線形な関係や極端な値でのみ連動するような複雑な関係性を「無相関」と誤認してしまいます。 そこで本研究では、変数の分布の形に依存せず、あらゆる依存構造を直接捉えることができる統計的手法「コピュラ」を採用します。</a:t>
            </a:r>
            <a:r>
              <a:rPr lang="en-US" altLang="ja-JP" dirty="0"/>
              <a:t>10</a:t>
            </a:r>
            <a:r>
              <a:rPr lang="ja-JP" altLang="en-US" dirty="0"/>
              <a:t>分</a:t>
            </a:r>
            <a:r>
              <a:rPr lang="en-US" altLang="ja-JP" dirty="0"/>
              <a:t>50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4</a:t>
            </a:fld>
            <a:endParaRPr kumimoji="1" lang="ja-JP" altLang="en-US"/>
          </a:p>
        </p:txBody>
      </p:sp>
    </p:spTree>
    <p:extLst>
      <p:ext uri="{BB962C8B-B14F-4D97-AF65-F5344CB8AC3E}">
        <p14:creationId xmlns:p14="http://schemas.microsoft.com/office/powerpoint/2010/main" val="3781444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C62428-3EAA-D3DF-6488-F1AFD905D59F}"/>
              </a:ext>
            </a:extLst>
          </p:cNvPr>
          <p:cNvSpPr>
            <a:spLocks noGrp="1"/>
          </p:cNvSpPr>
          <p:nvPr>
            <p:ph type="ctrTitle"/>
          </p:nvPr>
        </p:nvSpPr>
        <p:spPr>
          <a:xfrm>
            <a:off x="1454426" y="77449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553445-D902-F302-B044-904B903D92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0584B2F-D7EB-0BAD-FBB0-8B5D4B428410}"/>
              </a:ext>
            </a:extLst>
          </p:cNvPr>
          <p:cNvSpPr>
            <a:spLocks noGrp="1"/>
          </p:cNvSpPr>
          <p:nvPr>
            <p:ph type="dt" sz="half" idx="10"/>
          </p:nvPr>
        </p:nvSpPr>
        <p:spPr/>
        <p:txBody>
          <a:bodyPr/>
          <a:lstStyle/>
          <a:p>
            <a:fld id="{12B62986-E32F-3F45-926B-13F93A5276DA}"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D80E35A-584B-829C-F77A-8DB8EEB34EE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DA6C3E-68A0-8B17-6EFC-E1C42188CD59}"/>
              </a:ext>
            </a:extLst>
          </p:cNvPr>
          <p:cNvSpPr>
            <a:spLocks noGrp="1"/>
          </p:cNvSpPr>
          <p:nvPr>
            <p:ph type="sldNum" sz="quarter" idx="12"/>
          </p:nvPr>
        </p:nvSpPr>
        <p:spPr>
          <a:xfrm>
            <a:off x="9296400" y="6356350"/>
            <a:ext cx="2743200" cy="365125"/>
          </a:xfrm>
        </p:spPr>
        <p:txBody>
          <a:bodyPr/>
          <a:lstStyle/>
          <a:p>
            <a:fld id="{766CFED1-DF6F-7E4C-BB21-72E6FAF4BC7E}" type="slidenum">
              <a:rPr kumimoji="1" lang="ja-JP" altLang="en-US" smtClean="0"/>
              <a:t>‹#›</a:t>
            </a:fld>
            <a:endParaRPr kumimoji="1" lang="ja-JP" altLang="en-US"/>
          </a:p>
        </p:txBody>
      </p:sp>
      <p:cxnSp>
        <p:nvCxnSpPr>
          <p:cNvPr id="10" name="直線コネクタ 9">
            <a:extLst>
              <a:ext uri="{FF2B5EF4-FFF2-40B4-BE49-F238E27FC236}">
                <a16:creationId xmlns:a16="http://schemas.microsoft.com/office/drawing/2014/main" id="{6C198444-E130-0F1B-2AFD-351B1CD4FF93}"/>
              </a:ext>
            </a:extLst>
          </p:cNvPr>
          <p:cNvCxnSpPr>
            <a:cxnSpLocks/>
          </p:cNvCxnSpPr>
          <p:nvPr userDrawn="1"/>
        </p:nvCxnSpPr>
        <p:spPr>
          <a:xfrm>
            <a:off x="407504" y="3359426"/>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0541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C5620F-4E38-0315-8A12-3DF0B8405E4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3154BFF-E794-1002-3131-AF7F08FA280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8348D0-3BF0-4223-4BC3-512812A2EFC1}"/>
              </a:ext>
            </a:extLst>
          </p:cNvPr>
          <p:cNvSpPr>
            <a:spLocks noGrp="1"/>
          </p:cNvSpPr>
          <p:nvPr>
            <p:ph type="dt" sz="half" idx="10"/>
          </p:nvPr>
        </p:nvSpPr>
        <p:spPr/>
        <p:txBody>
          <a:bodyPr/>
          <a:lstStyle/>
          <a:p>
            <a:fld id="{CDD7F4FE-345A-5F4A-9546-4886EAF1A516}"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63C78DD7-376B-5A81-5D9D-E6927B75D7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7B70C2-D2F7-1AA1-4563-1237CA0FEE8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892262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ADCBC5-E6DC-8AF6-AD23-046CA016447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395E60-800D-C7CE-9F3E-B4718DD015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62247C7-CFCA-CB7C-17D8-15FECD4B4EB2}"/>
              </a:ext>
            </a:extLst>
          </p:cNvPr>
          <p:cNvSpPr>
            <a:spLocks noGrp="1"/>
          </p:cNvSpPr>
          <p:nvPr>
            <p:ph type="dt" sz="half" idx="10"/>
          </p:nvPr>
        </p:nvSpPr>
        <p:spPr/>
        <p:txBody>
          <a:bodyPr/>
          <a:lstStyle/>
          <a:p>
            <a:fld id="{56C3EEF2-518D-5F4E-935A-B1AB75DCD2C8}"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A7E0BF15-F7D2-6981-2503-49DA00BFE4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C71387-1484-8EDB-D070-FA2A80B3120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409071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BA073B-255D-F67A-FB33-13A1F8B54B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C022F83-2037-4DE3-0789-D099983A10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D3E740-C360-A62E-19F7-D49AF623AA3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08D6CD9-8260-9628-D228-BFEB4FF5C5DC}"/>
              </a:ext>
            </a:extLst>
          </p:cNvPr>
          <p:cNvSpPr>
            <a:spLocks noGrp="1"/>
          </p:cNvSpPr>
          <p:nvPr>
            <p:ph type="dt" sz="half" idx="10"/>
          </p:nvPr>
        </p:nvSpPr>
        <p:spPr/>
        <p:txBody>
          <a:bodyPr/>
          <a:lstStyle/>
          <a:p>
            <a:fld id="{B44E732C-FFEF-5A40-B4DF-62501D69DFD6}"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3005691-7675-B708-8E81-1FF3B816AC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708922-F437-EEF9-3D8B-16C5F78C8B6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141369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38A3D-683F-2F12-80C6-B21723FE68C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0EDBAF-5EA7-DDE8-102E-A02A416C5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A87F1F7-CE78-6124-478E-E0847032F8B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17B314B-6A5F-B082-7771-96133A4A6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7A09DA-9702-AC19-1508-2D6C1FF9B29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8F49AEA-BAE0-0741-0BB4-107A8AB11357}"/>
              </a:ext>
            </a:extLst>
          </p:cNvPr>
          <p:cNvSpPr>
            <a:spLocks noGrp="1"/>
          </p:cNvSpPr>
          <p:nvPr>
            <p:ph type="dt" sz="half" idx="10"/>
          </p:nvPr>
        </p:nvSpPr>
        <p:spPr/>
        <p:txBody>
          <a:bodyPr/>
          <a:lstStyle/>
          <a:p>
            <a:fld id="{C51619AA-BD33-2246-BA43-5237AD6593E6}" type="datetime1">
              <a:rPr kumimoji="1" lang="ja-JP" altLang="en-US" smtClean="0"/>
              <a:t>2026/10/4</a:t>
            </a:fld>
            <a:endParaRPr kumimoji="1" lang="ja-JP" altLang="en-US"/>
          </a:p>
        </p:txBody>
      </p:sp>
      <p:sp>
        <p:nvSpPr>
          <p:cNvPr id="8" name="フッター プレースホルダー 7">
            <a:extLst>
              <a:ext uri="{FF2B5EF4-FFF2-40B4-BE49-F238E27FC236}">
                <a16:creationId xmlns:a16="http://schemas.microsoft.com/office/drawing/2014/main" id="{B1C20E53-C943-8989-3E64-6A93ECF31B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6A8A4E4-9165-95F4-245A-9F879491015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28583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A9F83C-610A-747C-74D4-9EDAFE8B02BE}"/>
              </a:ext>
            </a:extLst>
          </p:cNvPr>
          <p:cNvSpPr>
            <a:spLocks noGrp="1"/>
          </p:cNvSpPr>
          <p:nvPr>
            <p:ph type="title"/>
          </p:nvPr>
        </p:nvSpPr>
        <p:spPr>
          <a:xfrm>
            <a:off x="838200" y="136525"/>
            <a:ext cx="10515600" cy="638726"/>
          </a:xfrm>
        </p:spPr>
        <p:txBody>
          <a:bodyPr>
            <a:noAutofit/>
          </a:bodyPr>
          <a:lstStyle>
            <a:lvl1pPr algn="ctr">
              <a:defRPr sz="4000" b="1"/>
            </a:lvl1p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18FE116-57A1-9757-2F68-577E85943F7D}"/>
              </a:ext>
            </a:extLst>
          </p:cNvPr>
          <p:cNvSpPr>
            <a:spLocks noGrp="1"/>
          </p:cNvSpPr>
          <p:nvPr>
            <p:ph type="dt" sz="half" idx="10"/>
          </p:nvPr>
        </p:nvSpPr>
        <p:spPr/>
        <p:txBody>
          <a:bodyPr/>
          <a:lstStyle/>
          <a:p>
            <a:fld id="{2E2BC83F-8058-7840-965D-A6C7785E9FD7}" type="datetime1">
              <a:rPr kumimoji="1" lang="ja-JP" altLang="en-US" smtClean="0"/>
              <a:t>2026/10/4</a:t>
            </a:fld>
            <a:endParaRPr kumimoji="1" lang="ja-JP" altLang="en-US"/>
          </a:p>
        </p:txBody>
      </p:sp>
      <p:sp>
        <p:nvSpPr>
          <p:cNvPr id="4" name="フッター プレースホルダー 3">
            <a:extLst>
              <a:ext uri="{FF2B5EF4-FFF2-40B4-BE49-F238E27FC236}">
                <a16:creationId xmlns:a16="http://schemas.microsoft.com/office/drawing/2014/main" id="{2B1C2997-4C24-4243-B46B-8F5A50D0FDA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943A9A3-D535-21B4-E160-5A825E66102D}"/>
              </a:ext>
            </a:extLst>
          </p:cNvPr>
          <p:cNvSpPr>
            <a:spLocks noGrp="1"/>
          </p:cNvSpPr>
          <p:nvPr>
            <p:ph type="sldNum" sz="quarter" idx="12"/>
          </p:nvPr>
        </p:nvSpPr>
        <p:spPr>
          <a:xfrm>
            <a:off x="9236766" y="6356350"/>
            <a:ext cx="2743200" cy="365125"/>
          </a:xfrm>
        </p:spPr>
        <p:txBody>
          <a:bodyPr/>
          <a:lstStyle/>
          <a:p>
            <a:fld id="{766CFED1-DF6F-7E4C-BB21-72E6FAF4BC7E}" type="slidenum">
              <a:rPr kumimoji="1" lang="ja-JP" altLang="en-US" smtClean="0"/>
              <a:t>‹#›</a:t>
            </a:fld>
            <a:endParaRPr kumimoji="1" lang="ja-JP" altLang="en-US"/>
          </a:p>
        </p:txBody>
      </p:sp>
      <p:cxnSp>
        <p:nvCxnSpPr>
          <p:cNvPr id="6" name="直線コネクタ 5">
            <a:extLst>
              <a:ext uri="{FF2B5EF4-FFF2-40B4-BE49-F238E27FC236}">
                <a16:creationId xmlns:a16="http://schemas.microsoft.com/office/drawing/2014/main" id="{BC088362-4504-DF8A-DADD-5CA4DA6731BF}"/>
              </a:ext>
            </a:extLst>
          </p:cNvPr>
          <p:cNvCxnSpPr>
            <a:cxnSpLocks/>
          </p:cNvCxnSpPr>
          <p:nvPr userDrawn="1"/>
        </p:nvCxnSpPr>
        <p:spPr>
          <a:xfrm>
            <a:off x="327991" y="914400"/>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6521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E9EFD96-5E9C-775B-8974-6725E865A2A5}"/>
              </a:ext>
            </a:extLst>
          </p:cNvPr>
          <p:cNvSpPr>
            <a:spLocks noGrp="1"/>
          </p:cNvSpPr>
          <p:nvPr>
            <p:ph type="dt" sz="half" idx="10"/>
          </p:nvPr>
        </p:nvSpPr>
        <p:spPr/>
        <p:txBody>
          <a:bodyPr/>
          <a:lstStyle/>
          <a:p>
            <a:fld id="{236BC3A5-B07F-074E-BF1E-28889F224AA8}" type="datetime1">
              <a:rPr kumimoji="1" lang="ja-JP" altLang="en-US" smtClean="0"/>
              <a:t>2026/10/4</a:t>
            </a:fld>
            <a:endParaRPr kumimoji="1" lang="ja-JP" altLang="en-US"/>
          </a:p>
        </p:txBody>
      </p:sp>
      <p:sp>
        <p:nvSpPr>
          <p:cNvPr id="3" name="フッター プレースホルダー 2">
            <a:extLst>
              <a:ext uri="{FF2B5EF4-FFF2-40B4-BE49-F238E27FC236}">
                <a16:creationId xmlns:a16="http://schemas.microsoft.com/office/drawing/2014/main" id="{442FEB74-5CA5-9940-564C-CFC8F124C85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A89C72-03B4-42B5-B26C-8A3DE1CDF499}"/>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950154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E798F4-4854-695C-E7FA-7B1FC07F19F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2CDCFC-A8E6-17BD-3EF1-8E669C31F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1B29505-AC94-3BD9-B17F-D96D53198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46F7814-2ACD-6950-9021-00F3AAC6EC96}"/>
              </a:ext>
            </a:extLst>
          </p:cNvPr>
          <p:cNvSpPr>
            <a:spLocks noGrp="1"/>
          </p:cNvSpPr>
          <p:nvPr>
            <p:ph type="dt" sz="half" idx="10"/>
          </p:nvPr>
        </p:nvSpPr>
        <p:spPr/>
        <p:txBody>
          <a:bodyPr/>
          <a:lstStyle/>
          <a:p>
            <a:fld id="{69AAD45A-B93C-614E-8B62-1D82A39E8527}"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B51223EA-7C20-9174-727C-237911D0D21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00C1C0-18CD-582A-DD89-9688198867DB}"/>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52344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C19A8B-BC2B-EF13-9679-08A0C70A45D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7FACDA-66DE-8364-6A6B-D528023414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1762871-AB62-8626-86CD-F5FF75703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7DC5BB0-DCA1-E6B2-9E8A-4B60369F80C9}"/>
              </a:ext>
            </a:extLst>
          </p:cNvPr>
          <p:cNvSpPr>
            <a:spLocks noGrp="1"/>
          </p:cNvSpPr>
          <p:nvPr>
            <p:ph type="dt" sz="half" idx="10"/>
          </p:nvPr>
        </p:nvSpPr>
        <p:spPr/>
        <p:txBody>
          <a:bodyPr/>
          <a:lstStyle/>
          <a:p>
            <a:fld id="{0E79B6FF-6AEC-064A-ADD5-0AA1F48E6210}"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950342B-0ADB-28BA-E5EA-4684620582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42CDFFD-97BC-74E7-0A03-595335BD36D5}"/>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01504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FF5598-C6E5-AF43-DD9C-1674C32A69D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679B229-58FA-01DB-C3E5-46F927525B2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FC2B64-6424-D8AE-25B0-CD8219318135}"/>
              </a:ext>
            </a:extLst>
          </p:cNvPr>
          <p:cNvSpPr>
            <a:spLocks noGrp="1"/>
          </p:cNvSpPr>
          <p:nvPr>
            <p:ph type="dt" sz="half" idx="10"/>
          </p:nvPr>
        </p:nvSpPr>
        <p:spPr/>
        <p:txBody>
          <a:bodyPr/>
          <a:lstStyle/>
          <a:p>
            <a:fld id="{C30C6809-16D3-EF49-8F3D-D560C6FE722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CC0DD2D4-4BCE-2863-82CF-B3B6FE7B1E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23F9CC-4B9B-1F8C-45FB-F3A77FF6CB73}"/>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55842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8EE1C15-D62D-66F2-2D6F-1D73480F4D3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341647-C411-8056-51B9-25B4C092028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09DC7B-8AE2-5E9A-7569-A6012ED9803F}"/>
              </a:ext>
            </a:extLst>
          </p:cNvPr>
          <p:cNvSpPr>
            <a:spLocks noGrp="1"/>
          </p:cNvSpPr>
          <p:nvPr>
            <p:ph type="dt" sz="half" idx="10"/>
          </p:nvPr>
        </p:nvSpPr>
        <p:spPr/>
        <p:txBody>
          <a:bodyPr/>
          <a:lstStyle/>
          <a:p>
            <a:fld id="{9A78F1A1-1C1B-DE48-86BB-8A99AA3C859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B652BCA-C997-C0B6-7B4D-1047D1B0E5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EEC20D-7F27-67B4-BEB3-50AE2AD60C3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66150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D36F4EF-115A-5158-119D-1CBF31B9A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91B72E-5159-6D91-575D-3B5DA8342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2FF58E-439B-4730-2332-43C4C72E4F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48C526-1B6A-9344-9A17-9A8BB3160E70}"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2950BB3B-76A2-ED3D-CECC-C386D2DEF5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023CB6-DE45-7936-C9D2-D2F27B5B0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440024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Type="http://schemas.openxmlformats.org/officeDocument/2006/relationships/slideLayout" Target="../copula/slideLayouts/slideLayout1.xml" Id="R0e361ad01fcf411c"/><Relationship Type="http://schemas.openxmlformats.org/officeDocument/2006/relationships/notesSlide" Target="../copula/notesSlides/notesSlide1.xml" Id="Rc410904a8a004501"/></Relationships>
</file>

<file path=ppt/slides/_rels/slide102.xml.rels><?xml version='1.0' encoding='UTF-8' standalone='yes'?>
<Relationships xmlns="http://schemas.openxmlformats.org/package/2006/relationships"><Relationship Type="http://schemas.openxmlformats.org/officeDocument/2006/relationships/slideLayout" Target="../copula/slideLayouts/slideLayout1.xml" Id="R62c91ba8df2a4cad"/><Relationship Type="http://schemas.openxmlformats.org/officeDocument/2006/relationships/notesSlide" Target="../copula/notesSlides/notesSlide2.xml" Id="Rdd460edaba724d65"/></Relationships>
</file>

<file path=ppt/slides/_rels/slide103.xml.rels><?xml version='1.0' encoding='UTF-8' standalone='yes'?>
<Relationships xmlns="http://schemas.openxmlformats.org/package/2006/relationships"><Relationship Type="http://schemas.openxmlformats.org/officeDocument/2006/relationships/slideLayout" Target="../copula/slideLayouts/slideLayout1.xml" Id="Rfb2741b60fa440dc"/><Relationship Type="http://schemas.openxmlformats.org/officeDocument/2006/relationships/notesSlide" Target="../copula/notesSlides/notesSlide3.xml" Id="Re53edda9cde044ef"/></Relationships>
</file>

<file path=ppt/slides/_rels/slide104.xml.rels><?xml version='1.0' encoding='UTF-8' standalone='yes'?>
<Relationships xmlns="http://schemas.openxmlformats.org/package/2006/relationships"><Relationship Type="http://schemas.openxmlformats.org/officeDocument/2006/relationships/slideLayout" Target="../copula/slideLayouts/slideLayout1.xml" Id="R4116b86bdde549a7"/><Relationship Type="http://schemas.openxmlformats.org/officeDocument/2006/relationships/notesSlide" Target="../copula/notesSlides/notesSlide4.xml" Id="R6fa9854efe3c446a"/></Relationships>
</file>

<file path=ppt/slides/_rels/slide105.xml.rels><?xml version='1.0' encoding='UTF-8' standalone='yes'?>
<Relationships xmlns="http://schemas.openxmlformats.org/package/2006/relationships"><Relationship Type="http://schemas.openxmlformats.org/officeDocument/2006/relationships/slideLayout" Target="../copula/slideLayouts/slideLayout1.xml" Id="R021bb2003b8b4fa6"/><Relationship Type="http://schemas.openxmlformats.org/officeDocument/2006/relationships/notesSlide" Target="../copula/notesSlides/notesSlide5.xml" Id="R0cffdf205cf24864"/></Relationships>
</file>

<file path=ppt/slides/_rels/slide106.xml.rels><?xml version='1.0' encoding='UTF-8' standalone='yes'?>
<Relationships xmlns="http://schemas.openxmlformats.org/package/2006/relationships"><Relationship Type="http://schemas.openxmlformats.org/officeDocument/2006/relationships/slideLayout" Target="../copula/slideLayouts/slideLayout1.xml" Id="Rf6265bd9b323475a"/><Relationship Type="http://schemas.openxmlformats.org/officeDocument/2006/relationships/notesSlide" Target="../copula/notesSlides/notesSlide6.xml" Id="Rc06195211e554212"/></Relationships>
</file>

<file path=ppt/slides/_rels/slide107.xml.rels><?xml version='1.0' encoding='UTF-8' standalone='yes'?>
<Relationships xmlns="http://schemas.openxmlformats.org/package/2006/relationships"><Relationship Type="http://schemas.openxmlformats.org/officeDocument/2006/relationships/slideLayout" Target="../copula/slideLayouts/slideLayout1.xml" Id="R2ca3445d859d408d"/><Relationship Type="http://schemas.openxmlformats.org/officeDocument/2006/relationships/chart" Target="../copula/slides/charts/chart1.xml" Id="R2c5dfb9afe3d4dc7"/><Relationship Type="http://schemas.openxmlformats.org/officeDocument/2006/relationships/notesSlide" Target="../copula/notesSlides/notesSlide7.xml" Id="Rfb974653760748ad"/></Relationships>
</file>

<file path=ppt/slides/_rels/slide108.xml.rels><?xml version='1.0' encoding='UTF-8' standalone='yes'?>
<Relationships xmlns="http://schemas.openxmlformats.org/package/2006/relationships"><Relationship Type="http://schemas.openxmlformats.org/officeDocument/2006/relationships/slideLayout" Target="../copula/slideLayouts/slideLayout1.xml" Id="Rc1c4a359d71d4f99"/><Relationship Type="http://schemas.openxmlformats.org/officeDocument/2006/relationships/notesSlide" Target="../copula/notesSlides/notesSlide8.xml" Id="R268ffc9fdb7f437b"/></Relationships>
</file>

<file path=ppt/slides/_rels/slide109.xml.rels><?xml version='1.0' encoding='UTF-8' standalone='yes'?>
<Relationships xmlns="http://schemas.openxmlformats.org/package/2006/relationships"><Relationship Type="http://schemas.openxmlformats.org/officeDocument/2006/relationships/slideLayout" Target="../copula/slideLayouts/slideLayout1.xml" Id="R217582430e8d42a0"/><Relationship Type="http://schemas.openxmlformats.org/officeDocument/2006/relationships/notesSlide" Target="../copula/notesSlides/notesSlide9.xml" Id="R378a3c36ccad420d"/></Relationships>
</file>

<file path=ppt/slides/_rels/slide110.xml.rels><?xml version='1.0' encoding='UTF-8' standalone='yes'?>
<Relationships xmlns="http://schemas.openxmlformats.org/package/2006/relationships"><Relationship Type="http://schemas.openxmlformats.org/officeDocument/2006/relationships/slideLayout" Target="../copula/slideLayouts/slideLayout1.xml" Id="Rd6d544975f0746ce"/><Relationship Type="http://schemas.openxmlformats.org/officeDocument/2006/relationships/notesSlide" Target="../copula/notesSlides/notesSlide10.xml" Id="Rf833a8aa35f54d22"/></Relationships>
</file>

<file path=ppt/slides/_rels/slide111.xml.rels><?xml version='1.0' encoding='UTF-8' standalone='yes'?>
<Relationships xmlns="http://schemas.openxmlformats.org/package/2006/relationships"><Relationship Type="http://schemas.openxmlformats.org/officeDocument/2006/relationships/slideLayout" Target="../copula/slideLayouts/slideLayout1.xml" Id="Ra7b6860a09db4f83"/><Relationship Type="http://schemas.openxmlformats.org/officeDocument/2006/relationships/chart" Target="../copula/slides/charts/chart2.xml" Id="R1e2d4137c4b14d0c"/><Relationship Type="http://schemas.openxmlformats.org/officeDocument/2006/relationships/notesSlide" Target="../copula/notesSlides/notesSlide11.xml" Id="Rd832ddd2aafd4a90"/></Relationships>
</file>

<file path=ppt/slides/_rels/slide112.xml.rels><?xml version='1.0' encoding='UTF-8' standalone='yes'?>
<Relationships xmlns="http://schemas.openxmlformats.org/package/2006/relationships"><Relationship Type="http://schemas.openxmlformats.org/officeDocument/2006/relationships/slideLayout" Target="../copula/slideLayouts/slideLayout1.xml" Id="R51e85124e99040e8"/><Relationship Type="http://schemas.openxmlformats.org/officeDocument/2006/relationships/notesSlide" Target="../copula/notesSlides/notesSlide12.xml" Id="R13607ea056334fd8"/></Relationships>
</file>

<file path=ppt/slides/_rels/slide113.xml.rels><?xml version='1.0' encoding='UTF-8' standalone='yes'?>
<Relationships xmlns="http://schemas.openxmlformats.org/package/2006/relationships"><Relationship Type="http://schemas.openxmlformats.org/officeDocument/2006/relationships/slideLayout" Target="../copula/slideLayouts/slideLayout1.xml" Id="R4a58a581c59b4b96"/><Relationship Type="http://schemas.openxmlformats.org/officeDocument/2006/relationships/notesSlide" Target="../copula/notesSlides/notesSlide13.xml" Id="R4f540e608b1c4c0a"/></Relationships>
</file>

<file path=ppt/slides/_rels/slide114.xml.rels><?xml version='1.0' encoding='UTF-8' standalone='yes'?>
<Relationships xmlns="http://schemas.openxmlformats.org/package/2006/relationships"><Relationship Type="http://schemas.openxmlformats.org/officeDocument/2006/relationships/slideLayout" Target="../copula/slideLayouts/slideLayout1.xml" Id="Rec9c11c12c734ca1"/><Relationship Type="http://schemas.openxmlformats.org/officeDocument/2006/relationships/notesSlide" Target="../copula/notesSlides/notesSlide14.xml" Id="Rab3347e915f84c28"/></Relationships>
</file>

<file path=ppt/slides/_rels/slide115.xml.rels><?xml version='1.0' encoding='UTF-8' standalone='yes'?>
<Relationships xmlns="http://schemas.openxmlformats.org/package/2006/relationships"><Relationship Type="http://schemas.openxmlformats.org/officeDocument/2006/relationships/slideLayout" Target="../copula/slideLayouts/slideLayout1.xml" Id="R3c12bfcb21004b43"/><Relationship Type="http://schemas.openxmlformats.org/officeDocument/2006/relationships/notesSlide" Target="../copula/notesSlides/notesSlide15.xml" Id="Ra0666691d1a54f3c"/></Relationships>
</file>

<file path=ppt/slides/_rels/slide116.xml.rels><?xml version='1.0' encoding='UTF-8' standalone='yes'?>
<Relationships xmlns="http://schemas.openxmlformats.org/package/2006/relationships"><Relationship Type="http://schemas.openxmlformats.org/officeDocument/2006/relationships/slideLayout" Target="../copula/slideLayouts/slideLayout1.xml" Id="Rc91f600dcdd94b47"/><Relationship Type="http://schemas.openxmlformats.org/officeDocument/2006/relationships/notesSlide" Target="../copula/notesSlides/notesSlide16.xml" Id="Reeb9a1a21af04f5e"/></Relationships>
</file>

<file path=ppt/slides/_rels/slide117.xml.rels><?xml version='1.0' encoding='UTF-8' standalone='yes'?>
<Relationships xmlns="http://schemas.openxmlformats.org/package/2006/relationships"><Relationship Type="http://schemas.openxmlformats.org/officeDocument/2006/relationships/slideLayout" Target="../copula/slideLayouts/slideLayout1.xml" Id="Rf3e58e0782d14286"/><Relationship Type="http://schemas.openxmlformats.org/officeDocument/2006/relationships/notesSlide" Target="../copula/notesSlides/notesSlide17.xml" Id="R89912dfdc5ec4c2e"/></Relationships>
</file>

<file path=ppt/slides/_rels/slide118.xml.rels><?xml version='1.0' encoding='UTF-8' standalone='yes'?>
<Relationships xmlns="http://schemas.openxmlformats.org/package/2006/relationships"><Relationship Type="http://schemas.openxmlformats.org/officeDocument/2006/relationships/slideLayout" Target="../copula/slideLayouts/slideLayout1.xml" Id="Raf56dc36053b4a4e"/><Relationship Type="http://schemas.openxmlformats.org/officeDocument/2006/relationships/notesSlide" Target="../copula/notesSlides/notesSlide18.xml" Id="R24b1d149eeaf413b"/></Relationships>
</file>

<file path=ppt/slides/_rels/slide119.xml.rels><?xml version='1.0' encoding='UTF-8' standalone='yes'?>
<Relationships xmlns="http://schemas.openxmlformats.org/package/2006/relationships"><Relationship Type="http://schemas.openxmlformats.org/officeDocument/2006/relationships/slideLayout" Target="../copula/slideLayouts/slideLayout1.xml" Id="R42cfb81c551d4685"/><Relationship Type="http://schemas.openxmlformats.org/officeDocument/2006/relationships/notesSlide" Target="../copula/notesSlides/notesSlide19.xml" Id="R7812aa1e1df24b4e"/></Relationships>
</file>

<file path=ppt/slides/_rels/slide120.xml.rels><?xml version='1.0' encoding='UTF-8' standalone='yes'?>
<Relationships xmlns="http://schemas.openxmlformats.org/package/2006/relationships"><Relationship Type="http://schemas.openxmlformats.org/officeDocument/2006/relationships/slideLayout" Target="../copula/slideLayouts/slideLayout1.xml" Id="R79c79255f6854ed4"/><Relationship Type="http://schemas.openxmlformats.org/officeDocument/2006/relationships/notesSlide" Target="../copula/notesSlides/notesSlide20.xml" Id="R1fe799071f634ba3"/></Relationships>
</file>

<file path=ppt/slides/_rels/slide121.xml.rels><?xml version='1.0' encoding='UTF-8' standalone='yes'?>
<Relationships xmlns="http://schemas.openxmlformats.org/package/2006/relationships"><Relationship Type="http://schemas.openxmlformats.org/officeDocument/2006/relationships/slideLayout" Target="../copula/slideLayouts/slideLayout1.xml" Id="Re919b97354f7433a"/><Relationship Type="http://schemas.openxmlformats.org/officeDocument/2006/relationships/notesSlide" Target="../copula/notesSlides/notesSlide21.xml" Id="Rd396f2f518564a64"/></Relationships>
</file>

<file path=ppt/slides/_rels/slide122.xml.rels><?xml version='1.0' encoding='UTF-8' standalone='yes'?>
<Relationships xmlns="http://schemas.openxmlformats.org/package/2006/relationships"><Relationship Type="http://schemas.openxmlformats.org/officeDocument/2006/relationships/slideLayout" Target="../copula/slideLayouts/slideLayout1.xml" Id="Re66453e85296427d"/><Relationship Type="http://schemas.openxmlformats.org/officeDocument/2006/relationships/notesSlide" Target="../copula/notesSlides/notesSlide22.xml" Id="Re6a761b978e744eb"/></Relationships>
</file>

<file path=ppt/slides/_rels/slide123.xml.rels><?xml version='1.0' encoding='UTF-8' standalone='yes'?>
<Relationships xmlns="http://schemas.openxmlformats.org/package/2006/relationships"><Relationship Type="http://schemas.openxmlformats.org/officeDocument/2006/relationships/slideLayout" Target="../copula/slideLayouts/slideLayout1.xml" Id="R38647d73dd0d42d3"/><Relationship Type="http://schemas.openxmlformats.org/officeDocument/2006/relationships/notesSlide" Target="../copula/notesSlides/notesSlide23.xml" Id="Rfb016dd09f9247a5"/></Relationships>
</file>

<file path=ppt/slides/_rels/slide124.xml.rels><?xml version='1.0' encoding='UTF-8' standalone='yes'?>
<Relationships xmlns="http://schemas.openxmlformats.org/package/2006/relationships"><Relationship Type="http://schemas.openxmlformats.org/officeDocument/2006/relationships/slideLayout" Target="../copula/slideLayouts/slideLayout1.xml" Id="R0e3d235bbfcb4fba"/><Relationship Type="http://schemas.openxmlformats.org/officeDocument/2006/relationships/notesSlide" Target="../copula/notesSlides/notesSlide24.xml" Id="R54962c16e3364aa0"/></Relationships>
</file>

<file path=ppt/slides/_rels/slide125.xml.rels><?xml version='1.0' encoding='UTF-8' standalone='yes'?>
<Relationships xmlns="http://schemas.openxmlformats.org/package/2006/relationships"><Relationship Type="http://schemas.openxmlformats.org/officeDocument/2006/relationships/slideLayout" Target="../copula/slideLayouts/slideLayout1.xml" Id="R6dac5608e8b449fa"/><Relationship Type="http://schemas.openxmlformats.org/officeDocument/2006/relationships/notesSlide" Target="../copula/notesSlides/notesSlide25.xml" Id="R44f6eb2895094708"/></Relationships>
</file>

<file path=ppt/slides/_rels/slide126.xml.rels><?xml version='1.0' encoding='UTF-8' standalone='yes'?>
<Relationships xmlns="http://schemas.openxmlformats.org/package/2006/relationships"><Relationship Type="http://schemas.openxmlformats.org/officeDocument/2006/relationships/slideLayout" Target="../copula/slideLayouts/slideLayout1.xml" Id="R670d8b4ccc704cda"/><Relationship Type="http://schemas.openxmlformats.org/officeDocument/2006/relationships/notesSlide" Target="../copula/notesSlides/notesSlide26.xml" Id="Rf1b6caab1bc14555"/></Relationships>
</file>

<file path=ppt/slides/_rels/slide127.xml.rels><?xml version='1.0' encoding='UTF-8' standalone='yes'?>
<Relationships xmlns="http://schemas.openxmlformats.org/package/2006/relationships"><Relationship Type="http://schemas.openxmlformats.org/officeDocument/2006/relationships/slideLayout" Target="../copula/slideLayouts/slideLayout1.xml" Id="Rd8d996c873354b57"/><Relationship Type="http://schemas.openxmlformats.org/officeDocument/2006/relationships/notesSlide" Target="../copula/notesSlides/notesSlide27.xml" Id="R1410ea32573041a1"/></Relationships>
</file>

<file path=ppt/slides/_rels/slide128.xml.rels><?xml version='1.0' encoding='UTF-8' standalone='yes'?>
<Relationships xmlns="http://schemas.openxmlformats.org/package/2006/relationships"><Relationship Type="http://schemas.openxmlformats.org/officeDocument/2006/relationships/slideLayout" Target="../copula/slideLayouts/slideLayout1.xml" Id="R7b84ac7b48474ab5"/><Relationship Type="http://schemas.openxmlformats.org/officeDocument/2006/relationships/notesSlide" Target="../copula/notesSlides/notesSlide28.xml" Id="R7910469ca9b949d4"/></Relationships>
</file>

<file path=ppt/slides/_rels/slide129.xml.rels><?xml version='1.0' encoding='UTF-8' standalone='yes'?>
<Relationships xmlns="http://schemas.openxmlformats.org/package/2006/relationships"><Relationship Type="http://schemas.openxmlformats.org/officeDocument/2006/relationships/slideLayout" Target="../copula/slideLayouts/slideLayout1.xml" Id="Rc1c6d818806644da"/><Relationship Type="http://schemas.openxmlformats.org/officeDocument/2006/relationships/notesSlide" Target="../copula/notesSlides/notesSlide29.xml" Id="R7ee90d5b777c4340"/></Relationships>
</file>

<file path=ppt/slides/_rels/slide130.xml.rels><?xml version='1.0' encoding='UTF-8' standalone='yes'?>
<Relationships xmlns="http://schemas.openxmlformats.org/package/2006/relationships"><Relationship Type="http://schemas.openxmlformats.org/officeDocument/2006/relationships/slideLayout" Target="../copula/slideLayouts/slideLayout1.xml" Id="R04047db356bf4522"/><Relationship Type="http://schemas.openxmlformats.org/officeDocument/2006/relationships/notesSlide" Target="../copula/notesSlides/notesSlide30.xml" Id="R6d4b001cf03e4712"/></Relationships>
</file>

<file path=ppt/slides/_rels/slide131.xml.rels><?xml version='1.0' encoding='UTF-8' standalone='yes'?>
<Relationships xmlns="http://schemas.openxmlformats.org/package/2006/relationships"><Relationship Type="http://schemas.openxmlformats.org/officeDocument/2006/relationships/slideLayout" Target="../copula/slideLayouts/slideLayout1.xml" Id="Rb3acc0daa8f04754"/><Relationship Type="http://schemas.openxmlformats.org/officeDocument/2006/relationships/notesSlide" Target="../copula/notesSlides/notesSlide31.xml" Id="R2eb09ce6bc544ed7"/></Relationships>
</file>

<file path=ppt/slides/_rels/slide132.xml.rels><?xml version='1.0' encoding='UTF-8' standalone='yes'?>
<Relationships xmlns="http://schemas.openxmlformats.org/package/2006/relationships"><Relationship Type="http://schemas.openxmlformats.org/officeDocument/2006/relationships/slideLayout" Target="../copula/slideLayouts/slideLayout1.xml" Id="R61460e6363da4ee4"/><Relationship Type="http://schemas.openxmlformats.org/officeDocument/2006/relationships/chart" Target="../copula/slides/charts/chart3.xml" Id="Rf68b04a34b5545d4"/><Relationship Type="http://schemas.openxmlformats.org/officeDocument/2006/relationships/chart" Target="../copula/slides/charts/chart4.xml" Id="Rf36e53ca241a4b59"/><Relationship Type="http://schemas.openxmlformats.org/officeDocument/2006/relationships/chart" Target="../copula/slides/charts/chart5.xml" Id="Rf912ffc0024c464b"/><Relationship Type="http://schemas.openxmlformats.org/officeDocument/2006/relationships/notesSlide" Target="../copula/notesSlides/notesSlide32.xml" Id="Rd249207e22cf44ed"/></Relationships>
</file>

<file path=ppt/slides/_rels/slide133.xml.rels><?xml version='1.0' encoding='UTF-8' standalone='yes'?>
<Relationships xmlns="http://schemas.openxmlformats.org/package/2006/relationships"><Relationship Type="http://schemas.openxmlformats.org/officeDocument/2006/relationships/slideLayout" Target="../copula/slideLayouts/slideLayout1.xml" Id="R3b1ef482c00f460d"/><Relationship Type="http://schemas.openxmlformats.org/officeDocument/2006/relationships/notesSlide" Target="../copula/notesSlides/notesSlide33.xml" Id="R33c6e8f5574c4c6a"/></Relationships>
</file>

<file path=ppt/slides/_rels/slide134.xml.rels><?xml version='1.0' encoding='UTF-8' standalone='yes'?>
<Relationships xmlns="http://schemas.openxmlformats.org/package/2006/relationships"><Relationship Type="http://schemas.openxmlformats.org/officeDocument/2006/relationships/slideLayout" Target="../copula/slideLayouts/slideLayout1.xml" Id="R04ccd32639c44f6b"/><Relationship Type="http://schemas.openxmlformats.org/officeDocument/2006/relationships/notesSlide" Target="../copula/notesSlides/notesSlide34.xml" Id="R2521c67a84074f7b"/></Relationships>
</file>

<file path=ppt/slides/_rels/slide135.xml.rels><?xml version='1.0' encoding='UTF-8' standalone='yes'?>
<Relationships xmlns="http://schemas.openxmlformats.org/package/2006/relationships"><Relationship Type="http://schemas.openxmlformats.org/officeDocument/2006/relationships/slideLayout" Target="../copula/slideLayouts/slideLayout1.xml" Id="R77ea81705bf34a4b"/><Relationship Type="http://schemas.openxmlformats.org/officeDocument/2006/relationships/notesSlide" Target="../copula/notesSlides/notesSlide35.xml" Id="R2e65a84428394d55"/></Relationships>
</file>

<file path=ppt/slides/_rels/slide136.xml.rels><?xml version='1.0' encoding='UTF-8' standalone='yes'?>
<Relationships xmlns="http://schemas.openxmlformats.org/package/2006/relationships"><Relationship Type="http://schemas.openxmlformats.org/officeDocument/2006/relationships/slideLayout" Target="../copula/slideLayouts/slideLayout1.xml" Id="R47ec86fa98944e2d"/><Relationship Type="http://schemas.openxmlformats.org/officeDocument/2006/relationships/notesSlide" Target="../copula/notesSlides/notesSlide36.xml" Id="Rc12f4f7108e7410b"/></Relationships>
</file>

<file path=ppt/slides/_rels/slide137.xml.rels><?xml version='1.0' encoding='UTF-8' standalone='yes'?>
<Relationships xmlns="http://schemas.openxmlformats.org/package/2006/relationships"><Relationship Type="http://schemas.openxmlformats.org/officeDocument/2006/relationships/slideLayout" Target="../copula/slideLayouts/slideLayout1.xml" Id="R34711c93c7f6453d"/><Relationship Type="http://schemas.openxmlformats.org/officeDocument/2006/relationships/notesSlide" Target="../copula/notesSlides/notesSlide37.xml" Id="R19b357678e9f4694"/></Relationships>
</file>

<file path=ppt/slides/_rels/slide138.xml.rels><?xml version='1.0' encoding='UTF-8' standalone='yes'?>
<Relationships xmlns="http://schemas.openxmlformats.org/package/2006/relationships"><Relationship Type="http://schemas.openxmlformats.org/officeDocument/2006/relationships/slideLayout" Target="../copula/slideLayouts/slideLayout1.xml" Id="R218ab20c2944438d"/><Relationship Type="http://schemas.openxmlformats.org/officeDocument/2006/relationships/notesSlide" Target="../copula/notesSlides/notesSlide38.xml" Id="R34c9e0e4c19b4c22"/></Relationships>
</file>

<file path=ppt/slides/_rels/slide139.xml.rels><?xml version='1.0' encoding='UTF-8' standalone='yes'?>
<Relationships xmlns="http://schemas.openxmlformats.org/package/2006/relationships"><Relationship Type="http://schemas.openxmlformats.org/officeDocument/2006/relationships/slideLayout" Target="../copula/slideLayouts/slideLayout1.xml" Id="Rf62d6d1a13ab44c6"/><Relationship Type="http://schemas.openxmlformats.org/officeDocument/2006/relationships/notesSlide" Target="../copula/notesSlides/notesSlide39.xml" Id="Rcd7972fa402c45a2"/></Relationships>
</file>

<file path=ppt/slides/_rels/slide140.xml.rels><?xml version='1.0' encoding='UTF-8' standalone='yes'?>
<Relationships xmlns="http://schemas.openxmlformats.org/package/2006/relationships"><Relationship Type="http://schemas.openxmlformats.org/officeDocument/2006/relationships/slideLayout" Target="../copula/slideLayouts/slideLayout1.xml" Id="Rb9f282794040404d"/><Relationship Type="http://schemas.openxmlformats.org/officeDocument/2006/relationships/notesSlide" Target="../copula/notesSlides/notesSlide40.xml" Id="R21ac3a08b1d545c6"/></Relationships>
</file>

<file path=ppt/slides/_rels/slide141.xml.rels><?xml version='1.0' encoding='UTF-8' standalone='yes'?>
<Relationships xmlns="http://schemas.openxmlformats.org/package/2006/relationships"><Relationship Type="http://schemas.openxmlformats.org/officeDocument/2006/relationships/slideLayout" Target="../copula/slideLayouts/slideLayout1.xml" Id="R613986f98c4c4d7d"/><Relationship Type="http://schemas.openxmlformats.org/officeDocument/2006/relationships/notesSlide" Target="../copula/notesSlides/notesSlide41.xml" Id="Rc40d52e444ac4e2c"/></Relationships>
</file>

<file path=ppt/slides/_rels/slide142.xml.rels><?xml version='1.0' encoding='UTF-8' standalone='yes'?>
<Relationships xmlns="http://schemas.openxmlformats.org/package/2006/relationships"><Relationship Type="http://schemas.openxmlformats.org/officeDocument/2006/relationships/slideLayout" Target="../copula/slideLayouts/slideLayout1.xml" Id="R92f034df34134767"/><Relationship Type="http://schemas.openxmlformats.org/officeDocument/2006/relationships/notesSlide" Target="../copula/notesSlides/notesSlide42.xml" Id="R12f5bf31639047bd"/></Relationships>
</file>

<file path=ppt/slides/_rels/slide143.xml.rels><?xml version='1.0' encoding='UTF-8' standalone='yes'?>
<Relationships xmlns="http://schemas.openxmlformats.org/package/2006/relationships"><Relationship Type="http://schemas.openxmlformats.org/officeDocument/2006/relationships/slideLayout" Target="../copula/slideLayouts/slideLayout1.xml" Id="Rd36c094408554cb6"/><Relationship Type="http://schemas.openxmlformats.org/officeDocument/2006/relationships/notesSlide" Target="../copula/notesSlides/notesSlide43.xml" Id="R62621c32cb744941"/></Relationships>
</file>

<file path=ppt/slides/_rels/slide144.xml.rels><?xml version='1.0' encoding='UTF-8' standalone='yes'?>
<Relationships xmlns="http://schemas.openxmlformats.org/package/2006/relationships"><Relationship Type="http://schemas.openxmlformats.org/officeDocument/2006/relationships/slideLayout" Target="../copula/slideLayouts/slideLayout1.xml" Id="R54100140f22c48c2"/><Relationship Type="http://schemas.openxmlformats.org/officeDocument/2006/relationships/notesSlide" Target="../copula/notesSlides/notesSlide44.xml" Id="Rdef2364ff2834fc5"/></Relationships>
</file>

<file path=ppt/slides/_rels/slide145.xml.rels><?xml version='1.0' encoding='UTF-8' standalone='yes'?>
<Relationships xmlns="http://schemas.openxmlformats.org/package/2006/relationships"><Relationship Type="http://schemas.openxmlformats.org/officeDocument/2006/relationships/slideLayout" Target="../copula/slideLayouts/slideLayout1.xml" Id="R0f5e3abf12f94cb8"/><Relationship Type="http://schemas.openxmlformats.org/officeDocument/2006/relationships/notesSlide" Target="../copula/notesSlides/notesSlide45.xml" Id="Rff0d6ca36ac0452e"/></Relationships>
</file>

<file path=ppt/slides/_rels/slide146.xml.rels><?xml version='1.0' encoding='UTF-8' standalone='yes'?>
<Relationships xmlns="http://schemas.openxmlformats.org/package/2006/relationships"><Relationship Type="http://schemas.openxmlformats.org/officeDocument/2006/relationships/slideLayout" Target="../copula/slideLayouts/slideLayout1.xml" Id="Re8d8b593f18d4f64"/><Relationship Type="http://schemas.openxmlformats.org/officeDocument/2006/relationships/notesSlide" Target="../copula/notesSlides/notesSlide46.xml" Id="Ree26929527fa4dd9"/></Relationships>
</file>

<file path=ppt/slides/_rels/slide147.xml.rels><?xml version='1.0' encoding='UTF-8' standalone='yes'?>
<Relationships xmlns="http://schemas.openxmlformats.org/package/2006/relationships"><Relationship Type="http://schemas.openxmlformats.org/officeDocument/2006/relationships/slideLayout" Target="../copula/slideLayouts/slideLayout1.xml" Id="Reb917b4a9898409d"/><Relationship Type="http://schemas.openxmlformats.org/officeDocument/2006/relationships/notesSlide" Target="../copula/notesSlides/notesSlide47.xml" Id="R2d0be84df83b4581"/></Relationships>
</file>

<file path=ppt/slides/_rels/slide148.xml.rels><?xml version='1.0' encoding='UTF-8' standalone='yes'?>
<Relationships xmlns="http://schemas.openxmlformats.org/package/2006/relationships"><Relationship Type="http://schemas.openxmlformats.org/officeDocument/2006/relationships/slideLayout" Target="../copula/slideLayouts/slideLayout1.xml" Id="R3d7544b38efa42a9"/><Relationship Type="http://schemas.openxmlformats.org/officeDocument/2006/relationships/notesSlide" Target="../copula/notesSlides/notesSlide48.xml" Id="R246f532c38a4460f"/></Relationships>
</file>

<file path=ppt/slides/_rels/slide149.xml.rels><?xml version='1.0' encoding='UTF-8' standalone='yes'?>
<Relationships xmlns="http://schemas.openxmlformats.org/package/2006/relationships"><Relationship Type="http://schemas.openxmlformats.org/officeDocument/2006/relationships/slideLayout" Target="../copula/slideLayouts/slideLayout1.xml" Id="R18f0fdd4ade94777"/><Relationship Type="http://schemas.openxmlformats.org/officeDocument/2006/relationships/notesSlide" Target="../copula/notesSlides/notesSlide49.xml" Id="R185bb31593f447bc"/></Relationships>
</file>

<file path=ppt/slides/_rels/slide150.xml.rels><?xml version='1.0' encoding='UTF-8' standalone='yes'?>
<Relationships xmlns="http://schemas.openxmlformats.org/package/2006/relationships"><Relationship Type="http://schemas.openxmlformats.org/officeDocument/2006/relationships/slideLayout" Target="../copula/slideLayouts/slideLayout1.xml" Id="R0db25fd101624d90"/><Relationship Type="http://schemas.openxmlformats.org/officeDocument/2006/relationships/notesSlide" Target="../copula/notesSlides/notesSlide50.xml" Id="Rdb4ec805e63444a5"/></Relationships>
</file>

<file path=ppt/slides/_rels/slide151.xml.rels><?xml version='1.0' encoding='UTF-8' standalone='yes'?>
<Relationships xmlns="http://schemas.openxmlformats.org/package/2006/relationships"><Relationship Type="http://schemas.openxmlformats.org/officeDocument/2006/relationships/slideLayout" Target="../copula/slideLayouts/slideLayout1.xml" Id="R97ea84adcd2842fd"/><Relationship Type="http://schemas.openxmlformats.org/officeDocument/2006/relationships/notesSlide" Target="../copula/notesSlides/notesSlide51.xml" Id="R223faafb1f1649da"/></Relationships>
</file>

<file path=ppt/slides/_rels/slide152.xml.rels><?xml version='1.0' encoding='UTF-8' standalone='yes'?>
<Relationships xmlns="http://schemas.openxmlformats.org/package/2006/relationships"><Relationship Type="http://schemas.openxmlformats.org/officeDocument/2006/relationships/slideLayout" Target="../copula/slideLayouts/slideLayout1.xml" Id="R3837055294e8460b"/><Relationship Type="http://schemas.openxmlformats.org/officeDocument/2006/relationships/notesSlide" Target="../copula/notesSlides/notesSlide52.xml" Id="R1552b3a59bc74393"/></Relationships>
</file>

<file path=ppt/slides/_rels/slide153.xml.rels><?xml version='1.0' encoding='UTF-8' standalone='yes'?>
<Relationships xmlns="http://schemas.openxmlformats.org/package/2006/relationships"><Relationship Type="http://schemas.openxmlformats.org/officeDocument/2006/relationships/slideLayout" Target="../copula/slideLayouts/slideLayout1.xml" Id="R6408bb8cc85b4651"/><Relationship Type="http://schemas.openxmlformats.org/officeDocument/2006/relationships/notesSlide" Target="../copula/notesSlides/notesSlide53.xml" Id="Rf862157ebc66423f"/></Relationships>
</file>

<file path=ppt/slides/_rels/slide154.xml.rels><?xml version='1.0' encoding='UTF-8' standalone='yes'?>
<Relationships xmlns="http://schemas.openxmlformats.org/package/2006/relationships"><Relationship Type="http://schemas.openxmlformats.org/officeDocument/2006/relationships/slideLayout" Target="../copula/slideLayouts/slideLayout1.xml" Id="R81d42ab62f8b4af3"/><Relationship Type="http://schemas.openxmlformats.org/officeDocument/2006/relationships/notesSlide" Target="../copula/notesSlides/notesSlide54.xml" Id="R1f7d123121ed41de"/></Relationships>
</file>

<file path=ppt/slides/_rels/slide155.xml.rels><?xml version='1.0' encoding='UTF-8' standalone='yes'?>
<Relationships xmlns="http://schemas.openxmlformats.org/package/2006/relationships"><Relationship Type="http://schemas.openxmlformats.org/officeDocument/2006/relationships/slideLayout" Target="../copula/slideLayouts/slideLayout1.xml" Id="Rb7eb01d009804e86"/><Relationship Type="http://schemas.openxmlformats.org/officeDocument/2006/relationships/notesSlide" Target="../copula/notesSlides/notesSlide55.xml" Id="R2195d0b15706414d"/></Relationships>
</file>

<file path=ppt/slides/_rels/slide156.xml.rels><?xml version='1.0' encoding='UTF-8' standalone='yes'?>
<Relationships xmlns="http://schemas.openxmlformats.org/package/2006/relationships"><Relationship Type="http://schemas.openxmlformats.org/officeDocument/2006/relationships/slideLayout" Target="../copula/slideLayouts/slideLayout1.xml" Id="R2d823ee7a4d24b24"/><Relationship Type="http://schemas.openxmlformats.org/officeDocument/2006/relationships/notesSlide" Target="../copula/notesSlides/notesSlide56.xml" Id="R7ddb67c4ac42485e"/></Relationships>
</file>

<file path=ppt/slides/_rels/slide157.xml.rels><?xml version='1.0' encoding='UTF-8' standalone='yes'?>
<Relationships xmlns="http://schemas.openxmlformats.org/package/2006/relationships"><Relationship Type="http://schemas.openxmlformats.org/officeDocument/2006/relationships/slideLayout" Target="../copula/slideLayouts/slideLayout1.xml" Id="R016784112f694d15"/><Relationship Type="http://schemas.openxmlformats.org/officeDocument/2006/relationships/notesSlide" Target="../copula/notesSlides/notesSlide57.xml" Id="R8a3a3a58ceb344a2"/></Relationships>
</file>

<file path=ppt/slides/_rels/slide158.xml.rels><?xml version='1.0' encoding='UTF-8' standalone='yes'?>
<Relationships xmlns="http://schemas.openxmlformats.org/package/2006/relationships"><Relationship Type="http://schemas.openxmlformats.org/officeDocument/2006/relationships/slideLayout" Target="../copula/slideLayouts/slideLayout1.xml" Id="R91730a4d2dfa41c9"/><Relationship Type="http://schemas.openxmlformats.org/officeDocument/2006/relationships/notesSlide" Target="../copula/notesSlides/notesSlide58.xml" Id="R3c3d2650ceec42c9"/></Relationships>
</file>

<file path=ppt/slides/_rels/slide159.xml.rels><?xml version='1.0' encoding='UTF-8' standalone='yes'?>
<Relationships xmlns="http://schemas.openxmlformats.org/package/2006/relationships"><Relationship Type="http://schemas.openxmlformats.org/officeDocument/2006/relationships/slideLayout" Target="../copula/slideLayouts/slideLayout1.xml" Id="R4dbefa8700cb4894"/><Relationship Type="http://schemas.openxmlformats.org/officeDocument/2006/relationships/notesSlide" Target="../copula/notesSlides/notesSlide59.xml" Id="Rab3a7baaefd64528"/></Relationships>
</file>

<file path=ppt/slides/_rels/slide160.xml.rels><?xml version='1.0' encoding='UTF-8' standalone='yes'?>
<Relationships xmlns="http://schemas.openxmlformats.org/package/2006/relationships"><Relationship Type="http://schemas.openxmlformats.org/officeDocument/2006/relationships/slideLayout" Target="../copula/slideLayouts/slideLayout1.xml" Id="R39d7b0a7fe4c4098"/><Relationship Type="http://schemas.openxmlformats.org/officeDocument/2006/relationships/notesSlide" Target="../copula/notesSlides/notesSlide60.xml" Id="Re6ec268342a340f3"/></Relationships>
</file>

<file path=ppt/slides/_rels/slide161.xml.rels><?xml version='1.0' encoding='UTF-8' standalone='yes'?>
<Relationships xmlns="http://schemas.openxmlformats.org/package/2006/relationships"><Relationship Type="http://schemas.openxmlformats.org/officeDocument/2006/relationships/slideLayout" Target="../copula/slideLayouts/slideLayout1.xml" Id="Rd1e7cc030a6e40a2"/><Relationship Type="http://schemas.openxmlformats.org/officeDocument/2006/relationships/notesSlide" Target="../copula/notesSlides/notesSlide61.xml" Id="Rc841e838c0fc4791"/></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AF71C6-17C9-57AB-ECD3-E62D59DC8A04}"/>
              </a:ext>
            </a:extLst>
          </p:cNvPr>
          <p:cNvSpPr>
            <a:spLocks noGrp="1"/>
          </p:cNvSpPr>
          <p:nvPr>
            <p:ph type="ctrTitle"/>
          </p:nvPr>
        </p:nvSpPr>
        <p:spPr>
          <a:xfrm>
            <a:off x="727213" y="699925"/>
            <a:ext cx="10737574" cy="2577302"/>
          </a:xfrm>
        </p:spPr>
        <p:txBody>
          <a:bodyPr>
            <a:normAutofit/>
          </a:bodyPr>
          <a:lstStyle/>
          <a:p>
            <a:pPr>
              <a:lnSpc>
                <a:spcPct val="100000"/>
              </a:lnSpc>
            </a:pPr>
            <a:r>
              <a:rPr kumimoji="1" lang="ja-JP" altLang="en-US" sz="4800" b="1" noProof="1"/>
              <a:t>ゼミ発表</a:t>
            </a:r>
            <a:endParaRPr kumimoji="1" lang="ja-JP" sz="4800" noProof="1">
              <a:latin typeface="+mn-ea"/>
              <a:ea typeface="+mn-ea"/>
            </a:endParaRPr>
          </a:p>
        </p:txBody>
      </p:sp>
      <p:sp>
        <p:nvSpPr>
          <p:cNvPr id="3" name="字幕 2">
            <a:extLst>
              <a:ext uri="{FF2B5EF4-FFF2-40B4-BE49-F238E27FC236}">
                <a16:creationId xmlns:a16="http://schemas.microsoft.com/office/drawing/2014/main" id="{27859E78-3DB5-9D1D-6018-D605D40E5A19}"/>
              </a:ext>
            </a:extLst>
          </p:cNvPr>
          <p:cNvSpPr>
            <a:spLocks noGrp="1"/>
          </p:cNvSpPr>
          <p:nvPr>
            <p:ph type="subTitle" idx="1"/>
          </p:nvPr>
        </p:nvSpPr>
        <p:spPr>
          <a:xfrm>
            <a:off x="1454426" y="3580773"/>
            <a:ext cx="9144000" cy="1655762"/>
          </a:xfrm>
        </p:spPr>
        <p:txBody>
          <a:bodyPr/>
          <a:lstStyle/>
          <a:p>
            <a:r>
              <a:rPr lang="ja-JP" noProof="1"/>
              <a:t>M1 齊藤光汰</a:t>
            </a:r>
            <a:endParaRPr kumimoji="1" lang="ja-JP" noProof="1"/>
          </a:p>
        </p:txBody>
      </p:sp>
      <p:sp>
        <p:nvSpPr>
          <p:cNvPr id="4" name="スライド番号プレースホルダー 3">
            <a:extLst>
              <a:ext uri="{FF2B5EF4-FFF2-40B4-BE49-F238E27FC236}">
                <a16:creationId xmlns:a16="http://schemas.microsoft.com/office/drawing/2014/main" id="{26075D1A-1A11-EB22-D666-B7047654E117}"/>
              </a:ext>
            </a:extLst>
          </p:cNvPr>
          <p:cNvSpPr>
            <a:spLocks noGrp="1"/>
          </p:cNvSpPr>
          <p:nvPr>
            <p:ph type="sldNum" sz="quarter" idx="12"/>
          </p:nvPr>
        </p:nvSpPr>
        <p:spPr/>
        <p:txBody>
          <a:bodyPr/>
          <a:lstStyle/>
          <a:p>
            <a:fld id="{766CFED1-DF6F-7E4C-BB21-72E6FAF4BC7E}" type="slidenum">
              <a:rPr kumimoji="1" lang="en-US" altLang="ja-JP" noProof="1" smtClean="0"/>
              <a:t>1</a:t>
            </a:fld>
            <a:endParaRPr kumimoji="1" lang="ja-JP" noProof="1"/>
          </a:p>
        </p:txBody>
      </p:sp>
    </p:spTree>
    <p:extLst>
      <p:ext uri="{BB962C8B-B14F-4D97-AF65-F5344CB8AC3E}">
        <p14:creationId xmlns:p14="http://schemas.microsoft.com/office/powerpoint/2010/main" val="33802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6F662298-293E-71BD-1008-6EB39FB8BCAE}"/>
              </a:ext>
            </a:extLst>
          </p:cNvPr>
          <p:cNvSpPr>
            <a:spLocks noGrp="1"/>
          </p:cNvSpPr>
          <p:nvPr>
            <p:ph type="title"/>
          </p:nvPr>
        </p:nvSpPr>
        <p:spPr/>
        <p:txBody>
          <a:bodyPr>
            <a:normAutofit fontScale="90000"/>
          </a:bodyPr>
          <a:lstStyle/>
          <a:p>
            <a:pPr algn="ctr"/>
            <a:r>
              <a:rPr lang="ja-JP" altLang="en-US"/>
              <a:t>目次</a:t>
            </a:r>
          </a:p>
        </p:txBody>
      </p:sp>
      <p:sp>
        <p:nvSpPr>
          <p:cNvPr id="6" name="スライド番号プレースホルダー 5">
            <a:extLst>
              <a:ext uri="{FF2B5EF4-FFF2-40B4-BE49-F238E27FC236}">
                <a16:creationId xmlns:a16="http://schemas.microsoft.com/office/drawing/2014/main" id="{3C30C9F9-9480-7FEA-3481-C203DC651D94}"/>
              </a:ext>
            </a:extLst>
          </p:cNvPr>
          <p:cNvSpPr>
            <a:spLocks noGrp="1"/>
          </p:cNvSpPr>
          <p:nvPr>
            <p:ph type="sldNum" sz="quarter" idx="12"/>
          </p:nvPr>
        </p:nvSpPr>
        <p:spPr/>
        <p:txBody>
          <a:bodyPr/>
          <a:lstStyle/>
          <a:p>
            <a:fld id="{766CFED1-DF6F-7E4C-BB21-72E6FAF4BC7E}" type="slidenum">
              <a:rPr kumimoji="1" lang="ja-JP" altLang="en-US" smtClean="0"/>
              <a:t>2</a:t>
            </a:fld>
            <a:endParaRPr kumimoji="1" lang="ja-JP" altLang="en-US"/>
          </a:p>
        </p:txBody>
      </p:sp>
      <p:sp>
        <p:nvSpPr>
          <p:cNvPr id="5" name="テキスト ボックス 4">
            <a:extLst>
              <a:ext uri="{FF2B5EF4-FFF2-40B4-BE49-F238E27FC236}">
                <a16:creationId xmlns:a16="http://schemas.microsoft.com/office/drawing/2014/main" id="{F0BE491E-0AF2-2FF6-A8B6-AC209FE0B87E}"/>
              </a:ext>
            </a:extLst>
          </p:cNvPr>
          <p:cNvSpPr txBox="1"/>
          <p:nvPr/>
        </p:nvSpPr>
        <p:spPr>
          <a:xfrm>
            <a:off x="956930" y="1509823"/>
            <a:ext cx="10749517" cy="3970318"/>
          </a:xfrm>
          <a:prstGeom prst="rect">
            <a:avLst/>
          </a:prstGeom>
          <a:noFill/>
        </p:spPr>
        <p:txBody>
          <a:bodyPr wrap="square" rtlCol="0">
            <a:spAutoFit/>
          </a:bodyPr>
          <a:lstStyle/>
          <a:p>
            <a:pPr marL="514350" indent="-514350">
              <a:buFont typeface="+mj-lt"/>
              <a:buAutoNum type="arabicPeriod"/>
            </a:pPr>
            <a:r>
              <a:rPr kumimoji="1" lang="ja-JP" altLang="en-US" sz="2800"/>
              <a:t>はじめに</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kumimoji="1" lang="ja-JP" altLang="en-US" sz="2800"/>
              <a:t>先行研究１</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lang="ja-JP" altLang="en-US" sz="2800"/>
              <a:t>先行研究２</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問題設定</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今後の展望</a:t>
            </a:r>
            <a:endParaRPr kumimoji="1" lang="ja-JP" altLang="en-US" sz="2800"/>
          </a:p>
        </p:txBody>
      </p:sp>
    </p:spTree>
    <p:extLst>
      <p:ext uri="{BB962C8B-B14F-4D97-AF65-F5344CB8AC3E}">
        <p14:creationId xmlns:p14="http://schemas.microsoft.com/office/powerpoint/2010/main" val="4154883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A9F22044-A94B-488E-F5E2-9EF659B3006C}"/>
              </a:ext>
            </a:extLst>
          </p:cNvPr>
          <p:cNvSpPr/>
          <p:nvPr/>
        </p:nvSpPr>
        <p:spPr>
          <a:xfrm>
            <a:off x="1281793" y="5372100"/>
            <a:ext cx="9233807" cy="1216479"/>
          </a:xfrm>
          <a:prstGeom prst="roundRect">
            <a:avLst/>
          </a:prstGeom>
          <a:solidFill>
            <a:srgbClr val="FF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C5B1D69-8333-18EF-27E9-79E17811FBB1}"/>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ACFF8479-CBF4-6B67-4633-3FBF20F70DE4}"/>
              </a:ext>
            </a:extLst>
          </p:cNvPr>
          <p:cNvSpPr>
            <a:spLocks noGrp="1"/>
          </p:cNvSpPr>
          <p:nvPr>
            <p:ph type="sldNum" sz="quarter" idx="12"/>
          </p:nvPr>
        </p:nvSpPr>
        <p:spPr/>
        <p:txBody>
          <a:bodyPr/>
          <a:lstStyle/>
          <a:p>
            <a:fld id="{766CFED1-DF6F-7E4C-BB21-72E6FAF4BC7E}" type="slidenum">
              <a:rPr kumimoji="1" lang="ja-JP" altLang="en-US" smtClean="0"/>
              <a:t>3</a:t>
            </a:fld>
            <a:endParaRPr kumimoji="1" lang="ja-JP" altLang="en-US"/>
          </a:p>
        </p:txBody>
      </p:sp>
      <p:sp>
        <p:nvSpPr>
          <p:cNvPr id="4" name="テキスト ボックス 3">
            <a:extLst>
              <a:ext uri="{FF2B5EF4-FFF2-40B4-BE49-F238E27FC236}">
                <a16:creationId xmlns:a16="http://schemas.microsoft.com/office/drawing/2014/main" id="{1F16CE5B-42EC-EC1B-0A9B-C3D12B69C693}"/>
              </a:ext>
            </a:extLst>
          </p:cNvPr>
          <p:cNvSpPr txBox="1"/>
          <p:nvPr/>
        </p:nvSpPr>
        <p:spPr>
          <a:xfrm>
            <a:off x="0" y="5591801"/>
            <a:ext cx="11582400" cy="830997"/>
          </a:xfrm>
          <a:prstGeom prst="rect">
            <a:avLst/>
          </a:prstGeom>
          <a:noFill/>
        </p:spPr>
        <p:txBody>
          <a:bodyPr wrap="square" rtlCol="0">
            <a:spAutoFit/>
          </a:bodyPr>
          <a:lstStyle/>
          <a:p>
            <a:pPr algn="ctr"/>
            <a:r>
              <a:rPr kumimoji="1" lang="ja-JP" altLang="en-US" sz="2400" b="1" dirty="0"/>
              <a:t>テーブルデータにおける変数間の依存構造の関係を考慮した</a:t>
            </a:r>
            <a:endParaRPr kumimoji="1" lang="en-US" altLang="ja-JP" sz="2400" b="1" dirty="0"/>
          </a:p>
          <a:p>
            <a:pPr algn="ctr"/>
            <a:r>
              <a:rPr lang="ja-JP" altLang="en-US" sz="2400" b="1" dirty="0"/>
              <a:t>データ拡張のフレームワークの提案</a:t>
            </a:r>
            <a:endParaRPr kumimoji="1" lang="en-US" altLang="ja-JP" sz="2400" b="1" dirty="0"/>
          </a:p>
        </p:txBody>
      </p:sp>
      <p:sp>
        <p:nvSpPr>
          <p:cNvPr id="7" name="テキスト ボックス 6">
            <a:extLst>
              <a:ext uri="{FF2B5EF4-FFF2-40B4-BE49-F238E27FC236}">
                <a16:creationId xmlns:a16="http://schemas.microsoft.com/office/drawing/2014/main" id="{0826BC72-D495-6CD2-13A5-3135C4151587}"/>
              </a:ext>
            </a:extLst>
          </p:cNvPr>
          <p:cNvSpPr txBox="1"/>
          <p:nvPr/>
        </p:nvSpPr>
        <p:spPr>
          <a:xfrm>
            <a:off x="1473574" y="1182011"/>
            <a:ext cx="2903360" cy="523220"/>
          </a:xfrm>
          <a:prstGeom prst="rect">
            <a:avLst/>
          </a:prstGeom>
          <a:noFill/>
        </p:spPr>
        <p:txBody>
          <a:bodyPr wrap="none" rtlCol="0">
            <a:spAutoFit/>
          </a:bodyPr>
          <a:lstStyle/>
          <a:p>
            <a:pPr algn="ctr"/>
            <a:r>
              <a:rPr kumimoji="1" lang="ja-JP" altLang="en-US" sz="2800" b="1" dirty="0"/>
              <a:t>先行研究</a:t>
            </a:r>
            <a:r>
              <a:rPr kumimoji="1" lang="en-US" altLang="ja-JP" sz="2800" b="1" dirty="0"/>
              <a:t>1</a:t>
            </a:r>
            <a:r>
              <a:rPr kumimoji="1" lang="ja-JP" altLang="en-US" sz="2800" b="1" dirty="0"/>
              <a:t>の課題</a:t>
            </a:r>
          </a:p>
        </p:txBody>
      </p:sp>
      <p:sp>
        <p:nvSpPr>
          <p:cNvPr id="15" name="テキスト ボックス 14">
            <a:extLst>
              <a:ext uri="{FF2B5EF4-FFF2-40B4-BE49-F238E27FC236}">
                <a16:creationId xmlns:a16="http://schemas.microsoft.com/office/drawing/2014/main" id="{7B1F59F7-9074-B155-25D6-FF3D8F317D58}"/>
              </a:ext>
            </a:extLst>
          </p:cNvPr>
          <p:cNvSpPr txBox="1"/>
          <p:nvPr/>
        </p:nvSpPr>
        <p:spPr>
          <a:xfrm>
            <a:off x="7242423" y="1182011"/>
            <a:ext cx="3057247" cy="523220"/>
          </a:xfrm>
          <a:prstGeom prst="rect">
            <a:avLst/>
          </a:prstGeom>
          <a:noFill/>
        </p:spPr>
        <p:txBody>
          <a:bodyPr wrap="none" rtlCol="0">
            <a:spAutoFit/>
          </a:bodyPr>
          <a:lstStyle/>
          <a:p>
            <a:pPr algn="ctr"/>
            <a:r>
              <a:rPr kumimoji="1" lang="ja-JP" altLang="en-US" sz="2800" b="1" dirty="0"/>
              <a:t>先行研究</a:t>
            </a:r>
            <a:r>
              <a:rPr lang="ja-JP" altLang="en-US" sz="2800" b="1" dirty="0"/>
              <a:t>２の課題</a:t>
            </a:r>
            <a:endParaRPr kumimoji="1" lang="ja-JP" altLang="en-US" sz="2800" b="1" dirty="0"/>
          </a:p>
        </p:txBody>
      </p:sp>
      <p:sp>
        <p:nvSpPr>
          <p:cNvPr id="16" name="テキスト ボックス 15">
            <a:extLst>
              <a:ext uri="{FF2B5EF4-FFF2-40B4-BE49-F238E27FC236}">
                <a16:creationId xmlns:a16="http://schemas.microsoft.com/office/drawing/2014/main" id="{FC2B04AB-F4F3-25C0-0A54-D99A699E05CF}"/>
              </a:ext>
            </a:extLst>
          </p:cNvPr>
          <p:cNvSpPr txBox="1"/>
          <p:nvPr/>
        </p:nvSpPr>
        <p:spPr>
          <a:xfrm>
            <a:off x="705650" y="1922737"/>
            <a:ext cx="3005951" cy="430887"/>
          </a:xfrm>
          <a:prstGeom prst="rect">
            <a:avLst/>
          </a:prstGeom>
          <a:noFill/>
        </p:spPr>
        <p:txBody>
          <a:bodyPr wrap="none" rtlCol="0">
            <a:spAutoFit/>
          </a:bodyPr>
          <a:lstStyle/>
          <a:p>
            <a:r>
              <a:rPr lang="ja-JP" altLang="en-US" sz="2200" b="1">
                <a:solidFill>
                  <a:srgbClr val="FF0000"/>
                </a:solidFill>
              </a:rPr>
              <a:t>論理崩壊</a:t>
            </a:r>
            <a:r>
              <a:rPr kumimoji="1" lang="ja-JP" altLang="en-US" sz="2200" b="1">
                <a:solidFill>
                  <a:srgbClr val="FF0000"/>
                </a:solidFill>
              </a:rPr>
              <a:t>データ</a:t>
            </a:r>
            <a:r>
              <a:rPr kumimoji="1" lang="ja-JP" altLang="en-US" sz="2200" b="1" dirty="0">
                <a:solidFill>
                  <a:srgbClr val="FF0000"/>
                </a:solidFill>
              </a:rPr>
              <a:t>の生成</a:t>
            </a:r>
          </a:p>
        </p:txBody>
      </p:sp>
      <p:sp>
        <p:nvSpPr>
          <p:cNvPr id="18" name="テキスト ボックス 17">
            <a:extLst>
              <a:ext uri="{FF2B5EF4-FFF2-40B4-BE49-F238E27FC236}">
                <a16:creationId xmlns:a16="http://schemas.microsoft.com/office/drawing/2014/main" id="{0859DBBD-BC15-618F-04AF-82E394234996}"/>
              </a:ext>
            </a:extLst>
          </p:cNvPr>
          <p:cNvSpPr txBox="1"/>
          <p:nvPr/>
        </p:nvSpPr>
        <p:spPr>
          <a:xfrm>
            <a:off x="705650" y="2539147"/>
            <a:ext cx="4699169" cy="1323439"/>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全体から無作為に値を抽出して補完するため</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変数間の相関構造が無視され、非現実的な拡張データが生成される</a:t>
            </a:r>
          </a:p>
        </p:txBody>
      </p:sp>
      <p:sp>
        <p:nvSpPr>
          <p:cNvPr id="19" name="テキスト ボックス 18">
            <a:extLst>
              <a:ext uri="{FF2B5EF4-FFF2-40B4-BE49-F238E27FC236}">
                <a16:creationId xmlns:a16="http://schemas.microsoft.com/office/drawing/2014/main" id="{CA674223-1B0B-F1BE-7AFD-739A90A422E2}"/>
              </a:ext>
            </a:extLst>
          </p:cNvPr>
          <p:cNvSpPr txBox="1"/>
          <p:nvPr/>
        </p:nvSpPr>
        <p:spPr>
          <a:xfrm>
            <a:off x="640374" y="4108807"/>
            <a:ext cx="5274201" cy="400110"/>
          </a:xfrm>
          <a:prstGeom prst="rect">
            <a:avLst/>
          </a:prstGeom>
          <a:noFill/>
        </p:spPr>
        <p:txBody>
          <a:bodyPr wrap="square" rtlCol="0">
            <a:spAutoFit/>
          </a:bodyPr>
          <a:lstStyle/>
          <a:p>
            <a:r>
              <a:rPr lang="ja-JP" altLang="en-US" sz="2000" dirty="0">
                <a:latin typeface="Noto Sans JP"/>
              </a:rPr>
              <a:t>結果として、モデルの</a:t>
            </a:r>
            <a:r>
              <a:rPr lang="ja-JP" altLang="en-US" sz="2000" b="1" dirty="0">
                <a:latin typeface="Noto Sans JP"/>
              </a:rPr>
              <a:t>表現学習が阻害</a:t>
            </a:r>
            <a:r>
              <a:rPr lang="ja-JP" altLang="en-US" sz="2000" dirty="0">
                <a:latin typeface="Noto Sans JP"/>
              </a:rPr>
              <a:t>される</a:t>
            </a:r>
            <a:endParaRPr kumimoji="1" lang="ja-JP" altLang="en-US" sz="2000" dirty="0"/>
          </a:p>
        </p:txBody>
      </p:sp>
      <p:sp>
        <p:nvSpPr>
          <p:cNvPr id="26" name="テキスト ボックス 25">
            <a:extLst>
              <a:ext uri="{FF2B5EF4-FFF2-40B4-BE49-F238E27FC236}">
                <a16:creationId xmlns:a16="http://schemas.microsoft.com/office/drawing/2014/main" id="{2DD97516-CB1B-7382-C902-6B6E51371275}"/>
              </a:ext>
            </a:extLst>
          </p:cNvPr>
          <p:cNvSpPr txBox="1"/>
          <p:nvPr/>
        </p:nvSpPr>
        <p:spPr>
          <a:xfrm>
            <a:off x="6426746" y="1922737"/>
            <a:ext cx="2723823" cy="430887"/>
          </a:xfrm>
          <a:prstGeom prst="rect">
            <a:avLst/>
          </a:prstGeom>
          <a:noFill/>
        </p:spPr>
        <p:txBody>
          <a:bodyPr wrap="none" rtlCol="0">
            <a:spAutoFit/>
          </a:bodyPr>
          <a:lstStyle/>
          <a:p>
            <a:r>
              <a:rPr kumimoji="1" lang="ja-JP" altLang="en-US" sz="2200" b="1" dirty="0">
                <a:solidFill>
                  <a:srgbClr val="FF0000"/>
                </a:solidFill>
              </a:rPr>
              <a:t>確証バイアスの増幅</a:t>
            </a:r>
          </a:p>
        </p:txBody>
      </p:sp>
      <p:sp>
        <p:nvSpPr>
          <p:cNvPr id="28" name="テキスト ボックス 27">
            <a:extLst>
              <a:ext uri="{FF2B5EF4-FFF2-40B4-BE49-F238E27FC236}">
                <a16:creationId xmlns:a16="http://schemas.microsoft.com/office/drawing/2014/main" id="{30AA8FBC-6F9C-18AC-AA86-DE76F9D81985}"/>
              </a:ext>
            </a:extLst>
          </p:cNvPr>
          <p:cNvSpPr txBox="1"/>
          <p:nvPr/>
        </p:nvSpPr>
        <p:spPr>
          <a:xfrm>
            <a:off x="6262154" y="2539147"/>
            <a:ext cx="4699169" cy="1938992"/>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文脈を維持するために疑似ラベルに依存する</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初期の疑似ラベルを前提としてデータ拡張を行うため，疑似ラベルが誤っていた場合，ノイズが不可逆的に増幅する</a:t>
            </a:r>
          </a:p>
        </p:txBody>
      </p:sp>
      <p:sp>
        <p:nvSpPr>
          <p:cNvPr id="5" name="大かっこ 4">
            <a:extLst>
              <a:ext uri="{FF2B5EF4-FFF2-40B4-BE49-F238E27FC236}">
                <a16:creationId xmlns:a16="http://schemas.microsoft.com/office/drawing/2014/main" id="{F2AE2612-4035-2F70-317B-D91D24785F7B}"/>
              </a:ext>
            </a:extLst>
          </p:cNvPr>
          <p:cNvSpPr/>
          <p:nvPr/>
        </p:nvSpPr>
        <p:spPr>
          <a:xfrm>
            <a:off x="440871" y="1224643"/>
            <a:ext cx="5552932"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8" name="大かっこ 7">
            <a:extLst>
              <a:ext uri="{FF2B5EF4-FFF2-40B4-BE49-F238E27FC236}">
                <a16:creationId xmlns:a16="http://schemas.microsoft.com/office/drawing/2014/main" id="{5CABC38F-2B08-F14D-FFC8-025F448EFCA5}"/>
              </a:ext>
            </a:extLst>
          </p:cNvPr>
          <p:cNvSpPr/>
          <p:nvPr/>
        </p:nvSpPr>
        <p:spPr>
          <a:xfrm>
            <a:off x="6223907" y="1224643"/>
            <a:ext cx="5324383"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902745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3187AF-53A6-3316-EC1F-7F307167AFCD}"/>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B85F5972-9626-08DA-B543-E0A610967DB0}"/>
              </a:ext>
            </a:extLst>
          </p:cNvPr>
          <p:cNvSpPr>
            <a:spLocks noGrp="1"/>
          </p:cNvSpPr>
          <p:nvPr>
            <p:ph type="sldNum" sz="quarter" idx="12"/>
          </p:nvPr>
        </p:nvSpPr>
        <p:spPr/>
        <p:txBody>
          <a:bodyPr/>
          <a:lstStyle/>
          <a:p>
            <a:fld id="{766CFED1-DF6F-7E4C-BB21-72E6FAF4BC7E}" type="slidenum">
              <a:rPr kumimoji="1" lang="ja-JP" altLang="en-US" smtClean="0"/>
              <a:t>4</a:t>
            </a:fld>
            <a:endParaRPr kumimoji="1" lang="ja-JP" altLang="en-US"/>
          </a:p>
        </p:txBody>
      </p:sp>
      <p:sp>
        <p:nvSpPr>
          <p:cNvPr id="7" name="Text 3">
            <a:extLst>
              <a:ext uri="{FF2B5EF4-FFF2-40B4-BE49-F238E27FC236}">
                <a16:creationId xmlns:a16="http://schemas.microsoft.com/office/drawing/2014/main" id="{F3348926-0FE9-A399-7042-C2D175309576}"/>
              </a:ext>
            </a:extLst>
          </p:cNvPr>
          <p:cNvSpPr/>
          <p:nvPr/>
        </p:nvSpPr>
        <p:spPr>
          <a:xfrm>
            <a:off x="548640" y="1138647"/>
            <a:ext cx="11064240" cy="365760"/>
          </a:xfrm>
          <a:prstGeom prst="rect">
            <a:avLst/>
          </a:prstGeom>
          <a:noFill/>
          <a:ln/>
        </p:spPr>
        <p:txBody>
          <a:bodyPr wrap="square" lIns="0" tIns="0" rIns="0" bIns="0" rtlCol="0" anchor="ctr"/>
          <a:lstStyle/>
          <a:p>
            <a:pPr marL="0" indent="0">
              <a:buNone/>
            </a:pPr>
            <a:r>
              <a:rPr lang="ja-JP" altLang="en-US" sz="2400" b="1" dirty="0">
                <a:ea typeface="Yu Gothic" pitchFamily="34" charset="-122"/>
                <a:cs typeface="Yu Gothic" pitchFamily="34" charset="-120"/>
              </a:rPr>
              <a:t>現実の変数間の関係は、相関係数だけでは正しく捉えきれない</a:t>
            </a:r>
            <a:endParaRPr lang="en-US" altLang="ja-JP" sz="2400" b="1" dirty="0"/>
          </a:p>
        </p:txBody>
      </p:sp>
      <p:sp>
        <p:nvSpPr>
          <p:cNvPr id="9" name="Shape 4">
            <a:extLst>
              <a:ext uri="{FF2B5EF4-FFF2-40B4-BE49-F238E27FC236}">
                <a16:creationId xmlns:a16="http://schemas.microsoft.com/office/drawing/2014/main" id="{030E7663-C61D-E2C0-FE6E-115427E604B9}"/>
              </a:ext>
            </a:extLst>
          </p:cNvPr>
          <p:cNvSpPr/>
          <p:nvPr/>
        </p:nvSpPr>
        <p:spPr>
          <a:xfrm>
            <a:off x="54864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1" name="Text 5">
            <a:extLst>
              <a:ext uri="{FF2B5EF4-FFF2-40B4-BE49-F238E27FC236}">
                <a16:creationId xmlns:a16="http://schemas.microsoft.com/office/drawing/2014/main" id="{CEADEBED-445C-DE66-6919-79CFE9CDC224}"/>
              </a:ext>
            </a:extLst>
          </p:cNvPr>
          <p:cNvSpPr/>
          <p:nvPr/>
        </p:nvSpPr>
        <p:spPr>
          <a:xfrm>
            <a:off x="77724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① </a:t>
            </a:r>
            <a:r>
              <a:rPr lang="ja-JP" altLang="en-US" sz="2000" b="1" dirty="0">
                <a:solidFill>
                  <a:srgbClr val="1F2933"/>
                </a:solidFill>
                <a:ea typeface="Yu Gothic" pitchFamily="34" charset="-122"/>
                <a:cs typeface="Yu Gothic" pitchFamily="34" charset="-120"/>
              </a:rPr>
              <a:t>線形な関係</a:t>
            </a:r>
            <a:endParaRPr lang="en-US" altLang="ja-JP" sz="2000" dirty="0"/>
          </a:p>
        </p:txBody>
      </p:sp>
      <p:sp>
        <p:nvSpPr>
          <p:cNvPr id="13" name="Shape 6">
            <a:extLst>
              <a:ext uri="{FF2B5EF4-FFF2-40B4-BE49-F238E27FC236}">
                <a16:creationId xmlns:a16="http://schemas.microsoft.com/office/drawing/2014/main" id="{FAC6ACD9-0225-D77D-4846-12BC32A9DADA}"/>
              </a:ext>
            </a:extLst>
          </p:cNvPr>
          <p:cNvSpPr/>
          <p:nvPr/>
        </p:nvSpPr>
        <p:spPr>
          <a:xfrm>
            <a:off x="868680" y="2235927"/>
            <a:ext cx="0" cy="1143000"/>
          </a:xfrm>
          <a:prstGeom prst="line">
            <a:avLst/>
          </a:prstGeom>
          <a:noFill/>
          <a:ln w="12700">
            <a:solidFill>
              <a:srgbClr val="B7C3CC"/>
            </a:solidFill>
            <a:prstDash val="solid"/>
          </a:ln>
        </p:spPr>
        <p:txBody>
          <a:bodyPr/>
          <a:lstStyle/>
          <a:p>
            <a:endParaRPr lang="ja-JP" altLang="en-US"/>
          </a:p>
        </p:txBody>
      </p:sp>
      <p:sp>
        <p:nvSpPr>
          <p:cNvPr id="15" name="Shape 7">
            <a:extLst>
              <a:ext uri="{FF2B5EF4-FFF2-40B4-BE49-F238E27FC236}">
                <a16:creationId xmlns:a16="http://schemas.microsoft.com/office/drawing/2014/main" id="{0AA9A61F-8DE9-C38F-B67C-9E799A7DEBAA}"/>
              </a:ext>
            </a:extLst>
          </p:cNvPr>
          <p:cNvSpPr/>
          <p:nvPr/>
        </p:nvSpPr>
        <p:spPr>
          <a:xfrm>
            <a:off x="868680" y="3378927"/>
            <a:ext cx="2788920" cy="0"/>
          </a:xfrm>
          <a:prstGeom prst="line">
            <a:avLst/>
          </a:prstGeom>
          <a:noFill/>
          <a:ln w="12700">
            <a:solidFill>
              <a:srgbClr val="B7C3CC"/>
            </a:solidFill>
            <a:prstDash val="solid"/>
          </a:ln>
        </p:spPr>
        <p:txBody>
          <a:bodyPr/>
          <a:lstStyle/>
          <a:p>
            <a:endParaRPr lang="ja-JP" altLang="en-US"/>
          </a:p>
        </p:txBody>
      </p:sp>
      <p:sp>
        <p:nvSpPr>
          <p:cNvPr id="17" name="Shape 8">
            <a:extLst>
              <a:ext uri="{FF2B5EF4-FFF2-40B4-BE49-F238E27FC236}">
                <a16:creationId xmlns:a16="http://schemas.microsoft.com/office/drawing/2014/main" id="{F6C52A1B-D0F7-664E-F007-2629F51849E9}"/>
              </a:ext>
            </a:extLst>
          </p:cNvPr>
          <p:cNvSpPr/>
          <p:nvPr/>
        </p:nvSpPr>
        <p:spPr>
          <a:xfrm>
            <a:off x="2513106" y="2695871"/>
            <a:ext cx="64008" cy="64008"/>
          </a:xfrm>
          <a:prstGeom prst="ellipse">
            <a:avLst/>
          </a:prstGeom>
          <a:solidFill>
            <a:srgbClr val="2B6777"/>
          </a:solidFill>
          <a:ln/>
        </p:spPr>
        <p:txBody>
          <a:bodyPr/>
          <a:lstStyle/>
          <a:p>
            <a:endParaRPr lang="ja-JP" altLang="en-US"/>
          </a:p>
        </p:txBody>
      </p:sp>
      <p:sp>
        <p:nvSpPr>
          <p:cNvPr id="19" name="Shape 9">
            <a:extLst>
              <a:ext uri="{FF2B5EF4-FFF2-40B4-BE49-F238E27FC236}">
                <a16:creationId xmlns:a16="http://schemas.microsoft.com/office/drawing/2014/main" id="{87827EB1-9FC2-00FC-E4AA-DAAC4F2B357A}"/>
              </a:ext>
            </a:extLst>
          </p:cNvPr>
          <p:cNvSpPr/>
          <p:nvPr/>
        </p:nvSpPr>
        <p:spPr>
          <a:xfrm>
            <a:off x="3214135" y="2442082"/>
            <a:ext cx="64008" cy="64008"/>
          </a:xfrm>
          <a:prstGeom prst="ellipse">
            <a:avLst/>
          </a:prstGeom>
          <a:solidFill>
            <a:srgbClr val="2B6777"/>
          </a:solidFill>
          <a:ln/>
        </p:spPr>
        <p:txBody>
          <a:bodyPr/>
          <a:lstStyle/>
          <a:p>
            <a:endParaRPr lang="ja-JP" altLang="en-US"/>
          </a:p>
        </p:txBody>
      </p:sp>
      <p:sp>
        <p:nvSpPr>
          <p:cNvPr id="21" name="Shape 10">
            <a:extLst>
              <a:ext uri="{FF2B5EF4-FFF2-40B4-BE49-F238E27FC236}">
                <a16:creationId xmlns:a16="http://schemas.microsoft.com/office/drawing/2014/main" id="{9DCF29B0-0EA8-BCE8-BF53-575D8B2C1DD0}"/>
              </a:ext>
            </a:extLst>
          </p:cNvPr>
          <p:cNvSpPr/>
          <p:nvPr/>
        </p:nvSpPr>
        <p:spPr>
          <a:xfrm>
            <a:off x="1324218" y="3053650"/>
            <a:ext cx="64008" cy="64008"/>
          </a:xfrm>
          <a:prstGeom prst="ellipse">
            <a:avLst/>
          </a:prstGeom>
          <a:solidFill>
            <a:srgbClr val="2B6777"/>
          </a:solidFill>
          <a:ln/>
        </p:spPr>
        <p:txBody>
          <a:bodyPr/>
          <a:lstStyle/>
          <a:p>
            <a:endParaRPr lang="ja-JP" altLang="en-US"/>
          </a:p>
        </p:txBody>
      </p:sp>
      <p:sp>
        <p:nvSpPr>
          <p:cNvPr id="23" name="Shape 11">
            <a:extLst>
              <a:ext uri="{FF2B5EF4-FFF2-40B4-BE49-F238E27FC236}">
                <a16:creationId xmlns:a16="http://schemas.microsoft.com/office/drawing/2014/main" id="{D66C204E-2AFD-11F2-C978-2D214F06702F}"/>
              </a:ext>
            </a:extLst>
          </p:cNvPr>
          <p:cNvSpPr/>
          <p:nvPr/>
        </p:nvSpPr>
        <p:spPr>
          <a:xfrm>
            <a:off x="1598687" y="2952454"/>
            <a:ext cx="64008" cy="64008"/>
          </a:xfrm>
          <a:prstGeom prst="ellipse">
            <a:avLst/>
          </a:prstGeom>
          <a:solidFill>
            <a:srgbClr val="2B6777"/>
          </a:solidFill>
          <a:ln/>
        </p:spPr>
        <p:txBody>
          <a:bodyPr/>
          <a:lstStyle/>
          <a:p>
            <a:endParaRPr lang="ja-JP" altLang="en-US"/>
          </a:p>
        </p:txBody>
      </p:sp>
      <p:sp>
        <p:nvSpPr>
          <p:cNvPr id="25" name="Shape 12">
            <a:extLst>
              <a:ext uri="{FF2B5EF4-FFF2-40B4-BE49-F238E27FC236}">
                <a16:creationId xmlns:a16="http://schemas.microsoft.com/office/drawing/2014/main" id="{CA3704B4-40F7-1D22-DB5C-AD84626772B2}"/>
              </a:ext>
            </a:extLst>
          </p:cNvPr>
          <p:cNvSpPr/>
          <p:nvPr/>
        </p:nvSpPr>
        <p:spPr>
          <a:xfrm>
            <a:off x="3250416" y="2462372"/>
            <a:ext cx="64008" cy="64008"/>
          </a:xfrm>
          <a:prstGeom prst="ellipse">
            <a:avLst/>
          </a:prstGeom>
          <a:solidFill>
            <a:srgbClr val="2B6777"/>
          </a:solidFill>
          <a:ln/>
        </p:spPr>
        <p:txBody>
          <a:bodyPr/>
          <a:lstStyle/>
          <a:p>
            <a:endParaRPr lang="ja-JP" altLang="en-US"/>
          </a:p>
        </p:txBody>
      </p:sp>
      <p:sp>
        <p:nvSpPr>
          <p:cNvPr id="27" name="Shape 13">
            <a:extLst>
              <a:ext uri="{FF2B5EF4-FFF2-40B4-BE49-F238E27FC236}">
                <a16:creationId xmlns:a16="http://schemas.microsoft.com/office/drawing/2014/main" id="{EF5485DC-FFC1-84DD-1652-81098EE7782D}"/>
              </a:ext>
            </a:extLst>
          </p:cNvPr>
          <p:cNvSpPr/>
          <p:nvPr/>
        </p:nvSpPr>
        <p:spPr>
          <a:xfrm>
            <a:off x="1533693" y="2931522"/>
            <a:ext cx="64008" cy="64008"/>
          </a:xfrm>
          <a:prstGeom prst="ellipse">
            <a:avLst/>
          </a:prstGeom>
          <a:solidFill>
            <a:srgbClr val="2B6777"/>
          </a:solidFill>
          <a:ln/>
        </p:spPr>
        <p:txBody>
          <a:bodyPr/>
          <a:lstStyle/>
          <a:p>
            <a:endParaRPr lang="ja-JP" altLang="en-US"/>
          </a:p>
        </p:txBody>
      </p:sp>
      <p:sp>
        <p:nvSpPr>
          <p:cNvPr id="29" name="Shape 14">
            <a:extLst>
              <a:ext uri="{FF2B5EF4-FFF2-40B4-BE49-F238E27FC236}">
                <a16:creationId xmlns:a16="http://schemas.microsoft.com/office/drawing/2014/main" id="{90E143BF-76A2-C6CF-8845-FDF31F5C0BD4}"/>
              </a:ext>
            </a:extLst>
          </p:cNvPr>
          <p:cNvSpPr/>
          <p:nvPr/>
        </p:nvSpPr>
        <p:spPr>
          <a:xfrm>
            <a:off x="2916478" y="2592839"/>
            <a:ext cx="64008" cy="64008"/>
          </a:xfrm>
          <a:prstGeom prst="ellipse">
            <a:avLst/>
          </a:prstGeom>
          <a:solidFill>
            <a:srgbClr val="2B6777"/>
          </a:solidFill>
          <a:ln/>
        </p:spPr>
        <p:txBody>
          <a:bodyPr/>
          <a:lstStyle/>
          <a:p>
            <a:endParaRPr lang="ja-JP" altLang="en-US"/>
          </a:p>
        </p:txBody>
      </p:sp>
      <p:sp>
        <p:nvSpPr>
          <p:cNvPr id="31" name="Shape 15">
            <a:extLst>
              <a:ext uri="{FF2B5EF4-FFF2-40B4-BE49-F238E27FC236}">
                <a16:creationId xmlns:a16="http://schemas.microsoft.com/office/drawing/2014/main" id="{D0DB5440-7263-D889-5F1E-9BF13004959A}"/>
              </a:ext>
            </a:extLst>
          </p:cNvPr>
          <p:cNvSpPr/>
          <p:nvPr/>
        </p:nvSpPr>
        <p:spPr>
          <a:xfrm>
            <a:off x="1386801" y="3038296"/>
            <a:ext cx="64008" cy="64008"/>
          </a:xfrm>
          <a:prstGeom prst="ellipse">
            <a:avLst/>
          </a:prstGeom>
          <a:solidFill>
            <a:srgbClr val="2B6777"/>
          </a:solidFill>
          <a:ln/>
        </p:spPr>
        <p:txBody>
          <a:bodyPr/>
          <a:lstStyle/>
          <a:p>
            <a:endParaRPr lang="ja-JP" altLang="en-US"/>
          </a:p>
        </p:txBody>
      </p:sp>
      <p:sp>
        <p:nvSpPr>
          <p:cNvPr id="33" name="Shape 16">
            <a:extLst>
              <a:ext uri="{FF2B5EF4-FFF2-40B4-BE49-F238E27FC236}">
                <a16:creationId xmlns:a16="http://schemas.microsoft.com/office/drawing/2014/main" id="{D53E92F7-AB33-DEE9-F7E1-683D6AD2D636}"/>
              </a:ext>
            </a:extLst>
          </p:cNvPr>
          <p:cNvSpPr/>
          <p:nvPr/>
        </p:nvSpPr>
        <p:spPr>
          <a:xfrm>
            <a:off x="2751582" y="2595615"/>
            <a:ext cx="64008" cy="64008"/>
          </a:xfrm>
          <a:prstGeom prst="ellipse">
            <a:avLst/>
          </a:prstGeom>
          <a:solidFill>
            <a:srgbClr val="2B6777"/>
          </a:solidFill>
          <a:ln/>
        </p:spPr>
        <p:txBody>
          <a:bodyPr/>
          <a:lstStyle/>
          <a:p>
            <a:endParaRPr lang="ja-JP" altLang="en-US"/>
          </a:p>
        </p:txBody>
      </p:sp>
      <p:sp>
        <p:nvSpPr>
          <p:cNvPr id="35" name="Shape 17">
            <a:extLst>
              <a:ext uri="{FF2B5EF4-FFF2-40B4-BE49-F238E27FC236}">
                <a16:creationId xmlns:a16="http://schemas.microsoft.com/office/drawing/2014/main" id="{C083815D-A7BE-CA03-2010-A0C1F72C4E7B}"/>
              </a:ext>
            </a:extLst>
          </p:cNvPr>
          <p:cNvSpPr/>
          <p:nvPr/>
        </p:nvSpPr>
        <p:spPr>
          <a:xfrm>
            <a:off x="847394" y="3211100"/>
            <a:ext cx="64008" cy="64008"/>
          </a:xfrm>
          <a:prstGeom prst="ellipse">
            <a:avLst/>
          </a:prstGeom>
          <a:solidFill>
            <a:srgbClr val="2B6777"/>
          </a:solidFill>
          <a:ln/>
        </p:spPr>
        <p:txBody>
          <a:bodyPr/>
          <a:lstStyle/>
          <a:p>
            <a:endParaRPr lang="ja-JP" altLang="en-US"/>
          </a:p>
        </p:txBody>
      </p:sp>
      <p:sp>
        <p:nvSpPr>
          <p:cNvPr id="37" name="Shape 18">
            <a:extLst>
              <a:ext uri="{FF2B5EF4-FFF2-40B4-BE49-F238E27FC236}">
                <a16:creationId xmlns:a16="http://schemas.microsoft.com/office/drawing/2014/main" id="{8A4B08E7-54E6-32C9-3CEE-D1DB2BB85460}"/>
              </a:ext>
            </a:extLst>
          </p:cNvPr>
          <p:cNvSpPr/>
          <p:nvPr/>
        </p:nvSpPr>
        <p:spPr>
          <a:xfrm>
            <a:off x="3171943" y="2554200"/>
            <a:ext cx="64008" cy="64008"/>
          </a:xfrm>
          <a:prstGeom prst="ellipse">
            <a:avLst/>
          </a:prstGeom>
          <a:solidFill>
            <a:srgbClr val="2B6777"/>
          </a:solidFill>
          <a:ln/>
        </p:spPr>
        <p:txBody>
          <a:bodyPr/>
          <a:lstStyle/>
          <a:p>
            <a:endParaRPr lang="ja-JP" altLang="en-US"/>
          </a:p>
        </p:txBody>
      </p:sp>
      <p:sp>
        <p:nvSpPr>
          <p:cNvPr id="39" name="Shape 19">
            <a:extLst>
              <a:ext uri="{FF2B5EF4-FFF2-40B4-BE49-F238E27FC236}">
                <a16:creationId xmlns:a16="http://schemas.microsoft.com/office/drawing/2014/main" id="{65308202-BDBD-4290-AC97-8685CC913BD1}"/>
              </a:ext>
            </a:extLst>
          </p:cNvPr>
          <p:cNvSpPr/>
          <p:nvPr/>
        </p:nvSpPr>
        <p:spPr>
          <a:xfrm>
            <a:off x="2488620" y="2770186"/>
            <a:ext cx="64008" cy="64008"/>
          </a:xfrm>
          <a:prstGeom prst="ellipse">
            <a:avLst/>
          </a:prstGeom>
          <a:solidFill>
            <a:srgbClr val="2B6777"/>
          </a:solidFill>
          <a:ln/>
        </p:spPr>
        <p:txBody>
          <a:bodyPr/>
          <a:lstStyle/>
          <a:p>
            <a:endParaRPr lang="ja-JP" altLang="en-US"/>
          </a:p>
        </p:txBody>
      </p:sp>
      <p:sp>
        <p:nvSpPr>
          <p:cNvPr id="41" name="Shape 20">
            <a:extLst>
              <a:ext uri="{FF2B5EF4-FFF2-40B4-BE49-F238E27FC236}">
                <a16:creationId xmlns:a16="http://schemas.microsoft.com/office/drawing/2014/main" id="{BAF721E4-4CE6-973E-80CB-D8D8C53EF0E8}"/>
              </a:ext>
            </a:extLst>
          </p:cNvPr>
          <p:cNvSpPr/>
          <p:nvPr/>
        </p:nvSpPr>
        <p:spPr>
          <a:xfrm>
            <a:off x="1581195" y="3047987"/>
            <a:ext cx="64008" cy="64008"/>
          </a:xfrm>
          <a:prstGeom prst="ellipse">
            <a:avLst/>
          </a:prstGeom>
          <a:solidFill>
            <a:srgbClr val="2B6777"/>
          </a:solidFill>
          <a:ln/>
        </p:spPr>
        <p:txBody>
          <a:bodyPr/>
          <a:lstStyle/>
          <a:p>
            <a:endParaRPr lang="ja-JP" altLang="en-US"/>
          </a:p>
        </p:txBody>
      </p:sp>
      <p:sp>
        <p:nvSpPr>
          <p:cNvPr id="43" name="Shape 21">
            <a:extLst>
              <a:ext uri="{FF2B5EF4-FFF2-40B4-BE49-F238E27FC236}">
                <a16:creationId xmlns:a16="http://schemas.microsoft.com/office/drawing/2014/main" id="{84F4D359-0F4A-41F0-4E50-3FC1FF19F016}"/>
              </a:ext>
            </a:extLst>
          </p:cNvPr>
          <p:cNvSpPr/>
          <p:nvPr/>
        </p:nvSpPr>
        <p:spPr>
          <a:xfrm>
            <a:off x="1354548" y="3003085"/>
            <a:ext cx="64008" cy="64008"/>
          </a:xfrm>
          <a:prstGeom prst="ellipse">
            <a:avLst/>
          </a:prstGeom>
          <a:solidFill>
            <a:srgbClr val="2B6777"/>
          </a:solidFill>
          <a:ln/>
        </p:spPr>
        <p:txBody>
          <a:bodyPr/>
          <a:lstStyle/>
          <a:p>
            <a:endParaRPr lang="ja-JP" altLang="en-US"/>
          </a:p>
        </p:txBody>
      </p:sp>
      <p:sp>
        <p:nvSpPr>
          <p:cNvPr id="45" name="Shape 22">
            <a:extLst>
              <a:ext uri="{FF2B5EF4-FFF2-40B4-BE49-F238E27FC236}">
                <a16:creationId xmlns:a16="http://schemas.microsoft.com/office/drawing/2014/main" id="{B3B90A0A-CCA7-8B43-3465-615D76D53F40}"/>
              </a:ext>
            </a:extLst>
          </p:cNvPr>
          <p:cNvSpPr/>
          <p:nvPr/>
        </p:nvSpPr>
        <p:spPr>
          <a:xfrm>
            <a:off x="2315740" y="2824741"/>
            <a:ext cx="64008" cy="64008"/>
          </a:xfrm>
          <a:prstGeom prst="ellipse">
            <a:avLst/>
          </a:prstGeom>
          <a:solidFill>
            <a:srgbClr val="2B6777"/>
          </a:solidFill>
          <a:ln/>
        </p:spPr>
        <p:txBody>
          <a:bodyPr/>
          <a:lstStyle/>
          <a:p>
            <a:endParaRPr lang="ja-JP" altLang="en-US"/>
          </a:p>
        </p:txBody>
      </p:sp>
      <p:sp>
        <p:nvSpPr>
          <p:cNvPr id="47" name="Shape 23">
            <a:extLst>
              <a:ext uri="{FF2B5EF4-FFF2-40B4-BE49-F238E27FC236}">
                <a16:creationId xmlns:a16="http://schemas.microsoft.com/office/drawing/2014/main" id="{F93AD925-15A2-6B93-0CB7-8560D80C3E5D}"/>
              </a:ext>
            </a:extLst>
          </p:cNvPr>
          <p:cNvSpPr/>
          <p:nvPr/>
        </p:nvSpPr>
        <p:spPr>
          <a:xfrm>
            <a:off x="1319174" y="3004640"/>
            <a:ext cx="64008" cy="64008"/>
          </a:xfrm>
          <a:prstGeom prst="ellipse">
            <a:avLst/>
          </a:prstGeom>
          <a:solidFill>
            <a:srgbClr val="2B6777"/>
          </a:solidFill>
          <a:ln/>
        </p:spPr>
        <p:txBody>
          <a:bodyPr/>
          <a:lstStyle/>
          <a:p>
            <a:endParaRPr lang="ja-JP" altLang="en-US"/>
          </a:p>
        </p:txBody>
      </p:sp>
      <p:sp>
        <p:nvSpPr>
          <p:cNvPr id="49" name="Shape 24">
            <a:extLst>
              <a:ext uri="{FF2B5EF4-FFF2-40B4-BE49-F238E27FC236}">
                <a16:creationId xmlns:a16="http://schemas.microsoft.com/office/drawing/2014/main" id="{207576F2-67E2-B00A-A221-5A1C2330CE1D}"/>
              </a:ext>
            </a:extLst>
          </p:cNvPr>
          <p:cNvSpPr/>
          <p:nvPr/>
        </p:nvSpPr>
        <p:spPr>
          <a:xfrm>
            <a:off x="2196944" y="2736623"/>
            <a:ext cx="64008" cy="64008"/>
          </a:xfrm>
          <a:prstGeom prst="ellipse">
            <a:avLst/>
          </a:prstGeom>
          <a:solidFill>
            <a:srgbClr val="2B6777"/>
          </a:solidFill>
          <a:ln/>
        </p:spPr>
        <p:txBody>
          <a:bodyPr/>
          <a:lstStyle/>
          <a:p>
            <a:endParaRPr lang="ja-JP" altLang="en-US"/>
          </a:p>
        </p:txBody>
      </p:sp>
      <p:sp>
        <p:nvSpPr>
          <p:cNvPr id="51" name="Shape 25">
            <a:extLst>
              <a:ext uri="{FF2B5EF4-FFF2-40B4-BE49-F238E27FC236}">
                <a16:creationId xmlns:a16="http://schemas.microsoft.com/office/drawing/2014/main" id="{5B984C9F-B969-2057-229F-2C98857E989A}"/>
              </a:ext>
            </a:extLst>
          </p:cNvPr>
          <p:cNvSpPr/>
          <p:nvPr/>
        </p:nvSpPr>
        <p:spPr>
          <a:xfrm>
            <a:off x="1727629" y="2940271"/>
            <a:ext cx="64008" cy="64008"/>
          </a:xfrm>
          <a:prstGeom prst="ellipse">
            <a:avLst/>
          </a:prstGeom>
          <a:solidFill>
            <a:srgbClr val="2B6777"/>
          </a:solidFill>
          <a:ln/>
        </p:spPr>
        <p:txBody>
          <a:bodyPr/>
          <a:lstStyle/>
          <a:p>
            <a:endParaRPr lang="ja-JP" altLang="en-US"/>
          </a:p>
        </p:txBody>
      </p:sp>
      <p:sp>
        <p:nvSpPr>
          <p:cNvPr id="53" name="Shape 26">
            <a:extLst>
              <a:ext uri="{FF2B5EF4-FFF2-40B4-BE49-F238E27FC236}">
                <a16:creationId xmlns:a16="http://schemas.microsoft.com/office/drawing/2014/main" id="{BFB68AF4-A3A7-99F2-6AFC-03907DA5D0AA}"/>
              </a:ext>
            </a:extLst>
          </p:cNvPr>
          <p:cNvSpPr/>
          <p:nvPr/>
        </p:nvSpPr>
        <p:spPr>
          <a:xfrm>
            <a:off x="941091" y="3249026"/>
            <a:ext cx="64008" cy="64008"/>
          </a:xfrm>
          <a:prstGeom prst="ellipse">
            <a:avLst/>
          </a:prstGeom>
          <a:solidFill>
            <a:srgbClr val="2B6777"/>
          </a:solidFill>
          <a:ln/>
        </p:spPr>
        <p:txBody>
          <a:bodyPr/>
          <a:lstStyle/>
          <a:p>
            <a:endParaRPr lang="ja-JP" altLang="en-US"/>
          </a:p>
        </p:txBody>
      </p:sp>
      <p:sp>
        <p:nvSpPr>
          <p:cNvPr id="55" name="Shape 27">
            <a:extLst>
              <a:ext uri="{FF2B5EF4-FFF2-40B4-BE49-F238E27FC236}">
                <a16:creationId xmlns:a16="http://schemas.microsoft.com/office/drawing/2014/main" id="{BF3FEE88-3C4A-5162-61F5-22928D43080D}"/>
              </a:ext>
            </a:extLst>
          </p:cNvPr>
          <p:cNvSpPr/>
          <p:nvPr/>
        </p:nvSpPr>
        <p:spPr>
          <a:xfrm>
            <a:off x="2388988" y="2710777"/>
            <a:ext cx="64008" cy="64008"/>
          </a:xfrm>
          <a:prstGeom prst="ellipse">
            <a:avLst/>
          </a:prstGeom>
          <a:solidFill>
            <a:srgbClr val="2B6777"/>
          </a:solidFill>
          <a:ln/>
        </p:spPr>
        <p:txBody>
          <a:bodyPr/>
          <a:lstStyle/>
          <a:p>
            <a:endParaRPr lang="ja-JP" altLang="en-US"/>
          </a:p>
        </p:txBody>
      </p:sp>
      <p:sp>
        <p:nvSpPr>
          <p:cNvPr id="57" name="Shape 28">
            <a:extLst>
              <a:ext uri="{FF2B5EF4-FFF2-40B4-BE49-F238E27FC236}">
                <a16:creationId xmlns:a16="http://schemas.microsoft.com/office/drawing/2014/main" id="{AF6DF1DB-378F-ACB7-231D-27E3CD234A61}"/>
              </a:ext>
            </a:extLst>
          </p:cNvPr>
          <p:cNvSpPr/>
          <p:nvPr/>
        </p:nvSpPr>
        <p:spPr>
          <a:xfrm>
            <a:off x="1520449" y="2973471"/>
            <a:ext cx="64008" cy="64008"/>
          </a:xfrm>
          <a:prstGeom prst="ellipse">
            <a:avLst/>
          </a:prstGeom>
          <a:solidFill>
            <a:srgbClr val="2B6777"/>
          </a:solidFill>
          <a:ln/>
        </p:spPr>
        <p:txBody>
          <a:bodyPr/>
          <a:lstStyle/>
          <a:p>
            <a:endParaRPr lang="ja-JP" altLang="en-US"/>
          </a:p>
        </p:txBody>
      </p:sp>
      <p:sp>
        <p:nvSpPr>
          <p:cNvPr id="59" name="Shape 29">
            <a:extLst>
              <a:ext uri="{FF2B5EF4-FFF2-40B4-BE49-F238E27FC236}">
                <a16:creationId xmlns:a16="http://schemas.microsoft.com/office/drawing/2014/main" id="{E033BC62-CD79-A6F1-0D7C-6BC9B07665D8}"/>
              </a:ext>
            </a:extLst>
          </p:cNvPr>
          <p:cNvSpPr/>
          <p:nvPr/>
        </p:nvSpPr>
        <p:spPr>
          <a:xfrm>
            <a:off x="1420984" y="3059189"/>
            <a:ext cx="64008" cy="64008"/>
          </a:xfrm>
          <a:prstGeom prst="ellipse">
            <a:avLst/>
          </a:prstGeom>
          <a:solidFill>
            <a:srgbClr val="2B6777"/>
          </a:solidFill>
          <a:ln/>
        </p:spPr>
        <p:txBody>
          <a:bodyPr/>
          <a:lstStyle/>
          <a:p>
            <a:endParaRPr lang="ja-JP" altLang="en-US"/>
          </a:p>
        </p:txBody>
      </p:sp>
      <p:sp>
        <p:nvSpPr>
          <p:cNvPr id="61" name="Shape 30">
            <a:extLst>
              <a:ext uri="{FF2B5EF4-FFF2-40B4-BE49-F238E27FC236}">
                <a16:creationId xmlns:a16="http://schemas.microsoft.com/office/drawing/2014/main" id="{6BC265F3-BD6A-B411-ED57-F9F3A80F2F1C}"/>
              </a:ext>
            </a:extLst>
          </p:cNvPr>
          <p:cNvSpPr/>
          <p:nvPr/>
        </p:nvSpPr>
        <p:spPr>
          <a:xfrm>
            <a:off x="2896632" y="2510736"/>
            <a:ext cx="64008" cy="64008"/>
          </a:xfrm>
          <a:prstGeom prst="ellipse">
            <a:avLst/>
          </a:prstGeom>
          <a:solidFill>
            <a:srgbClr val="2B6777"/>
          </a:solidFill>
          <a:ln/>
        </p:spPr>
        <p:txBody>
          <a:bodyPr/>
          <a:lstStyle/>
          <a:p>
            <a:endParaRPr lang="ja-JP" altLang="en-US"/>
          </a:p>
        </p:txBody>
      </p:sp>
      <p:sp>
        <p:nvSpPr>
          <p:cNvPr id="63" name="Shape 31">
            <a:extLst>
              <a:ext uri="{FF2B5EF4-FFF2-40B4-BE49-F238E27FC236}">
                <a16:creationId xmlns:a16="http://schemas.microsoft.com/office/drawing/2014/main" id="{36F17E3C-B558-3E6A-9774-BB8E429574C4}"/>
              </a:ext>
            </a:extLst>
          </p:cNvPr>
          <p:cNvSpPr/>
          <p:nvPr/>
        </p:nvSpPr>
        <p:spPr>
          <a:xfrm>
            <a:off x="2253437" y="2815812"/>
            <a:ext cx="64008" cy="64008"/>
          </a:xfrm>
          <a:prstGeom prst="ellipse">
            <a:avLst/>
          </a:prstGeom>
          <a:solidFill>
            <a:srgbClr val="2B6777"/>
          </a:solidFill>
          <a:ln/>
        </p:spPr>
        <p:txBody>
          <a:bodyPr/>
          <a:lstStyle/>
          <a:p>
            <a:endParaRPr lang="ja-JP" altLang="en-US"/>
          </a:p>
        </p:txBody>
      </p:sp>
      <p:sp>
        <p:nvSpPr>
          <p:cNvPr id="65" name="Shape 32">
            <a:extLst>
              <a:ext uri="{FF2B5EF4-FFF2-40B4-BE49-F238E27FC236}">
                <a16:creationId xmlns:a16="http://schemas.microsoft.com/office/drawing/2014/main" id="{3414E99C-065E-50C1-CF81-6BDD772A2CED}"/>
              </a:ext>
            </a:extLst>
          </p:cNvPr>
          <p:cNvSpPr/>
          <p:nvPr/>
        </p:nvSpPr>
        <p:spPr>
          <a:xfrm>
            <a:off x="1629307" y="2996004"/>
            <a:ext cx="64008" cy="64008"/>
          </a:xfrm>
          <a:prstGeom prst="ellipse">
            <a:avLst/>
          </a:prstGeom>
          <a:solidFill>
            <a:srgbClr val="2B6777"/>
          </a:solidFill>
          <a:ln/>
        </p:spPr>
        <p:txBody>
          <a:bodyPr/>
          <a:lstStyle/>
          <a:p>
            <a:endParaRPr lang="ja-JP" altLang="en-US"/>
          </a:p>
        </p:txBody>
      </p:sp>
      <p:sp>
        <p:nvSpPr>
          <p:cNvPr id="67" name="Shape 33">
            <a:extLst>
              <a:ext uri="{FF2B5EF4-FFF2-40B4-BE49-F238E27FC236}">
                <a16:creationId xmlns:a16="http://schemas.microsoft.com/office/drawing/2014/main" id="{53918A35-09BA-6A70-3623-F2E69D453932}"/>
              </a:ext>
            </a:extLst>
          </p:cNvPr>
          <p:cNvSpPr/>
          <p:nvPr/>
        </p:nvSpPr>
        <p:spPr>
          <a:xfrm>
            <a:off x="1044993" y="3119297"/>
            <a:ext cx="64008" cy="64008"/>
          </a:xfrm>
          <a:prstGeom prst="ellipse">
            <a:avLst/>
          </a:prstGeom>
          <a:solidFill>
            <a:srgbClr val="2B6777"/>
          </a:solidFill>
          <a:ln/>
        </p:spPr>
        <p:txBody>
          <a:bodyPr/>
          <a:lstStyle/>
          <a:p>
            <a:endParaRPr lang="ja-JP" altLang="en-US"/>
          </a:p>
        </p:txBody>
      </p:sp>
      <p:sp>
        <p:nvSpPr>
          <p:cNvPr id="69" name="Shape 34">
            <a:extLst>
              <a:ext uri="{FF2B5EF4-FFF2-40B4-BE49-F238E27FC236}">
                <a16:creationId xmlns:a16="http://schemas.microsoft.com/office/drawing/2014/main" id="{4D9490A3-6D20-28EE-FD5F-02C4C79FDB84}"/>
              </a:ext>
            </a:extLst>
          </p:cNvPr>
          <p:cNvSpPr/>
          <p:nvPr/>
        </p:nvSpPr>
        <p:spPr>
          <a:xfrm>
            <a:off x="2735286" y="2587495"/>
            <a:ext cx="64008" cy="64008"/>
          </a:xfrm>
          <a:prstGeom prst="ellipse">
            <a:avLst/>
          </a:prstGeom>
          <a:solidFill>
            <a:srgbClr val="2B6777"/>
          </a:solidFill>
          <a:ln/>
        </p:spPr>
        <p:txBody>
          <a:bodyPr/>
          <a:lstStyle/>
          <a:p>
            <a:endParaRPr lang="ja-JP" altLang="en-US"/>
          </a:p>
        </p:txBody>
      </p:sp>
      <p:sp>
        <p:nvSpPr>
          <p:cNvPr id="71" name="Shape 35">
            <a:extLst>
              <a:ext uri="{FF2B5EF4-FFF2-40B4-BE49-F238E27FC236}">
                <a16:creationId xmlns:a16="http://schemas.microsoft.com/office/drawing/2014/main" id="{71D67263-4300-B786-2A5B-D51796BFD0AD}"/>
              </a:ext>
            </a:extLst>
          </p:cNvPr>
          <p:cNvSpPr/>
          <p:nvPr/>
        </p:nvSpPr>
        <p:spPr>
          <a:xfrm>
            <a:off x="3424347" y="2469700"/>
            <a:ext cx="64008" cy="64008"/>
          </a:xfrm>
          <a:prstGeom prst="ellipse">
            <a:avLst/>
          </a:prstGeom>
          <a:solidFill>
            <a:srgbClr val="2B6777"/>
          </a:solidFill>
          <a:ln/>
        </p:spPr>
        <p:txBody>
          <a:bodyPr/>
          <a:lstStyle/>
          <a:p>
            <a:endParaRPr lang="ja-JP" altLang="en-US"/>
          </a:p>
        </p:txBody>
      </p:sp>
      <p:sp>
        <p:nvSpPr>
          <p:cNvPr id="73" name="Text 36">
            <a:extLst>
              <a:ext uri="{FF2B5EF4-FFF2-40B4-BE49-F238E27FC236}">
                <a16:creationId xmlns:a16="http://schemas.microsoft.com/office/drawing/2014/main" id="{7187536B-F96C-0974-A0F3-8B69F8F5981B}"/>
              </a:ext>
            </a:extLst>
          </p:cNvPr>
          <p:cNvSpPr/>
          <p:nvPr/>
        </p:nvSpPr>
        <p:spPr>
          <a:xfrm>
            <a:off x="777240" y="3516087"/>
            <a:ext cx="2971800" cy="320040"/>
          </a:xfrm>
          <a:prstGeom prst="rect">
            <a:avLst/>
          </a:prstGeom>
          <a:noFill/>
          <a:ln/>
        </p:spPr>
        <p:txBody>
          <a:bodyPr wrap="square" lIns="0" tIns="0" rIns="0" bIns="0" rtlCol="0" anchor="ctr"/>
          <a:lstStyle/>
          <a:p>
            <a:pPr marL="0" indent="0">
              <a:buNone/>
            </a:pPr>
            <a:r>
              <a:rPr lang="ja-JP" altLang="en-US" sz="1600" b="1" dirty="0">
                <a:solidFill>
                  <a:srgbClr val="FF0000"/>
                </a:solidFill>
                <a:ea typeface="Yu Gothic" pitchFamily="34" charset="-122"/>
                <a:cs typeface="Yu Gothic" pitchFamily="34" charset="-120"/>
              </a:rPr>
              <a:t>相関係数</a:t>
            </a:r>
            <a:r>
              <a:rPr lang="en-US" altLang="ja-JP" sz="1600" b="1" dirty="0">
                <a:solidFill>
                  <a:srgbClr val="FF0000"/>
                </a:solidFill>
                <a:ea typeface="Yu Gothic" pitchFamily="34" charset="-122"/>
                <a:cs typeface="Yu Gothic" pitchFamily="34" charset="-120"/>
              </a:rPr>
              <a:t>: </a:t>
            </a:r>
            <a:r>
              <a:rPr lang="en-US" altLang="ja-JP" sz="1600" b="1">
                <a:solidFill>
                  <a:srgbClr val="FF0000"/>
                </a:solidFill>
                <a:ea typeface="Yu Gothic" pitchFamily="34" charset="-122"/>
                <a:cs typeface="Yu Gothic" pitchFamily="34" charset="-120"/>
              </a:rPr>
              <a:t>○ </a:t>
            </a:r>
            <a:r>
              <a:rPr lang="ja-JP" altLang="en-US" sz="1600" b="1" dirty="0">
                <a:solidFill>
                  <a:srgbClr val="FF0000"/>
                </a:solidFill>
                <a:ea typeface="Yu Gothic" pitchFamily="34" charset="-122"/>
                <a:cs typeface="Yu Gothic" pitchFamily="34" charset="-120"/>
              </a:rPr>
              <a:t>検出できる</a:t>
            </a:r>
            <a:endParaRPr lang="en-US" altLang="ja-JP" sz="1600" dirty="0">
              <a:solidFill>
                <a:srgbClr val="FF0000"/>
              </a:solidFill>
            </a:endParaRPr>
          </a:p>
        </p:txBody>
      </p:sp>
      <p:sp>
        <p:nvSpPr>
          <p:cNvPr id="75" name="Shape 37">
            <a:extLst>
              <a:ext uri="{FF2B5EF4-FFF2-40B4-BE49-F238E27FC236}">
                <a16:creationId xmlns:a16="http://schemas.microsoft.com/office/drawing/2014/main" id="{30655C71-1080-9E9E-ACD1-47BDFD02BCD3}"/>
              </a:ext>
            </a:extLst>
          </p:cNvPr>
          <p:cNvSpPr/>
          <p:nvPr/>
        </p:nvSpPr>
        <p:spPr>
          <a:xfrm>
            <a:off x="425196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77" name="Text 38">
            <a:extLst>
              <a:ext uri="{FF2B5EF4-FFF2-40B4-BE49-F238E27FC236}">
                <a16:creationId xmlns:a16="http://schemas.microsoft.com/office/drawing/2014/main" id="{87A933C8-DC9D-CE0D-3638-2D70AF1EA101}"/>
              </a:ext>
            </a:extLst>
          </p:cNvPr>
          <p:cNvSpPr/>
          <p:nvPr/>
        </p:nvSpPr>
        <p:spPr>
          <a:xfrm>
            <a:off x="4480560" y="1778727"/>
            <a:ext cx="2971800" cy="365760"/>
          </a:xfrm>
          <a:prstGeom prst="rect">
            <a:avLst/>
          </a:prstGeom>
          <a:noFill/>
          <a:ln/>
        </p:spPr>
        <p:txBody>
          <a:bodyPr wrap="square" lIns="0" tIns="0" rIns="0" bIns="0" rtlCol="0" anchor="ctr"/>
          <a:lstStyle/>
          <a:p>
            <a:pPr marL="0" indent="0">
              <a:buNone/>
            </a:pPr>
            <a:r>
              <a:rPr lang="en-US" altLang="ja-JP" sz="2000" b="1">
                <a:solidFill>
                  <a:srgbClr val="1F2933"/>
                </a:solidFill>
                <a:ea typeface="Yu Gothic" pitchFamily="34" charset="-122"/>
                <a:cs typeface="Yu Gothic" pitchFamily="34" charset="-120"/>
              </a:rPr>
              <a:t>② </a:t>
            </a:r>
            <a:r>
              <a:rPr lang="ja-JP" altLang="en-US" sz="2000" b="1">
                <a:solidFill>
                  <a:srgbClr val="1F2933"/>
                </a:solidFill>
                <a:ea typeface="Yu Gothic" pitchFamily="34" charset="-122"/>
                <a:cs typeface="Yu Gothic" pitchFamily="34" charset="-120"/>
              </a:rPr>
              <a:t>非線形</a:t>
            </a:r>
            <a:r>
              <a:rPr lang="ja-JP" altLang="en-US" sz="2000" b="1" dirty="0">
                <a:solidFill>
                  <a:srgbClr val="1F2933"/>
                </a:solidFill>
                <a:ea typeface="Yu Gothic" pitchFamily="34" charset="-122"/>
                <a:cs typeface="Yu Gothic" pitchFamily="34" charset="-120"/>
              </a:rPr>
              <a:t>な関係</a:t>
            </a:r>
            <a:endParaRPr lang="en-US" altLang="ja-JP" sz="2000" dirty="0"/>
          </a:p>
        </p:txBody>
      </p:sp>
      <p:sp>
        <p:nvSpPr>
          <p:cNvPr id="79" name="Shape 39">
            <a:extLst>
              <a:ext uri="{FF2B5EF4-FFF2-40B4-BE49-F238E27FC236}">
                <a16:creationId xmlns:a16="http://schemas.microsoft.com/office/drawing/2014/main" id="{DD52092E-0F7E-D055-3117-B8218711B1A0}"/>
              </a:ext>
            </a:extLst>
          </p:cNvPr>
          <p:cNvSpPr/>
          <p:nvPr/>
        </p:nvSpPr>
        <p:spPr>
          <a:xfrm>
            <a:off x="4572000" y="2235927"/>
            <a:ext cx="0" cy="1143000"/>
          </a:xfrm>
          <a:prstGeom prst="line">
            <a:avLst/>
          </a:prstGeom>
          <a:noFill/>
          <a:ln w="12700">
            <a:solidFill>
              <a:srgbClr val="B7C3CC"/>
            </a:solidFill>
            <a:prstDash val="solid"/>
          </a:ln>
        </p:spPr>
        <p:txBody>
          <a:bodyPr/>
          <a:lstStyle/>
          <a:p>
            <a:endParaRPr lang="ja-JP" altLang="en-US"/>
          </a:p>
        </p:txBody>
      </p:sp>
      <p:sp>
        <p:nvSpPr>
          <p:cNvPr id="81" name="Shape 40">
            <a:extLst>
              <a:ext uri="{FF2B5EF4-FFF2-40B4-BE49-F238E27FC236}">
                <a16:creationId xmlns:a16="http://schemas.microsoft.com/office/drawing/2014/main" id="{92221F2E-1A4B-2BF8-B9C3-E2AD033A77D4}"/>
              </a:ext>
            </a:extLst>
          </p:cNvPr>
          <p:cNvSpPr/>
          <p:nvPr/>
        </p:nvSpPr>
        <p:spPr>
          <a:xfrm>
            <a:off x="4572000" y="3378927"/>
            <a:ext cx="2788920" cy="0"/>
          </a:xfrm>
          <a:prstGeom prst="line">
            <a:avLst/>
          </a:prstGeom>
          <a:noFill/>
          <a:ln w="12700">
            <a:solidFill>
              <a:srgbClr val="B7C3CC"/>
            </a:solidFill>
            <a:prstDash val="solid"/>
          </a:ln>
        </p:spPr>
        <p:txBody>
          <a:bodyPr/>
          <a:lstStyle/>
          <a:p>
            <a:endParaRPr lang="ja-JP" altLang="en-US"/>
          </a:p>
        </p:txBody>
      </p:sp>
      <p:sp>
        <p:nvSpPr>
          <p:cNvPr id="83" name="Shape 41">
            <a:extLst>
              <a:ext uri="{FF2B5EF4-FFF2-40B4-BE49-F238E27FC236}">
                <a16:creationId xmlns:a16="http://schemas.microsoft.com/office/drawing/2014/main" id="{1DB29DA8-CF50-8435-FF5E-5BD31846D222}"/>
              </a:ext>
            </a:extLst>
          </p:cNvPr>
          <p:cNvSpPr/>
          <p:nvPr/>
        </p:nvSpPr>
        <p:spPr>
          <a:xfrm>
            <a:off x="7171998" y="2525164"/>
            <a:ext cx="64008" cy="64008"/>
          </a:xfrm>
          <a:prstGeom prst="ellipse">
            <a:avLst/>
          </a:prstGeom>
          <a:solidFill>
            <a:srgbClr val="2B6777"/>
          </a:solidFill>
          <a:ln/>
        </p:spPr>
        <p:txBody>
          <a:bodyPr/>
          <a:lstStyle/>
          <a:p>
            <a:endParaRPr lang="ja-JP" altLang="en-US"/>
          </a:p>
        </p:txBody>
      </p:sp>
      <p:sp>
        <p:nvSpPr>
          <p:cNvPr id="85" name="Shape 42">
            <a:extLst>
              <a:ext uri="{FF2B5EF4-FFF2-40B4-BE49-F238E27FC236}">
                <a16:creationId xmlns:a16="http://schemas.microsoft.com/office/drawing/2014/main" id="{3BD85CDB-A914-95F7-BD94-A07367F15E5F}"/>
              </a:ext>
            </a:extLst>
          </p:cNvPr>
          <p:cNvSpPr/>
          <p:nvPr/>
        </p:nvSpPr>
        <p:spPr>
          <a:xfrm>
            <a:off x="7167980" y="2563536"/>
            <a:ext cx="64008" cy="64008"/>
          </a:xfrm>
          <a:prstGeom prst="ellipse">
            <a:avLst/>
          </a:prstGeom>
          <a:solidFill>
            <a:srgbClr val="2B6777"/>
          </a:solidFill>
          <a:ln/>
        </p:spPr>
        <p:txBody>
          <a:bodyPr/>
          <a:lstStyle/>
          <a:p>
            <a:endParaRPr lang="ja-JP" altLang="en-US"/>
          </a:p>
        </p:txBody>
      </p:sp>
      <p:sp>
        <p:nvSpPr>
          <p:cNvPr id="87" name="Shape 43">
            <a:extLst>
              <a:ext uri="{FF2B5EF4-FFF2-40B4-BE49-F238E27FC236}">
                <a16:creationId xmlns:a16="http://schemas.microsoft.com/office/drawing/2014/main" id="{8B3B0413-F892-E0FE-6479-05C77B86F4EF}"/>
              </a:ext>
            </a:extLst>
          </p:cNvPr>
          <p:cNvSpPr/>
          <p:nvPr/>
        </p:nvSpPr>
        <p:spPr>
          <a:xfrm>
            <a:off x="4849408" y="2743348"/>
            <a:ext cx="64008" cy="64008"/>
          </a:xfrm>
          <a:prstGeom prst="ellipse">
            <a:avLst/>
          </a:prstGeom>
          <a:solidFill>
            <a:srgbClr val="2B6777"/>
          </a:solidFill>
          <a:ln/>
        </p:spPr>
        <p:txBody>
          <a:bodyPr/>
          <a:lstStyle/>
          <a:p>
            <a:endParaRPr lang="ja-JP" altLang="en-US"/>
          </a:p>
        </p:txBody>
      </p:sp>
      <p:sp>
        <p:nvSpPr>
          <p:cNvPr id="89" name="Shape 44">
            <a:extLst>
              <a:ext uri="{FF2B5EF4-FFF2-40B4-BE49-F238E27FC236}">
                <a16:creationId xmlns:a16="http://schemas.microsoft.com/office/drawing/2014/main" id="{52355C5A-4165-1252-6E1F-79ED696E8A81}"/>
              </a:ext>
            </a:extLst>
          </p:cNvPr>
          <p:cNvSpPr/>
          <p:nvPr/>
        </p:nvSpPr>
        <p:spPr>
          <a:xfrm>
            <a:off x="5545250" y="3184558"/>
            <a:ext cx="64008" cy="64008"/>
          </a:xfrm>
          <a:prstGeom prst="ellipse">
            <a:avLst/>
          </a:prstGeom>
          <a:solidFill>
            <a:srgbClr val="2B6777"/>
          </a:solidFill>
          <a:ln/>
        </p:spPr>
        <p:txBody>
          <a:bodyPr/>
          <a:lstStyle/>
          <a:p>
            <a:endParaRPr lang="ja-JP" altLang="en-US"/>
          </a:p>
        </p:txBody>
      </p:sp>
      <p:sp>
        <p:nvSpPr>
          <p:cNvPr id="91" name="Shape 45">
            <a:extLst>
              <a:ext uri="{FF2B5EF4-FFF2-40B4-BE49-F238E27FC236}">
                <a16:creationId xmlns:a16="http://schemas.microsoft.com/office/drawing/2014/main" id="{73102FE3-E8BF-4167-EAAB-575C70933C43}"/>
              </a:ext>
            </a:extLst>
          </p:cNvPr>
          <p:cNvSpPr/>
          <p:nvPr/>
        </p:nvSpPr>
        <p:spPr>
          <a:xfrm>
            <a:off x="6246598" y="3162851"/>
            <a:ext cx="64008" cy="64008"/>
          </a:xfrm>
          <a:prstGeom prst="ellipse">
            <a:avLst/>
          </a:prstGeom>
          <a:solidFill>
            <a:srgbClr val="2B6777"/>
          </a:solidFill>
          <a:ln/>
        </p:spPr>
        <p:txBody>
          <a:bodyPr/>
          <a:lstStyle/>
          <a:p>
            <a:endParaRPr lang="ja-JP" altLang="en-US"/>
          </a:p>
        </p:txBody>
      </p:sp>
      <p:sp>
        <p:nvSpPr>
          <p:cNvPr id="93" name="Shape 46">
            <a:extLst>
              <a:ext uri="{FF2B5EF4-FFF2-40B4-BE49-F238E27FC236}">
                <a16:creationId xmlns:a16="http://schemas.microsoft.com/office/drawing/2014/main" id="{AF5F7281-42DA-256C-3AD2-BC222FC96216}"/>
              </a:ext>
            </a:extLst>
          </p:cNvPr>
          <p:cNvSpPr/>
          <p:nvPr/>
        </p:nvSpPr>
        <p:spPr>
          <a:xfrm>
            <a:off x="4756367" y="2561417"/>
            <a:ext cx="64008" cy="64008"/>
          </a:xfrm>
          <a:prstGeom prst="ellipse">
            <a:avLst/>
          </a:prstGeom>
          <a:solidFill>
            <a:srgbClr val="2B6777"/>
          </a:solidFill>
          <a:ln/>
        </p:spPr>
        <p:txBody>
          <a:bodyPr/>
          <a:lstStyle/>
          <a:p>
            <a:endParaRPr lang="ja-JP" altLang="en-US"/>
          </a:p>
        </p:txBody>
      </p:sp>
      <p:sp>
        <p:nvSpPr>
          <p:cNvPr id="95" name="Shape 47">
            <a:extLst>
              <a:ext uri="{FF2B5EF4-FFF2-40B4-BE49-F238E27FC236}">
                <a16:creationId xmlns:a16="http://schemas.microsoft.com/office/drawing/2014/main" id="{C10B1E63-02EC-FDCB-F57E-F9AFBC1D2E8E}"/>
              </a:ext>
            </a:extLst>
          </p:cNvPr>
          <p:cNvSpPr/>
          <p:nvPr/>
        </p:nvSpPr>
        <p:spPr>
          <a:xfrm>
            <a:off x="7147267" y="2571848"/>
            <a:ext cx="64008" cy="64008"/>
          </a:xfrm>
          <a:prstGeom prst="ellipse">
            <a:avLst/>
          </a:prstGeom>
          <a:solidFill>
            <a:srgbClr val="2B6777"/>
          </a:solidFill>
          <a:ln/>
        </p:spPr>
        <p:txBody>
          <a:bodyPr/>
          <a:lstStyle/>
          <a:p>
            <a:endParaRPr lang="ja-JP" altLang="en-US"/>
          </a:p>
        </p:txBody>
      </p:sp>
      <p:sp>
        <p:nvSpPr>
          <p:cNvPr id="97" name="Shape 48">
            <a:extLst>
              <a:ext uri="{FF2B5EF4-FFF2-40B4-BE49-F238E27FC236}">
                <a16:creationId xmlns:a16="http://schemas.microsoft.com/office/drawing/2014/main" id="{70B51FA6-6505-F195-E7BE-18EFA4FD1C01}"/>
              </a:ext>
            </a:extLst>
          </p:cNvPr>
          <p:cNvSpPr/>
          <p:nvPr/>
        </p:nvSpPr>
        <p:spPr>
          <a:xfrm>
            <a:off x="6510606" y="3132102"/>
            <a:ext cx="64008" cy="64008"/>
          </a:xfrm>
          <a:prstGeom prst="ellipse">
            <a:avLst/>
          </a:prstGeom>
          <a:solidFill>
            <a:srgbClr val="2B6777"/>
          </a:solidFill>
          <a:ln/>
        </p:spPr>
        <p:txBody>
          <a:bodyPr/>
          <a:lstStyle/>
          <a:p>
            <a:endParaRPr lang="ja-JP" altLang="en-US"/>
          </a:p>
        </p:txBody>
      </p:sp>
      <p:sp>
        <p:nvSpPr>
          <p:cNvPr id="99" name="Shape 49">
            <a:extLst>
              <a:ext uri="{FF2B5EF4-FFF2-40B4-BE49-F238E27FC236}">
                <a16:creationId xmlns:a16="http://schemas.microsoft.com/office/drawing/2014/main" id="{C6AF2E70-BB5B-0FE6-D62A-C1CBE084C3D4}"/>
              </a:ext>
            </a:extLst>
          </p:cNvPr>
          <p:cNvSpPr/>
          <p:nvPr/>
        </p:nvSpPr>
        <p:spPr>
          <a:xfrm>
            <a:off x="5991117" y="3217143"/>
            <a:ext cx="64008" cy="64008"/>
          </a:xfrm>
          <a:prstGeom prst="ellipse">
            <a:avLst/>
          </a:prstGeom>
          <a:solidFill>
            <a:srgbClr val="2B6777"/>
          </a:solidFill>
          <a:ln/>
        </p:spPr>
        <p:txBody>
          <a:bodyPr/>
          <a:lstStyle/>
          <a:p>
            <a:endParaRPr lang="ja-JP" altLang="en-US"/>
          </a:p>
        </p:txBody>
      </p:sp>
      <p:sp>
        <p:nvSpPr>
          <p:cNvPr id="101" name="Shape 50">
            <a:extLst>
              <a:ext uri="{FF2B5EF4-FFF2-40B4-BE49-F238E27FC236}">
                <a16:creationId xmlns:a16="http://schemas.microsoft.com/office/drawing/2014/main" id="{DD9D6EEF-E946-9169-B7DC-96855F8B5745}"/>
              </a:ext>
            </a:extLst>
          </p:cNvPr>
          <p:cNvSpPr/>
          <p:nvPr/>
        </p:nvSpPr>
        <p:spPr>
          <a:xfrm>
            <a:off x="4876319" y="2659157"/>
            <a:ext cx="64008" cy="64008"/>
          </a:xfrm>
          <a:prstGeom prst="ellipse">
            <a:avLst/>
          </a:prstGeom>
          <a:solidFill>
            <a:srgbClr val="2B6777"/>
          </a:solidFill>
          <a:ln/>
        </p:spPr>
        <p:txBody>
          <a:bodyPr/>
          <a:lstStyle/>
          <a:p>
            <a:endParaRPr lang="ja-JP" altLang="en-US"/>
          </a:p>
        </p:txBody>
      </p:sp>
      <p:sp>
        <p:nvSpPr>
          <p:cNvPr id="103" name="Shape 51">
            <a:extLst>
              <a:ext uri="{FF2B5EF4-FFF2-40B4-BE49-F238E27FC236}">
                <a16:creationId xmlns:a16="http://schemas.microsoft.com/office/drawing/2014/main" id="{2F473B24-7179-5AB5-2B63-26AD689EB229}"/>
              </a:ext>
            </a:extLst>
          </p:cNvPr>
          <p:cNvSpPr/>
          <p:nvPr/>
        </p:nvSpPr>
        <p:spPr>
          <a:xfrm>
            <a:off x="6109601" y="3193135"/>
            <a:ext cx="64008" cy="64008"/>
          </a:xfrm>
          <a:prstGeom prst="ellipse">
            <a:avLst/>
          </a:prstGeom>
          <a:solidFill>
            <a:srgbClr val="2B6777"/>
          </a:solidFill>
          <a:ln/>
        </p:spPr>
        <p:txBody>
          <a:bodyPr/>
          <a:lstStyle/>
          <a:p>
            <a:endParaRPr lang="ja-JP" altLang="en-US"/>
          </a:p>
        </p:txBody>
      </p:sp>
      <p:sp>
        <p:nvSpPr>
          <p:cNvPr id="105" name="Shape 52">
            <a:extLst>
              <a:ext uri="{FF2B5EF4-FFF2-40B4-BE49-F238E27FC236}">
                <a16:creationId xmlns:a16="http://schemas.microsoft.com/office/drawing/2014/main" id="{0526C959-CB32-1081-3248-C0B6FA3C2497}"/>
              </a:ext>
            </a:extLst>
          </p:cNvPr>
          <p:cNvSpPr/>
          <p:nvPr/>
        </p:nvSpPr>
        <p:spPr>
          <a:xfrm>
            <a:off x="5750360" y="3230180"/>
            <a:ext cx="64008" cy="64008"/>
          </a:xfrm>
          <a:prstGeom prst="ellipse">
            <a:avLst/>
          </a:prstGeom>
          <a:solidFill>
            <a:srgbClr val="2B6777"/>
          </a:solidFill>
          <a:ln/>
        </p:spPr>
        <p:txBody>
          <a:bodyPr/>
          <a:lstStyle/>
          <a:p>
            <a:endParaRPr lang="ja-JP" altLang="en-US"/>
          </a:p>
        </p:txBody>
      </p:sp>
      <p:sp>
        <p:nvSpPr>
          <p:cNvPr id="107" name="Shape 53">
            <a:extLst>
              <a:ext uri="{FF2B5EF4-FFF2-40B4-BE49-F238E27FC236}">
                <a16:creationId xmlns:a16="http://schemas.microsoft.com/office/drawing/2014/main" id="{1E247E54-61FF-7CBE-DA5F-0F15C34C19D2}"/>
              </a:ext>
            </a:extLst>
          </p:cNvPr>
          <p:cNvSpPr/>
          <p:nvPr/>
        </p:nvSpPr>
        <p:spPr>
          <a:xfrm>
            <a:off x="5479756" y="3144828"/>
            <a:ext cx="64008" cy="64008"/>
          </a:xfrm>
          <a:prstGeom prst="ellipse">
            <a:avLst/>
          </a:prstGeom>
          <a:solidFill>
            <a:srgbClr val="2B6777"/>
          </a:solidFill>
          <a:ln/>
        </p:spPr>
        <p:txBody>
          <a:bodyPr/>
          <a:lstStyle/>
          <a:p>
            <a:endParaRPr lang="ja-JP" altLang="en-US"/>
          </a:p>
        </p:txBody>
      </p:sp>
      <p:sp>
        <p:nvSpPr>
          <p:cNvPr id="109" name="Shape 54">
            <a:extLst>
              <a:ext uri="{FF2B5EF4-FFF2-40B4-BE49-F238E27FC236}">
                <a16:creationId xmlns:a16="http://schemas.microsoft.com/office/drawing/2014/main" id="{74AEB88E-27A8-AA34-97C9-325D48E0AB45}"/>
              </a:ext>
            </a:extLst>
          </p:cNvPr>
          <p:cNvSpPr/>
          <p:nvPr/>
        </p:nvSpPr>
        <p:spPr>
          <a:xfrm>
            <a:off x="5440699" y="3111751"/>
            <a:ext cx="64008" cy="64008"/>
          </a:xfrm>
          <a:prstGeom prst="ellipse">
            <a:avLst/>
          </a:prstGeom>
          <a:solidFill>
            <a:srgbClr val="2B6777"/>
          </a:solidFill>
          <a:ln/>
        </p:spPr>
        <p:txBody>
          <a:bodyPr/>
          <a:lstStyle/>
          <a:p>
            <a:endParaRPr lang="ja-JP" altLang="en-US"/>
          </a:p>
        </p:txBody>
      </p:sp>
      <p:sp>
        <p:nvSpPr>
          <p:cNvPr id="111" name="Shape 55">
            <a:extLst>
              <a:ext uri="{FF2B5EF4-FFF2-40B4-BE49-F238E27FC236}">
                <a16:creationId xmlns:a16="http://schemas.microsoft.com/office/drawing/2014/main" id="{5F367090-5C39-12F9-58E7-E571252665FA}"/>
              </a:ext>
            </a:extLst>
          </p:cNvPr>
          <p:cNvSpPr/>
          <p:nvPr/>
        </p:nvSpPr>
        <p:spPr>
          <a:xfrm>
            <a:off x="5363309" y="3103992"/>
            <a:ext cx="64008" cy="64008"/>
          </a:xfrm>
          <a:prstGeom prst="ellipse">
            <a:avLst/>
          </a:prstGeom>
          <a:solidFill>
            <a:srgbClr val="2B6777"/>
          </a:solidFill>
          <a:ln/>
        </p:spPr>
        <p:txBody>
          <a:bodyPr/>
          <a:lstStyle/>
          <a:p>
            <a:endParaRPr lang="ja-JP" altLang="en-US"/>
          </a:p>
        </p:txBody>
      </p:sp>
      <p:sp>
        <p:nvSpPr>
          <p:cNvPr id="113" name="Shape 56">
            <a:extLst>
              <a:ext uri="{FF2B5EF4-FFF2-40B4-BE49-F238E27FC236}">
                <a16:creationId xmlns:a16="http://schemas.microsoft.com/office/drawing/2014/main" id="{7A18EA87-6529-3B35-4448-1E069A582C4C}"/>
              </a:ext>
            </a:extLst>
          </p:cNvPr>
          <p:cNvSpPr/>
          <p:nvPr/>
        </p:nvSpPr>
        <p:spPr>
          <a:xfrm>
            <a:off x="6891406" y="2791793"/>
            <a:ext cx="64008" cy="64008"/>
          </a:xfrm>
          <a:prstGeom prst="ellipse">
            <a:avLst/>
          </a:prstGeom>
          <a:solidFill>
            <a:srgbClr val="2B6777"/>
          </a:solidFill>
          <a:ln/>
        </p:spPr>
        <p:txBody>
          <a:bodyPr/>
          <a:lstStyle/>
          <a:p>
            <a:endParaRPr lang="ja-JP" altLang="en-US"/>
          </a:p>
        </p:txBody>
      </p:sp>
      <p:sp>
        <p:nvSpPr>
          <p:cNvPr id="115" name="Shape 57">
            <a:extLst>
              <a:ext uri="{FF2B5EF4-FFF2-40B4-BE49-F238E27FC236}">
                <a16:creationId xmlns:a16="http://schemas.microsoft.com/office/drawing/2014/main" id="{B821663B-33F2-CCE5-814A-15E547A351FA}"/>
              </a:ext>
            </a:extLst>
          </p:cNvPr>
          <p:cNvSpPr/>
          <p:nvPr/>
        </p:nvSpPr>
        <p:spPr>
          <a:xfrm>
            <a:off x="7312215" y="2295940"/>
            <a:ext cx="64008" cy="64008"/>
          </a:xfrm>
          <a:prstGeom prst="ellipse">
            <a:avLst/>
          </a:prstGeom>
          <a:solidFill>
            <a:srgbClr val="2B6777"/>
          </a:solidFill>
          <a:ln/>
        </p:spPr>
        <p:txBody>
          <a:bodyPr/>
          <a:lstStyle/>
          <a:p>
            <a:endParaRPr lang="ja-JP" altLang="en-US"/>
          </a:p>
        </p:txBody>
      </p:sp>
      <p:sp>
        <p:nvSpPr>
          <p:cNvPr id="117" name="Shape 58">
            <a:extLst>
              <a:ext uri="{FF2B5EF4-FFF2-40B4-BE49-F238E27FC236}">
                <a16:creationId xmlns:a16="http://schemas.microsoft.com/office/drawing/2014/main" id="{89ABEE30-E5F6-87C3-D2F4-DEABEFCE7704}"/>
              </a:ext>
            </a:extLst>
          </p:cNvPr>
          <p:cNvSpPr/>
          <p:nvPr/>
        </p:nvSpPr>
        <p:spPr>
          <a:xfrm>
            <a:off x="5744507" y="3232924"/>
            <a:ext cx="64008" cy="64008"/>
          </a:xfrm>
          <a:prstGeom prst="ellipse">
            <a:avLst/>
          </a:prstGeom>
          <a:solidFill>
            <a:srgbClr val="2B6777"/>
          </a:solidFill>
          <a:ln/>
        </p:spPr>
        <p:txBody>
          <a:bodyPr/>
          <a:lstStyle/>
          <a:p>
            <a:endParaRPr lang="ja-JP" altLang="en-US"/>
          </a:p>
        </p:txBody>
      </p:sp>
      <p:sp>
        <p:nvSpPr>
          <p:cNvPr id="119" name="Shape 59">
            <a:extLst>
              <a:ext uri="{FF2B5EF4-FFF2-40B4-BE49-F238E27FC236}">
                <a16:creationId xmlns:a16="http://schemas.microsoft.com/office/drawing/2014/main" id="{227DC2A8-C455-9723-63F9-D88F28F3546F}"/>
              </a:ext>
            </a:extLst>
          </p:cNvPr>
          <p:cNvSpPr/>
          <p:nvPr/>
        </p:nvSpPr>
        <p:spPr>
          <a:xfrm>
            <a:off x="5365320" y="3144975"/>
            <a:ext cx="64008" cy="64008"/>
          </a:xfrm>
          <a:prstGeom prst="ellipse">
            <a:avLst/>
          </a:prstGeom>
          <a:solidFill>
            <a:srgbClr val="2B6777"/>
          </a:solidFill>
          <a:ln/>
        </p:spPr>
        <p:txBody>
          <a:bodyPr/>
          <a:lstStyle/>
          <a:p>
            <a:endParaRPr lang="ja-JP" altLang="en-US"/>
          </a:p>
        </p:txBody>
      </p:sp>
      <p:sp>
        <p:nvSpPr>
          <p:cNvPr id="121" name="Shape 60">
            <a:extLst>
              <a:ext uri="{FF2B5EF4-FFF2-40B4-BE49-F238E27FC236}">
                <a16:creationId xmlns:a16="http://schemas.microsoft.com/office/drawing/2014/main" id="{2B647854-81E4-E9F9-0B28-95D78207EAD7}"/>
              </a:ext>
            </a:extLst>
          </p:cNvPr>
          <p:cNvSpPr/>
          <p:nvPr/>
        </p:nvSpPr>
        <p:spPr>
          <a:xfrm>
            <a:off x="6483097" y="3131737"/>
            <a:ext cx="64008" cy="64008"/>
          </a:xfrm>
          <a:prstGeom prst="ellipse">
            <a:avLst/>
          </a:prstGeom>
          <a:solidFill>
            <a:srgbClr val="2B6777"/>
          </a:solidFill>
          <a:ln/>
        </p:spPr>
        <p:txBody>
          <a:bodyPr/>
          <a:lstStyle/>
          <a:p>
            <a:endParaRPr lang="ja-JP" altLang="en-US"/>
          </a:p>
        </p:txBody>
      </p:sp>
      <p:sp>
        <p:nvSpPr>
          <p:cNvPr id="123" name="Shape 61">
            <a:extLst>
              <a:ext uri="{FF2B5EF4-FFF2-40B4-BE49-F238E27FC236}">
                <a16:creationId xmlns:a16="http://schemas.microsoft.com/office/drawing/2014/main" id="{B40C26C9-E051-31DF-35BE-3B66FFBCB03D}"/>
              </a:ext>
            </a:extLst>
          </p:cNvPr>
          <p:cNvSpPr/>
          <p:nvPr/>
        </p:nvSpPr>
        <p:spPr>
          <a:xfrm>
            <a:off x="6731927" y="2902684"/>
            <a:ext cx="64008" cy="64008"/>
          </a:xfrm>
          <a:prstGeom prst="ellipse">
            <a:avLst/>
          </a:prstGeom>
          <a:solidFill>
            <a:srgbClr val="2B6777"/>
          </a:solidFill>
          <a:ln/>
        </p:spPr>
        <p:txBody>
          <a:bodyPr/>
          <a:lstStyle/>
          <a:p>
            <a:endParaRPr lang="ja-JP" altLang="en-US"/>
          </a:p>
        </p:txBody>
      </p:sp>
      <p:sp>
        <p:nvSpPr>
          <p:cNvPr id="125" name="Shape 62">
            <a:extLst>
              <a:ext uri="{FF2B5EF4-FFF2-40B4-BE49-F238E27FC236}">
                <a16:creationId xmlns:a16="http://schemas.microsoft.com/office/drawing/2014/main" id="{52DDF342-B1FC-2361-B6AE-B1F3AFB191C0}"/>
              </a:ext>
            </a:extLst>
          </p:cNvPr>
          <p:cNvSpPr/>
          <p:nvPr/>
        </p:nvSpPr>
        <p:spPr>
          <a:xfrm>
            <a:off x="4801154" y="2639227"/>
            <a:ext cx="64008" cy="64008"/>
          </a:xfrm>
          <a:prstGeom prst="ellipse">
            <a:avLst/>
          </a:prstGeom>
          <a:solidFill>
            <a:srgbClr val="2B6777"/>
          </a:solidFill>
          <a:ln/>
        </p:spPr>
        <p:txBody>
          <a:bodyPr/>
          <a:lstStyle/>
          <a:p>
            <a:endParaRPr lang="ja-JP" altLang="en-US"/>
          </a:p>
        </p:txBody>
      </p:sp>
      <p:sp>
        <p:nvSpPr>
          <p:cNvPr id="127" name="Shape 63">
            <a:extLst>
              <a:ext uri="{FF2B5EF4-FFF2-40B4-BE49-F238E27FC236}">
                <a16:creationId xmlns:a16="http://schemas.microsoft.com/office/drawing/2014/main" id="{0B895BD4-2F62-D2B2-F2DF-1AC4D4C78893}"/>
              </a:ext>
            </a:extLst>
          </p:cNvPr>
          <p:cNvSpPr/>
          <p:nvPr/>
        </p:nvSpPr>
        <p:spPr>
          <a:xfrm>
            <a:off x="6832351" y="2909180"/>
            <a:ext cx="64008" cy="64008"/>
          </a:xfrm>
          <a:prstGeom prst="ellipse">
            <a:avLst/>
          </a:prstGeom>
          <a:solidFill>
            <a:srgbClr val="2B6777"/>
          </a:solidFill>
          <a:ln/>
        </p:spPr>
        <p:txBody>
          <a:bodyPr/>
          <a:lstStyle/>
          <a:p>
            <a:endParaRPr lang="ja-JP" altLang="en-US"/>
          </a:p>
        </p:txBody>
      </p:sp>
      <p:sp>
        <p:nvSpPr>
          <p:cNvPr id="129" name="Shape 64">
            <a:extLst>
              <a:ext uri="{FF2B5EF4-FFF2-40B4-BE49-F238E27FC236}">
                <a16:creationId xmlns:a16="http://schemas.microsoft.com/office/drawing/2014/main" id="{3235C267-0CC9-15CE-B8DC-96C5E7C53CED}"/>
              </a:ext>
            </a:extLst>
          </p:cNvPr>
          <p:cNvSpPr/>
          <p:nvPr/>
        </p:nvSpPr>
        <p:spPr>
          <a:xfrm>
            <a:off x="7252908" y="2454373"/>
            <a:ext cx="64008" cy="64008"/>
          </a:xfrm>
          <a:prstGeom prst="ellipse">
            <a:avLst/>
          </a:prstGeom>
          <a:solidFill>
            <a:srgbClr val="2B6777"/>
          </a:solidFill>
          <a:ln/>
        </p:spPr>
        <p:txBody>
          <a:bodyPr/>
          <a:lstStyle/>
          <a:p>
            <a:endParaRPr lang="ja-JP" altLang="en-US"/>
          </a:p>
        </p:txBody>
      </p:sp>
      <p:sp>
        <p:nvSpPr>
          <p:cNvPr id="131" name="Shape 65">
            <a:extLst>
              <a:ext uri="{FF2B5EF4-FFF2-40B4-BE49-F238E27FC236}">
                <a16:creationId xmlns:a16="http://schemas.microsoft.com/office/drawing/2014/main" id="{29B449DE-F6A1-FF0C-E2C3-514AE32C064F}"/>
              </a:ext>
            </a:extLst>
          </p:cNvPr>
          <p:cNvSpPr/>
          <p:nvPr/>
        </p:nvSpPr>
        <p:spPr>
          <a:xfrm>
            <a:off x="6518539" y="3068222"/>
            <a:ext cx="64008" cy="64008"/>
          </a:xfrm>
          <a:prstGeom prst="ellipse">
            <a:avLst/>
          </a:prstGeom>
          <a:solidFill>
            <a:srgbClr val="2B6777"/>
          </a:solidFill>
          <a:ln/>
        </p:spPr>
        <p:txBody>
          <a:bodyPr/>
          <a:lstStyle/>
          <a:p>
            <a:endParaRPr lang="ja-JP" altLang="en-US"/>
          </a:p>
        </p:txBody>
      </p:sp>
      <p:sp>
        <p:nvSpPr>
          <p:cNvPr id="133" name="Shape 66">
            <a:extLst>
              <a:ext uri="{FF2B5EF4-FFF2-40B4-BE49-F238E27FC236}">
                <a16:creationId xmlns:a16="http://schemas.microsoft.com/office/drawing/2014/main" id="{FD80D504-2909-09FC-EACF-6BD5CB1D29C5}"/>
              </a:ext>
            </a:extLst>
          </p:cNvPr>
          <p:cNvSpPr/>
          <p:nvPr/>
        </p:nvSpPr>
        <p:spPr>
          <a:xfrm>
            <a:off x="5162433" y="2978161"/>
            <a:ext cx="64008" cy="64008"/>
          </a:xfrm>
          <a:prstGeom prst="ellipse">
            <a:avLst/>
          </a:prstGeom>
          <a:solidFill>
            <a:srgbClr val="2B6777"/>
          </a:solidFill>
          <a:ln/>
        </p:spPr>
        <p:txBody>
          <a:bodyPr/>
          <a:lstStyle/>
          <a:p>
            <a:endParaRPr lang="ja-JP" altLang="en-US"/>
          </a:p>
        </p:txBody>
      </p:sp>
      <p:sp>
        <p:nvSpPr>
          <p:cNvPr id="135" name="Shape 67">
            <a:extLst>
              <a:ext uri="{FF2B5EF4-FFF2-40B4-BE49-F238E27FC236}">
                <a16:creationId xmlns:a16="http://schemas.microsoft.com/office/drawing/2014/main" id="{DCEDA99C-EF3D-76AC-4DF7-EECF2FFC4CC0}"/>
              </a:ext>
            </a:extLst>
          </p:cNvPr>
          <p:cNvSpPr/>
          <p:nvPr/>
        </p:nvSpPr>
        <p:spPr>
          <a:xfrm>
            <a:off x="4995810" y="2813135"/>
            <a:ext cx="64008" cy="64008"/>
          </a:xfrm>
          <a:prstGeom prst="ellipse">
            <a:avLst/>
          </a:prstGeom>
          <a:solidFill>
            <a:srgbClr val="2B6777"/>
          </a:solidFill>
          <a:ln/>
        </p:spPr>
        <p:txBody>
          <a:bodyPr/>
          <a:lstStyle/>
          <a:p>
            <a:endParaRPr lang="ja-JP" altLang="en-US"/>
          </a:p>
        </p:txBody>
      </p:sp>
      <p:sp>
        <p:nvSpPr>
          <p:cNvPr id="137" name="Shape 68">
            <a:extLst>
              <a:ext uri="{FF2B5EF4-FFF2-40B4-BE49-F238E27FC236}">
                <a16:creationId xmlns:a16="http://schemas.microsoft.com/office/drawing/2014/main" id="{760E4567-A75C-9D90-C3E8-4699BB1C9987}"/>
              </a:ext>
            </a:extLst>
          </p:cNvPr>
          <p:cNvSpPr/>
          <p:nvPr/>
        </p:nvSpPr>
        <p:spPr>
          <a:xfrm>
            <a:off x="5476881" y="3188059"/>
            <a:ext cx="64008" cy="64008"/>
          </a:xfrm>
          <a:prstGeom prst="ellipse">
            <a:avLst/>
          </a:prstGeom>
          <a:solidFill>
            <a:srgbClr val="2B6777"/>
          </a:solidFill>
          <a:ln/>
        </p:spPr>
        <p:txBody>
          <a:bodyPr/>
          <a:lstStyle/>
          <a:p>
            <a:endParaRPr lang="ja-JP" altLang="en-US"/>
          </a:p>
        </p:txBody>
      </p:sp>
      <p:sp>
        <p:nvSpPr>
          <p:cNvPr id="139" name="Text 69">
            <a:extLst>
              <a:ext uri="{FF2B5EF4-FFF2-40B4-BE49-F238E27FC236}">
                <a16:creationId xmlns:a16="http://schemas.microsoft.com/office/drawing/2014/main" id="{EA3F16C6-4DF6-FE4F-70AE-F80B415B10C2}"/>
              </a:ext>
            </a:extLst>
          </p:cNvPr>
          <p:cNvSpPr/>
          <p:nvPr/>
        </p:nvSpPr>
        <p:spPr>
          <a:xfrm>
            <a:off x="448056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 </a:t>
            </a:r>
            <a:r>
              <a:rPr lang="ja-JP" altLang="en-US" sz="1600" b="1" dirty="0">
                <a:solidFill>
                  <a:srgbClr val="0070C0"/>
                </a:solidFill>
                <a:ea typeface="Yu Gothic" pitchFamily="34" charset="-122"/>
                <a:cs typeface="Yu Gothic" pitchFamily="34" charset="-120"/>
              </a:rPr>
              <a:t>「</a:t>
            </a:r>
            <a:r>
              <a:rPr lang="ja-JP" altLang="en-US" sz="1600" b="1">
                <a:solidFill>
                  <a:srgbClr val="0070C0"/>
                </a:solidFill>
                <a:ea typeface="Yu Gothic" pitchFamily="34" charset="-122"/>
                <a:cs typeface="Yu Gothic" pitchFamily="34" charset="-120"/>
              </a:rPr>
              <a:t>無相関」</a:t>
            </a:r>
            <a:r>
              <a:rPr lang="ja-JP" altLang="en-US" sz="1600" b="1" dirty="0">
                <a:solidFill>
                  <a:srgbClr val="0070C0"/>
                </a:solidFill>
                <a:ea typeface="Yu Gothic" pitchFamily="34" charset="-122"/>
                <a:cs typeface="Yu Gothic" pitchFamily="34" charset="-120"/>
              </a:rPr>
              <a:t>と誤認</a:t>
            </a:r>
            <a:endParaRPr lang="en-US" altLang="ja-JP" sz="1600" dirty="0">
              <a:solidFill>
                <a:srgbClr val="0070C0"/>
              </a:solidFill>
            </a:endParaRPr>
          </a:p>
        </p:txBody>
      </p:sp>
      <p:sp>
        <p:nvSpPr>
          <p:cNvPr id="141" name="Shape 70">
            <a:extLst>
              <a:ext uri="{FF2B5EF4-FFF2-40B4-BE49-F238E27FC236}">
                <a16:creationId xmlns:a16="http://schemas.microsoft.com/office/drawing/2014/main" id="{DEDDE2A2-B804-78C8-4F1B-38A1E5234E71}"/>
              </a:ext>
            </a:extLst>
          </p:cNvPr>
          <p:cNvSpPr/>
          <p:nvPr/>
        </p:nvSpPr>
        <p:spPr>
          <a:xfrm>
            <a:off x="795528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43" name="Text 71">
            <a:extLst>
              <a:ext uri="{FF2B5EF4-FFF2-40B4-BE49-F238E27FC236}">
                <a16:creationId xmlns:a16="http://schemas.microsoft.com/office/drawing/2014/main" id="{CAB7246A-4744-1FAA-E97D-D52CBDF4B548}"/>
              </a:ext>
            </a:extLst>
          </p:cNvPr>
          <p:cNvSpPr/>
          <p:nvPr/>
        </p:nvSpPr>
        <p:spPr>
          <a:xfrm>
            <a:off x="818388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③ </a:t>
            </a:r>
            <a:r>
              <a:rPr lang="ja-JP" altLang="en-US" sz="2000" b="1">
                <a:solidFill>
                  <a:srgbClr val="1F2933"/>
                </a:solidFill>
                <a:ea typeface="Yu Gothic" pitchFamily="34" charset="-122"/>
                <a:cs typeface="Yu Gothic" pitchFamily="34" charset="-120"/>
              </a:rPr>
              <a:t>極端な値でのみ連動</a:t>
            </a:r>
            <a:endParaRPr lang="en-US" altLang="ja-JP" sz="2000" dirty="0"/>
          </a:p>
        </p:txBody>
      </p:sp>
      <p:sp>
        <p:nvSpPr>
          <p:cNvPr id="145" name="Shape 72">
            <a:extLst>
              <a:ext uri="{FF2B5EF4-FFF2-40B4-BE49-F238E27FC236}">
                <a16:creationId xmlns:a16="http://schemas.microsoft.com/office/drawing/2014/main" id="{B58260B5-0F4C-CA0F-AD04-AB77410DA8DC}"/>
              </a:ext>
            </a:extLst>
          </p:cNvPr>
          <p:cNvSpPr/>
          <p:nvPr/>
        </p:nvSpPr>
        <p:spPr>
          <a:xfrm>
            <a:off x="8275320" y="2235927"/>
            <a:ext cx="0" cy="1143000"/>
          </a:xfrm>
          <a:prstGeom prst="line">
            <a:avLst/>
          </a:prstGeom>
          <a:noFill/>
          <a:ln w="12700">
            <a:solidFill>
              <a:srgbClr val="B7C3CC"/>
            </a:solidFill>
            <a:prstDash val="solid"/>
          </a:ln>
        </p:spPr>
        <p:txBody>
          <a:bodyPr/>
          <a:lstStyle/>
          <a:p>
            <a:endParaRPr lang="ja-JP" altLang="en-US"/>
          </a:p>
        </p:txBody>
      </p:sp>
      <p:sp>
        <p:nvSpPr>
          <p:cNvPr id="147" name="Shape 73">
            <a:extLst>
              <a:ext uri="{FF2B5EF4-FFF2-40B4-BE49-F238E27FC236}">
                <a16:creationId xmlns:a16="http://schemas.microsoft.com/office/drawing/2014/main" id="{5F2199D6-0B67-9057-F395-4CADFD7CA272}"/>
              </a:ext>
            </a:extLst>
          </p:cNvPr>
          <p:cNvSpPr/>
          <p:nvPr/>
        </p:nvSpPr>
        <p:spPr>
          <a:xfrm>
            <a:off x="8275320" y="3378927"/>
            <a:ext cx="2788920" cy="0"/>
          </a:xfrm>
          <a:prstGeom prst="line">
            <a:avLst/>
          </a:prstGeom>
          <a:noFill/>
          <a:ln w="12700">
            <a:solidFill>
              <a:srgbClr val="B7C3CC"/>
            </a:solidFill>
            <a:prstDash val="solid"/>
          </a:ln>
        </p:spPr>
        <p:txBody>
          <a:bodyPr/>
          <a:lstStyle/>
          <a:p>
            <a:endParaRPr lang="ja-JP" altLang="en-US"/>
          </a:p>
        </p:txBody>
      </p:sp>
      <p:sp>
        <p:nvSpPr>
          <p:cNvPr id="149" name="Shape 74">
            <a:extLst>
              <a:ext uri="{FF2B5EF4-FFF2-40B4-BE49-F238E27FC236}">
                <a16:creationId xmlns:a16="http://schemas.microsoft.com/office/drawing/2014/main" id="{A8DF8862-8E09-5D98-D7B0-B09E22DC19CB}"/>
              </a:ext>
            </a:extLst>
          </p:cNvPr>
          <p:cNvSpPr/>
          <p:nvPr/>
        </p:nvSpPr>
        <p:spPr>
          <a:xfrm>
            <a:off x="9997277" y="2333220"/>
            <a:ext cx="64008" cy="64008"/>
          </a:xfrm>
          <a:prstGeom prst="ellipse">
            <a:avLst/>
          </a:prstGeom>
          <a:solidFill>
            <a:srgbClr val="2B6777"/>
          </a:solidFill>
          <a:ln/>
        </p:spPr>
        <p:txBody>
          <a:bodyPr/>
          <a:lstStyle/>
          <a:p>
            <a:endParaRPr lang="ja-JP" altLang="en-US"/>
          </a:p>
        </p:txBody>
      </p:sp>
      <p:sp>
        <p:nvSpPr>
          <p:cNvPr id="151" name="Shape 75">
            <a:extLst>
              <a:ext uri="{FF2B5EF4-FFF2-40B4-BE49-F238E27FC236}">
                <a16:creationId xmlns:a16="http://schemas.microsoft.com/office/drawing/2014/main" id="{497262FA-47A9-31B5-4D4F-BCE061079689}"/>
              </a:ext>
            </a:extLst>
          </p:cNvPr>
          <p:cNvSpPr/>
          <p:nvPr/>
        </p:nvSpPr>
        <p:spPr>
          <a:xfrm>
            <a:off x="9153558" y="2441179"/>
            <a:ext cx="64008" cy="64008"/>
          </a:xfrm>
          <a:prstGeom prst="ellipse">
            <a:avLst/>
          </a:prstGeom>
          <a:solidFill>
            <a:srgbClr val="2B6777"/>
          </a:solidFill>
          <a:ln/>
        </p:spPr>
        <p:txBody>
          <a:bodyPr/>
          <a:lstStyle/>
          <a:p>
            <a:endParaRPr lang="ja-JP" altLang="en-US"/>
          </a:p>
        </p:txBody>
      </p:sp>
      <p:sp>
        <p:nvSpPr>
          <p:cNvPr id="153" name="Shape 76">
            <a:extLst>
              <a:ext uri="{FF2B5EF4-FFF2-40B4-BE49-F238E27FC236}">
                <a16:creationId xmlns:a16="http://schemas.microsoft.com/office/drawing/2014/main" id="{CFA11A8B-4960-CCC0-E15C-2D13A9A9AB05}"/>
              </a:ext>
            </a:extLst>
          </p:cNvPr>
          <p:cNvSpPr/>
          <p:nvPr/>
        </p:nvSpPr>
        <p:spPr>
          <a:xfrm>
            <a:off x="9339210" y="3196741"/>
            <a:ext cx="64008" cy="64008"/>
          </a:xfrm>
          <a:prstGeom prst="ellipse">
            <a:avLst/>
          </a:prstGeom>
          <a:solidFill>
            <a:srgbClr val="2B6777"/>
          </a:solidFill>
          <a:ln/>
        </p:spPr>
        <p:txBody>
          <a:bodyPr/>
          <a:lstStyle/>
          <a:p>
            <a:endParaRPr lang="ja-JP" altLang="en-US"/>
          </a:p>
        </p:txBody>
      </p:sp>
      <p:sp>
        <p:nvSpPr>
          <p:cNvPr id="155" name="Shape 77">
            <a:extLst>
              <a:ext uri="{FF2B5EF4-FFF2-40B4-BE49-F238E27FC236}">
                <a16:creationId xmlns:a16="http://schemas.microsoft.com/office/drawing/2014/main" id="{5D7D0253-D59A-990E-1E44-F601848B9514}"/>
              </a:ext>
            </a:extLst>
          </p:cNvPr>
          <p:cNvSpPr/>
          <p:nvPr/>
        </p:nvSpPr>
        <p:spPr>
          <a:xfrm>
            <a:off x="10652112" y="2924344"/>
            <a:ext cx="64008" cy="64008"/>
          </a:xfrm>
          <a:prstGeom prst="ellipse">
            <a:avLst/>
          </a:prstGeom>
          <a:solidFill>
            <a:srgbClr val="2B6777"/>
          </a:solidFill>
          <a:ln/>
        </p:spPr>
        <p:txBody>
          <a:bodyPr/>
          <a:lstStyle/>
          <a:p>
            <a:endParaRPr lang="ja-JP" altLang="en-US"/>
          </a:p>
        </p:txBody>
      </p:sp>
      <p:sp>
        <p:nvSpPr>
          <p:cNvPr id="157" name="Shape 78">
            <a:extLst>
              <a:ext uri="{FF2B5EF4-FFF2-40B4-BE49-F238E27FC236}">
                <a16:creationId xmlns:a16="http://schemas.microsoft.com/office/drawing/2014/main" id="{E0E53822-7B8E-2AB4-160C-FC9BD92C3F46}"/>
              </a:ext>
            </a:extLst>
          </p:cNvPr>
          <p:cNvSpPr/>
          <p:nvPr/>
        </p:nvSpPr>
        <p:spPr>
          <a:xfrm>
            <a:off x="8269884" y="2504049"/>
            <a:ext cx="64008" cy="64008"/>
          </a:xfrm>
          <a:prstGeom prst="ellipse">
            <a:avLst/>
          </a:prstGeom>
          <a:solidFill>
            <a:srgbClr val="2B6777"/>
          </a:solidFill>
          <a:ln/>
        </p:spPr>
        <p:txBody>
          <a:bodyPr/>
          <a:lstStyle/>
          <a:p>
            <a:endParaRPr lang="ja-JP" altLang="en-US"/>
          </a:p>
        </p:txBody>
      </p:sp>
      <p:sp>
        <p:nvSpPr>
          <p:cNvPr id="159" name="Shape 79">
            <a:extLst>
              <a:ext uri="{FF2B5EF4-FFF2-40B4-BE49-F238E27FC236}">
                <a16:creationId xmlns:a16="http://schemas.microsoft.com/office/drawing/2014/main" id="{1E7433A8-039C-3F9E-6802-9DE2F908E761}"/>
              </a:ext>
            </a:extLst>
          </p:cNvPr>
          <p:cNvSpPr/>
          <p:nvPr/>
        </p:nvSpPr>
        <p:spPr>
          <a:xfrm>
            <a:off x="10015016" y="2345743"/>
            <a:ext cx="64008" cy="64008"/>
          </a:xfrm>
          <a:prstGeom prst="ellipse">
            <a:avLst/>
          </a:prstGeom>
          <a:solidFill>
            <a:srgbClr val="2B6777"/>
          </a:solidFill>
          <a:ln/>
        </p:spPr>
        <p:txBody>
          <a:bodyPr/>
          <a:lstStyle/>
          <a:p>
            <a:endParaRPr lang="ja-JP" altLang="en-US"/>
          </a:p>
        </p:txBody>
      </p:sp>
      <p:sp>
        <p:nvSpPr>
          <p:cNvPr id="161" name="Shape 80">
            <a:extLst>
              <a:ext uri="{FF2B5EF4-FFF2-40B4-BE49-F238E27FC236}">
                <a16:creationId xmlns:a16="http://schemas.microsoft.com/office/drawing/2014/main" id="{FDE69EAF-0E87-99A3-FD7E-79A94DCCC0B6}"/>
              </a:ext>
            </a:extLst>
          </p:cNvPr>
          <p:cNvSpPr/>
          <p:nvPr/>
        </p:nvSpPr>
        <p:spPr>
          <a:xfrm>
            <a:off x="10776114" y="3108049"/>
            <a:ext cx="64008" cy="64008"/>
          </a:xfrm>
          <a:prstGeom prst="ellipse">
            <a:avLst/>
          </a:prstGeom>
          <a:solidFill>
            <a:srgbClr val="2B6777"/>
          </a:solidFill>
          <a:ln/>
        </p:spPr>
        <p:txBody>
          <a:bodyPr/>
          <a:lstStyle/>
          <a:p>
            <a:endParaRPr lang="ja-JP" altLang="en-US"/>
          </a:p>
        </p:txBody>
      </p:sp>
      <p:sp>
        <p:nvSpPr>
          <p:cNvPr id="163" name="Shape 81">
            <a:extLst>
              <a:ext uri="{FF2B5EF4-FFF2-40B4-BE49-F238E27FC236}">
                <a16:creationId xmlns:a16="http://schemas.microsoft.com/office/drawing/2014/main" id="{21903B88-79F3-5564-AE43-6BABA244FEB2}"/>
              </a:ext>
            </a:extLst>
          </p:cNvPr>
          <p:cNvSpPr/>
          <p:nvPr/>
        </p:nvSpPr>
        <p:spPr>
          <a:xfrm>
            <a:off x="9927636" y="2787719"/>
            <a:ext cx="64008" cy="64008"/>
          </a:xfrm>
          <a:prstGeom prst="ellipse">
            <a:avLst/>
          </a:prstGeom>
          <a:solidFill>
            <a:srgbClr val="2B6777"/>
          </a:solidFill>
          <a:ln/>
        </p:spPr>
        <p:txBody>
          <a:bodyPr/>
          <a:lstStyle/>
          <a:p>
            <a:endParaRPr lang="ja-JP" altLang="en-US"/>
          </a:p>
        </p:txBody>
      </p:sp>
      <p:sp>
        <p:nvSpPr>
          <p:cNvPr id="165" name="Shape 82">
            <a:extLst>
              <a:ext uri="{FF2B5EF4-FFF2-40B4-BE49-F238E27FC236}">
                <a16:creationId xmlns:a16="http://schemas.microsoft.com/office/drawing/2014/main" id="{EEBD032D-F1FB-732F-2A5C-26D98E657B80}"/>
              </a:ext>
            </a:extLst>
          </p:cNvPr>
          <p:cNvSpPr/>
          <p:nvPr/>
        </p:nvSpPr>
        <p:spPr>
          <a:xfrm>
            <a:off x="8756543" y="3292660"/>
            <a:ext cx="64008" cy="64008"/>
          </a:xfrm>
          <a:prstGeom prst="ellipse">
            <a:avLst/>
          </a:prstGeom>
          <a:solidFill>
            <a:srgbClr val="2B6777"/>
          </a:solidFill>
          <a:ln/>
        </p:spPr>
        <p:txBody>
          <a:bodyPr/>
          <a:lstStyle/>
          <a:p>
            <a:endParaRPr lang="ja-JP" altLang="en-US"/>
          </a:p>
        </p:txBody>
      </p:sp>
      <p:sp>
        <p:nvSpPr>
          <p:cNvPr id="167" name="Shape 83">
            <a:extLst>
              <a:ext uri="{FF2B5EF4-FFF2-40B4-BE49-F238E27FC236}">
                <a16:creationId xmlns:a16="http://schemas.microsoft.com/office/drawing/2014/main" id="{C26F6B7B-960E-1C7F-0410-3849CE9A6E40}"/>
              </a:ext>
            </a:extLst>
          </p:cNvPr>
          <p:cNvSpPr/>
          <p:nvPr/>
        </p:nvSpPr>
        <p:spPr>
          <a:xfrm>
            <a:off x="10211043" y="2537256"/>
            <a:ext cx="64008" cy="64008"/>
          </a:xfrm>
          <a:prstGeom prst="ellipse">
            <a:avLst/>
          </a:prstGeom>
          <a:solidFill>
            <a:srgbClr val="2B6777"/>
          </a:solidFill>
          <a:ln/>
        </p:spPr>
        <p:txBody>
          <a:bodyPr/>
          <a:lstStyle/>
          <a:p>
            <a:endParaRPr lang="ja-JP" altLang="en-US"/>
          </a:p>
        </p:txBody>
      </p:sp>
      <p:sp>
        <p:nvSpPr>
          <p:cNvPr id="169" name="Shape 84">
            <a:extLst>
              <a:ext uri="{FF2B5EF4-FFF2-40B4-BE49-F238E27FC236}">
                <a16:creationId xmlns:a16="http://schemas.microsoft.com/office/drawing/2014/main" id="{2236FA5B-00B9-1B63-DDE5-8C08CC1CF123}"/>
              </a:ext>
            </a:extLst>
          </p:cNvPr>
          <p:cNvSpPr/>
          <p:nvPr/>
        </p:nvSpPr>
        <p:spPr>
          <a:xfrm>
            <a:off x="9056264" y="3032044"/>
            <a:ext cx="64008" cy="64008"/>
          </a:xfrm>
          <a:prstGeom prst="ellipse">
            <a:avLst/>
          </a:prstGeom>
          <a:solidFill>
            <a:srgbClr val="2B6777"/>
          </a:solidFill>
          <a:ln/>
        </p:spPr>
        <p:txBody>
          <a:bodyPr/>
          <a:lstStyle/>
          <a:p>
            <a:endParaRPr lang="ja-JP" altLang="en-US"/>
          </a:p>
        </p:txBody>
      </p:sp>
      <p:sp>
        <p:nvSpPr>
          <p:cNvPr id="171" name="Shape 85">
            <a:extLst>
              <a:ext uri="{FF2B5EF4-FFF2-40B4-BE49-F238E27FC236}">
                <a16:creationId xmlns:a16="http://schemas.microsoft.com/office/drawing/2014/main" id="{87785A19-3045-7C6A-5474-B96AE2CC1B3B}"/>
              </a:ext>
            </a:extLst>
          </p:cNvPr>
          <p:cNvSpPr/>
          <p:nvPr/>
        </p:nvSpPr>
        <p:spPr>
          <a:xfrm>
            <a:off x="9182066" y="3313654"/>
            <a:ext cx="64008" cy="64008"/>
          </a:xfrm>
          <a:prstGeom prst="ellipse">
            <a:avLst/>
          </a:prstGeom>
          <a:solidFill>
            <a:srgbClr val="2B6777"/>
          </a:solidFill>
          <a:ln/>
        </p:spPr>
        <p:txBody>
          <a:bodyPr/>
          <a:lstStyle/>
          <a:p>
            <a:endParaRPr lang="ja-JP" altLang="en-US"/>
          </a:p>
        </p:txBody>
      </p:sp>
      <p:sp>
        <p:nvSpPr>
          <p:cNvPr id="173" name="Shape 86">
            <a:extLst>
              <a:ext uri="{FF2B5EF4-FFF2-40B4-BE49-F238E27FC236}">
                <a16:creationId xmlns:a16="http://schemas.microsoft.com/office/drawing/2014/main" id="{BCF771CF-7F2E-700C-AD1C-B13BF40FB660}"/>
              </a:ext>
            </a:extLst>
          </p:cNvPr>
          <p:cNvSpPr/>
          <p:nvPr/>
        </p:nvSpPr>
        <p:spPr>
          <a:xfrm>
            <a:off x="8859376" y="2211329"/>
            <a:ext cx="64008" cy="64008"/>
          </a:xfrm>
          <a:prstGeom prst="ellipse">
            <a:avLst/>
          </a:prstGeom>
          <a:solidFill>
            <a:srgbClr val="2B6777"/>
          </a:solidFill>
          <a:ln/>
        </p:spPr>
        <p:txBody>
          <a:bodyPr/>
          <a:lstStyle/>
          <a:p>
            <a:endParaRPr lang="ja-JP" altLang="en-US"/>
          </a:p>
        </p:txBody>
      </p:sp>
      <p:sp>
        <p:nvSpPr>
          <p:cNvPr id="175" name="Shape 87">
            <a:extLst>
              <a:ext uri="{FF2B5EF4-FFF2-40B4-BE49-F238E27FC236}">
                <a16:creationId xmlns:a16="http://schemas.microsoft.com/office/drawing/2014/main" id="{916EF12D-69C2-56CC-EEFA-07B19030F41E}"/>
              </a:ext>
            </a:extLst>
          </p:cNvPr>
          <p:cNvSpPr/>
          <p:nvPr/>
        </p:nvSpPr>
        <p:spPr>
          <a:xfrm>
            <a:off x="9839559" y="2216994"/>
            <a:ext cx="64008" cy="64008"/>
          </a:xfrm>
          <a:prstGeom prst="ellipse">
            <a:avLst/>
          </a:prstGeom>
          <a:solidFill>
            <a:srgbClr val="2B6777"/>
          </a:solidFill>
          <a:ln/>
        </p:spPr>
        <p:txBody>
          <a:bodyPr/>
          <a:lstStyle/>
          <a:p>
            <a:endParaRPr lang="ja-JP" altLang="en-US"/>
          </a:p>
        </p:txBody>
      </p:sp>
      <p:sp>
        <p:nvSpPr>
          <p:cNvPr id="177" name="Shape 88">
            <a:extLst>
              <a:ext uri="{FF2B5EF4-FFF2-40B4-BE49-F238E27FC236}">
                <a16:creationId xmlns:a16="http://schemas.microsoft.com/office/drawing/2014/main" id="{E761AFA9-AD26-DDBA-01D2-F2F63A2C5600}"/>
              </a:ext>
            </a:extLst>
          </p:cNvPr>
          <p:cNvSpPr/>
          <p:nvPr/>
        </p:nvSpPr>
        <p:spPr>
          <a:xfrm>
            <a:off x="8700326" y="3151660"/>
            <a:ext cx="64008" cy="64008"/>
          </a:xfrm>
          <a:prstGeom prst="ellipse">
            <a:avLst/>
          </a:prstGeom>
          <a:solidFill>
            <a:srgbClr val="2B6777"/>
          </a:solidFill>
          <a:ln/>
        </p:spPr>
        <p:txBody>
          <a:bodyPr/>
          <a:lstStyle/>
          <a:p>
            <a:endParaRPr lang="ja-JP" altLang="en-US"/>
          </a:p>
        </p:txBody>
      </p:sp>
      <p:sp>
        <p:nvSpPr>
          <p:cNvPr id="179" name="Shape 89">
            <a:extLst>
              <a:ext uri="{FF2B5EF4-FFF2-40B4-BE49-F238E27FC236}">
                <a16:creationId xmlns:a16="http://schemas.microsoft.com/office/drawing/2014/main" id="{5E8C9297-31EB-841F-014B-E9C82DC21EA7}"/>
              </a:ext>
            </a:extLst>
          </p:cNvPr>
          <p:cNvSpPr/>
          <p:nvPr/>
        </p:nvSpPr>
        <p:spPr>
          <a:xfrm>
            <a:off x="9807800" y="3012591"/>
            <a:ext cx="64008" cy="64008"/>
          </a:xfrm>
          <a:prstGeom prst="ellipse">
            <a:avLst/>
          </a:prstGeom>
          <a:solidFill>
            <a:srgbClr val="2B6777"/>
          </a:solidFill>
          <a:ln/>
        </p:spPr>
        <p:txBody>
          <a:bodyPr/>
          <a:lstStyle/>
          <a:p>
            <a:endParaRPr lang="ja-JP" altLang="en-US"/>
          </a:p>
        </p:txBody>
      </p:sp>
      <p:sp>
        <p:nvSpPr>
          <p:cNvPr id="181" name="Shape 90">
            <a:extLst>
              <a:ext uri="{FF2B5EF4-FFF2-40B4-BE49-F238E27FC236}">
                <a16:creationId xmlns:a16="http://schemas.microsoft.com/office/drawing/2014/main" id="{B91BCC0E-7A40-34DC-5599-05D880C0D8EB}"/>
              </a:ext>
            </a:extLst>
          </p:cNvPr>
          <p:cNvSpPr/>
          <p:nvPr/>
        </p:nvSpPr>
        <p:spPr>
          <a:xfrm>
            <a:off x="9343981" y="2850391"/>
            <a:ext cx="64008" cy="64008"/>
          </a:xfrm>
          <a:prstGeom prst="ellipse">
            <a:avLst/>
          </a:prstGeom>
          <a:solidFill>
            <a:srgbClr val="2B6777"/>
          </a:solidFill>
          <a:ln/>
        </p:spPr>
        <p:txBody>
          <a:bodyPr/>
          <a:lstStyle/>
          <a:p>
            <a:endParaRPr lang="ja-JP" altLang="en-US"/>
          </a:p>
        </p:txBody>
      </p:sp>
      <p:sp>
        <p:nvSpPr>
          <p:cNvPr id="183" name="Shape 91">
            <a:extLst>
              <a:ext uri="{FF2B5EF4-FFF2-40B4-BE49-F238E27FC236}">
                <a16:creationId xmlns:a16="http://schemas.microsoft.com/office/drawing/2014/main" id="{0A3135CE-F4E4-950B-7604-E7B856641A35}"/>
              </a:ext>
            </a:extLst>
          </p:cNvPr>
          <p:cNvSpPr/>
          <p:nvPr/>
        </p:nvSpPr>
        <p:spPr>
          <a:xfrm>
            <a:off x="9410076" y="2562669"/>
            <a:ext cx="64008" cy="64008"/>
          </a:xfrm>
          <a:prstGeom prst="ellipse">
            <a:avLst/>
          </a:prstGeom>
          <a:solidFill>
            <a:srgbClr val="2B6777"/>
          </a:solidFill>
          <a:ln/>
        </p:spPr>
        <p:txBody>
          <a:bodyPr/>
          <a:lstStyle/>
          <a:p>
            <a:endParaRPr lang="ja-JP" altLang="en-US"/>
          </a:p>
        </p:txBody>
      </p:sp>
      <p:sp>
        <p:nvSpPr>
          <p:cNvPr id="185" name="Shape 92">
            <a:extLst>
              <a:ext uri="{FF2B5EF4-FFF2-40B4-BE49-F238E27FC236}">
                <a16:creationId xmlns:a16="http://schemas.microsoft.com/office/drawing/2014/main" id="{08A6DF61-0352-0A73-0B1D-BC20A3B3C51D}"/>
              </a:ext>
            </a:extLst>
          </p:cNvPr>
          <p:cNvSpPr/>
          <p:nvPr/>
        </p:nvSpPr>
        <p:spPr>
          <a:xfrm>
            <a:off x="9354739" y="2962737"/>
            <a:ext cx="64008" cy="64008"/>
          </a:xfrm>
          <a:prstGeom prst="ellipse">
            <a:avLst/>
          </a:prstGeom>
          <a:solidFill>
            <a:srgbClr val="2B6777"/>
          </a:solidFill>
          <a:ln/>
        </p:spPr>
        <p:txBody>
          <a:bodyPr/>
          <a:lstStyle/>
          <a:p>
            <a:endParaRPr lang="ja-JP" altLang="en-US"/>
          </a:p>
        </p:txBody>
      </p:sp>
      <p:sp>
        <p:nvSpPr>
          <p:cNvPr id="187" name="Shape 93">
            <a:extLst>
              <a:ext uri="{FF2B5EF4-FFF2-40B4-BE49-F238E27FC236}">
                <a16:creationId xmlns:a16="http://schemas.microsoft.com/office/drawing/2014/main" id="{09D325FA-0D74-36CD-4094-917C894B625A}"/>
              </a:ext>
            </a:extLst>
          </p:cNvPr>
          <p:cNvSpPr/>
          <p:nvPr/>
        </p:nvSpPr>
        <p:spPr>
          <a:xfrm>
            <a:off x="10741188" y="2972800"/>
            <a:ext cx="64008" cy="64008"/>
          </a:xfrm>
          <a:prstGeom prst="ellipse">
            <a:avLst/>
          </a:prstGeom>
          <a:solidFill>
            <a:srgbClr val="2B6777"/>
          </a:solidFill>
          <a:ln/>
        </p:spPr>
        <p:txBody>
          <a:bodyPr/>
          <a:lstStyle/>
          <a:p>
            <a:endParaRPr lang="ja-JP" altLang="en-US"/>
          </a:p>
        </p:txBody>
      </p:sp>
      <p:sp>
        <p:nvSpPr>
          <p:cNvPr id="189" name="Shape 94">
            <a:extLst>
              <a:ext uri="{FF2B5EF4-FFF2-40B4-BE49-F238E27FC236}">
                <a16:creationId xmlns:a16="http://schemas.microsoft.com/office/drawing/2014/main" id="{EA2DCC43-0B66-9149-BB06-A080F955E7AC}"/>
              </a:ext>
            </a:extLst>
          </p:cNvPr>
          <p:cNvSpPr/>
          <p:nvPr/>
        </p:nvSpPr>
        <p:spPr>
          <a:xfrm>
            <a:off x="9624564" y="2648699"/>
            <a:ext cx="64008" cy="64008"/>
          </a:xfrm>
          <a:prstGeom prst="ellipse">
            <a:avLst/>
          </a:prstGeom>
          <a:solidFill>
            <a:srgbClr val="2B6777"/>
          </a:solidFill>
          <a:ln/>
        </p:spPr>
        <p:txBody>
          <a:bodyPr/>
          <a:lstStyle/>
          <a:p>
            <a:endParaRPr lang="ja-JP" altLang="en-US"/>
          </a:p>
        </p:txBody>
      </p:sp>
      <p:sp>
        <p:nvSpPr>
          <p:cNvPr id="191" name="Shape 95">
            <a:extLst>
              <a:ext uri="{FF2B5EF4-FFF2-40B4-BE49-F238E27FC236}">
                <a16:creationId xmlns:a16="http://schemas.microsoft.com/office/drawing/2014/main" id="{8AE9FDD5-20B9-5F2D-5B9C-B12D669BF418}"/>
              </a:ext>
            </a:extLst>
          </p:cNvPr>
          <p:cNvSpPr/>
          <p:nvPr/>
        </p:nvSpPr>
        <p:spPr>
          <a:xfrm>
            <a:off x="9767076" y="2673355"/>
            <a:ext cx="64008" cy="64008"/>
          </a:xfrm>
          <a:prstGeom prst="ellipse">
            <a:avLst/>
          </a:prstGeom>
          <a:solidFill>
            <a:srgbClr val="2B6777"/>
          </a:solidFill>
          <a:ln/>
        </p:spPr>
        <p:txBody>
          <a:bodyPr/>
          <a:lstStyle/>
          <a:p>
            <a:endParaRPr lang="ja-JP" altLang="en-US"/>
          </a:p>
        </p:txBody>
      </p:sp>
      <p:sp>
        <p:nvSpPr>
          <p:cNvPr id="193" name="Shape 96">
            <a:extLst>
              <a:ext uri="{FF2B5EF4-FFF2-40B4-BE49-F238E27FC236}">
                <a16:creationId xmlns:a16="http://schemas.microsoft.com/office/drawing/2014/main" id="{E0356B09-8653-75DE-E9F3-74E54C25061A}"/>
              </a:ext>
            </a:extLst>
          </p:cNvPr>
          <p:cNvSpPr/>
          <p:nvPr/>
        </p:nvSpPr>
        <p:spPr>
          <a:xfrm>
            <a:off x="10549980" y="2381004"/>
            <a:ext cx="64008" cy="64008"/>
          </a:xfrm>
          <a:prstGeom prst="ellipse">
            <a:avLst/>
          </a:prstGeom>
          <a:solidFill>
            <a:srgbClr val="2B6777"/>
          </a:solidFill>
          <a:ln/>
        </p:spPr>
        <p:txBody>
          <a:bodyPr/>
          <a:lstStyle/>
          <a:p>
            <a:endParaRPr lang="ja-JP" altLang="en-US"/>
          </a:p>
        </p:txBody>
      </p:sp>
      <p:sp>
        <p:nvSpPr>
          <p:cNvPr id="195" name="Shape 97">
            <a:extLst>
              <a:ext uri="{FF2B5EF4-FFF2-40B4-BE49-F238E27FC236}">
                <a16:creationId xmlns:a16="http://schemas.microsoft.com/office/drawing/2014/main" id="{D9C31DD1-B4B7-51D4-2384-8C24988F772B}"/>
              </a:ext>
            </a:extLst>
          </p:cNvPr>
          <p:cNvSpPr/>
          <p:nvPr/>
        </p:nvSpPr>
        <p:spPr>
          <a:xfrm>
            <a:off x="10585328" y="2382102"/>
            <a:ext cx="64008" cy="64008"/>
          </a:xfrm>
          <a:prstGeom prst="ellipse">
            <a:avLst/>
          </a:prstGeom>
          <a:solidFill>
            <a:srgbClr val="2B6777"/>
          </a:solidFill>
          <a:ln/>
        </p:spPr>
        <p:txBody>
          <a:bodyPr/>
          <a:lstStyle/>
          <a:p>
            <a:endParaRPr lang="ja-JP" altLang="en-US"/>
          </a:p>
        </p:txBody>
      </p:sp>
      <p:sp>
        <p:nvSpPr>
          <p:cNvPr id="197" name="Shape 98">
            <a:extLst>
              <a:ext uri="{FF2B5EF4-FFF2-40B4-BE49-F238E27FC236}">
                <a16:creationId xmlns:a16="http://schemas.microsoft.com/office/drawing/2014/main" id="{64C4490B-33B7-E0E2-1ED4-554C62333351}"/>
              </a:ext>
            </a:extLst>
          </p:cNvPr>
          <p:cNvSpPr/>
          <p:nvPr/>
        </p:nvSpPr>
        <p:spPr>
          <a:xfrm>
            <a:off x="10791996" y="2404887"/>
            <a:ext cx="64008" cy="64008"/>
          </a:xfrm>
          <a:prstGeom prst="ellipse">
            <a:avLst/>
          </a:prstGeom>
          <a:solidFill>
            <a:srgbClr val="2B6777"/>
          </a:solidFill>
          <a:ln/>
        </p:spPr>
        <p:txBody>
          <a:bodyPr/>
          <a:lstStyle/>
          <a:p>
            <a:endParaRPr lang="ja-JP" altLang="en-US"/>
          </a:p>
        </p:txBody>
      </p:sp>
      <p:sp>
        <p:nvSpPr>
          <p:cNvPr id="199" name="Shape 99">
            <a:extLst>
              <a:ext uri="{FF2B5EF4-FFF2-40B4-BE49-F238E27FC236}">
                <a16:creationId xmlns:a16="http://schemas.microsoft.com/office/drawing/2014/main" id="{53737FC8-708E-6715-8A4E-96668F02BE50}"/>
              </a:ext>
            </a:extLst>
          </p:cNvPr>
          <p:cNvSpPr/>
          <p:nvPr/>
        </p:nvSpPr>
        <p:spPr>
          <a:xfrm>
            <a:off x="10513109" y="2296509"/>
            <a:ext cx="64008" cy="64008"/>
          </a:xfrm>
          <a:prstGeom prst="ellipse">
            <a:avLst/>
          </a:prstGeom>
          <a:solidFill>
            <a:srgbClr val="2B6777"/>
          </a:solidFill>
          <a:ln/>
        </p:spPr>
        <p:txBody>
          <a:bodyPr/>
          <a:lstStyle/>
          <a:p>
            <a:endParaRPr lang="ja-JP" altLang="en-US"/>
          </a:p>
        </p:txBody>
      </p:sp>
      <p:sp>
        <p:nvSpPr>
          <p:cNvPr id="201" name="Shape 100">
            <a:extLst>
              <a:ext uri="{FF2B5EF4-FFF2-40B4-BE49-F238E27FC236}">
                <a16:creationId xmlns:a16="http://schemas.microsoft.com/office/drawing/2014/main" id="{4DB3BFCE-1937-45C8-6C04-B083FD0BBFFF}"/>
              </a:ext>
            </a:extLst>
          </p:cNvPr>
          <p:cNvSpPr/>
          <p:nvPr/>
        </p:nvSpPr>
        <p:spPr>
          <a:xfrm>
            <a:off x="10593943" y="2426828"/>
            <a:ext cx="64008" cy="64008"/>
          </a:xfrm>
          <a:prstGeom prst="ellipse">
            <a:avLst/>
          </a:prstGeom>
          <a:solidFill>
            <a:srgbClr val="2B6777"/>
          </a:solidFill>
          <a:ln/>
        </p:spPr>
        <p:txBody>
          <a:bodyPr/>
          <a:lstStyle/>
          <a:p>
            <a:endParaRPr lang="ja-JP" altLang="en-US"/>
          </a:p>
        </p:txBody>
      </p:sp>
      <p:sp>
        <p:nvSpPr>
          <p:cNvPr id="203" name="Shape 101">
            <a:extLst>
              <a:ext uri="{FF2B5EF4-FFF2-40B4-BE49-F238E27FC236}">
                <a16:creationId xmlns:a16="http://schemas.microsoft.com/office/drawing/2014/main" id="{24190A98-73A6-1AE3-A7A6-5858347E40AE}"/>
              </a:ext>
            </a:extLst>
          </p:cNvPr>
          <p:cNvSpPr/>
          <p:nvPr/>
        </p:nvSpPr>
        <p:spPr>
          <a:xfrm>
            <a:off x="10593703" y="2445687"/>
            <a:ext cx="64008" cy="64008"/>
          </a:xfrm>
          <a:prstGeom prst="ellipse">
            <a:avLst/>
          </a:prstGeom>
          <a:solidFill>
            <a:srgbClr val="2B6777"/>
          </a:solidFill>
          <a:ln/>
        </p:spPr>
        <p:txBody>
          <a:bodyPr/>
          <a:lstStyle/>
          <a:p>
            <a:endParaRPr lang="ja-JP" altLang="en-US"/>
          </a:p>
        </p:txBody>
      </p:sp>
      <p:sp>
        <p:nvSpPr>
          <p:cNvPr id="205" name="Shape 102">
            <a:extLst>
              <a:ext uri="{FF2B5EF4-FFF2-40B4-BE49-F238E27FC236}">
                <a16:creationId xmlns:a16="http://schemas.microsoft.com/office/drawing/2014/main" id="{297C2E2C-B1B7-FB12-EDA5-47D4CB0630C4}"/>
              </a:ext>
            </a:extLst>
          </p:cNvPr>
          <p:cNvSpPr/>
          <p:nvPr/>
        </p:nvSpPr>
        <p:spPr>
          <a:xfrm>
            <a:off x="10740814" y="2407906"/>
            <a:ext cx="64008" cy="64008"/>
          </a:xfrm>
          <a:prstGeom prst="ellipse">
            <a:avLst/>
          </a:prstGeom>
          <a:solidFill>
            <a:srgbClr val="2B6777"/>
          </a:solidFill>
          <a:ln/>
        </p:spPr>
        <p:txBody>
          <a:bodyPr/>
          <a:lstStyle/>
          <a:p>
            <a:endParaRPr lang="ja-JP" altLang="en-US"/>
          </a:p>
        </p:txBody>
      </p:sp>
      <p:sp>
        <p:nvSpPr>
          <p:cNvPr id="207" name="Shape 103">
            <a:extLst>
              <a:ext uri="{FF2B5EF4-FFF2-40B4-BE49-F238E27FC236}">
                <a16:creationId xmlns:a16="http://schemas.microsoft.com/office/drawing/2014/main" id="{F0C5178E-1C9B-1588-F3C9-8A13D7A9F3BD}"/>
              </a:ext>
            </a:extLst>
          </p:cNvPr>
          <p:cNvSpPr/>
          <p:nvPr/>
        </p:nvSpPr>
        <p:spPr>
          <a:xfrm>
            <a:off x="10687266" y="2368531"/>
            <a:ext cx="64008" cy="64008"/>
          </a:xfrm>
          <a:prstGeom prst="ellipse">
            <a:avLst/>
          </a:prstGeom>
          <a:solidFill>
            <a:srgbClr val="2B6777"/>
          </a:solidFill>
          <a:ln/>
        </p:spPr>
        <p:txBody>
          <a:bodyPr/>
          <a:lstStyle/>
          <a:p>
            <a:endParaRPr lang="ja-JP" altLang="en-US"/>
          </a:p>
        </p:txBody>
      </p:sp>
      <p:sp>
        <p:nvSpPr>
          <p:cNvPr id="209" name="Text 104">
            <a:extLst>
              <a:ext uri="{FF2B5EF4-FFF2-40B4-BE49-F238E27FC236}">
                <a16:creationId xmlns:a16="http://schemas.microsoft.com/office/drawing/2014/main" id="{B24D0AC4-1A8F-58DC-3DD2-904DD0DA79D0}"/>
              </a:ext>
            </a:extLst>
          </p:cNvPr>
          <p:cNvSpPr/>
          <p:nvPr/>
        </p:nvSpPr>
        <p:spPr>
          <a:xfrm>
            <a:off x="818388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a:t>
            </a:r>
            <a:r>
              <a:rPr lang="en-US" altLang="ja-JP" sz="1600" b="1">
                <a:solidFill>
                  <a:srgbClr val="0070C0"/>
                </a:solidFill>
                <a:ea typeface="Yu Gothic" pitchFamily="34" charset="-122"/>
                <a:cs typeface="Yu Gothic" pitchFamily="34" charset="-120"/>
              </a:rPr>
              <a:t>✕ </a:t>
            </a:r>
            <a:r>
              <a:rPr lang="ja-JP" altLang="en-US" sz="1600" b="1" dirty="0">
                <a:solidFill>
                  <a:srgbClr val="0070C0"/>
                </a:solidFill>
                <a:ea typeface="Yu Gothic" pitchFamily="34" charset="-122"/>
                <a:cs typeface="Yu Gothic" pitchFamily="34" charset="-120"/>
              </a:rPr>
              <a:t>見逃してしまう</a:t>
            </a:r>
            <a:endParaRPr lang="en-US" altLang="ja-JP" sz="1600" dirty="0">
              <a:solidFill>
                <a:srgbClr val="0070C0"/>
              </a:solidFill>
            </a:endParaRPr>
          </a:p>
        </p:txBody>
      </p:sp>
      <p:sp>
        <p:nvSpPr>
          <p:cNvPr id="211" name="Shape 105">
            <a:extLst>
              <a:ext uri="{FF2B5EF4-FFF2-40B4-BE49-F238E27FC236}">
                <a16:creationId xmlns:a16="http://schemas.microsoft.com/office/drawing/2014/main" id="{E13685EA-85A4-290E-7FFF-4532F2CBA268}"/>
              </a:ext>
            </a:extLst>
          </p:cNvPr>
          <p:cNvSpPr/>
          <p:nvPr/>
        </p:nvSpPr>
        <p:spPr>
          <a:xfrm>
            <a:off x="548640" y="4293326"/>
            <a:ext cx="4754880" cy="1802674"/>
          </a:xfrm>
          <a:prstGeom prst="roundRect">
            <a:avLst>
              <a:gd name="adj" fmla="val 5714"/>
            </a:avLst>
          </a:prstGeom>
          <a:solidFill>
            <a:srgbClr val="FFF6F2"/>
          </a:solidFill>
          <a:ln w="12700">
            <a:solidFill>
              <a:srgbClr val="E0562B"/>
            </a:solidFill>
            <a:prstDash val="solid"/>
          </a:ln>
        </p:spPr>
        <p:txBody>
          <a:bodyPr/>
          <a:lstStyle/>
          <a:p>
            <a:endParaRPr lang="ja-JP" altLang="en-US"/>
          </a:p>
        </p:txBody>
      </p:sp>
      <p:sp>
        <p:nvSpPr>
          <p:cNvPr id="213" name="Text 106">
            <a:extLst>
              <a:ext uri="{FF2B5EF4-FFF2-40B4-BE49-F238E27FC236}">
                <a16:creationId xmlns:a16="http://schemas.microsoft.com/office/drawing/2014/main" id="{F3E15109-8766-2B2C-4273-ED758A362D1E}"/>
              </a:ext>
            </a:extLst>
          </p:cNvPr>
          <p:cNvSpPr/>
          <p:nvPr/>
        </p:nvSpPr>
        <p:spPr>
          <a:xfrm>
            <a:off x="777240" y="4384767"/>
            <a:ext cx="4297680" cy="320040"/>
          </a:xfrm>
          <a:prstGeom prst="rect">
            <a:avLst/>
          </a:prstGeom>
          <a:noFill/>
          <a:ln/>
        </p:spPr>
        <p:txBody>
          <a:bodyPr wrap="square" lIns="0" tIns="0" rIns="0" bIns="0" rtlCol="0" anchor="ctr"/>
          <a:lstStyle/>
          <a:p>
            <a:pPr marL="0" indent="0" algn="ctr">
              <a:buNone/>
            </a:pPr>
            <a:r>
              <a:rPr lang="ja-JP" altLang="en-US" sz="2000" b="1" noProof="0" dirty="0">
                <a:solidFill>
                  <a:srgbClr val="E0562B"/>
                </a:solidFill>
                <a:ea typeface="Yu Gothic" pitchFamily="34" charset="-122"/>
                <a:cs typeface="Yu Gothic" pitchFamily="34" charset="-120"/>
              </a:rPr>
              <a:t>相関係数</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ピアソン相関</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の限界</a:t>
            </a:r>
            <a:endParaRPr lang="en-US" altLang="ja-JP" sz="2000" b="1" dirty="0"/>
          </a:p>
        </p:txBody>
      </p:sp>
      <p:sp>
        <p:nvSpPr>
          <p:cNvPr id="217" name="Shape 108">
            <a:extLst>
              <a:ext uri="{FF2B5EF4-FFF2-40B4-BE49-F238E27FC236}">
                <a16:creationId xmlns:a16="http://schemas.microsoft.com/office/drawing/2014/main" id="{7231D107-202A-923A-1BF1-B3F07F39B15F}"/>
              </a:ext>
            </a:extLst>
          </p:cNvPr>
          <p:cNvSpPr/>
          <p:nvPr/>
        </p:nvSpPr>
        <p:spPr>
          <a:xfrm>
            <a:off x="5440680" y="4659087"/>
            <a:ext cx="640080" cy="320040"/>
          </a:xfrm>
          <a:prstGeom prst="rightArrow">
            <a:avLst/>
          </a:prstGeom>
          <a:solidFill>
            <a:srgbClr val="5C6B7A"/>
          </a:solidFill>
          <a:ln/>
        </p:spPr>
        <p:txBody>
          <a:bodyPr/>
          <a:lstStyle/>
          <a:p>
            <a:endParaRPr lang="ja-JP" altLang="en-US"/>
          </a:p>
        </p:txBody>
      </p:sp>
      <p:sp>
        <p:nvSpPr>
          <p:cNvPr id="219" name="Shape 109">
            <a:extLst>
              <a:ext uri="{FF2B5EF4-FFF2-40B4-BE49-F238E27FC236}">
                <a16:creationId xmlns:a16="http://schemas.microsoft.com/office/drawing/2014/main" id="{9E952590-AD1C-99DA-F481-00AC2166688D}"/>
              </a:ext>
            </a:extLst>
          </p:cNvPr>
          <p:cNvSpPr/>
          <p:nvPr/>
        </p:nvSpPr>
        <p:spPr>
          <a:xfrm>
            <a:off x="6217920" y="4293326"/>
            <a:ext cx="5422392" cy="1802674"/>
          </a:xfrm>
          <a:prstGeom prst="roundRect">
            <a:avLst>
              <a:gd name="adj" fmla="val 5714"/>
            </a:avLst>
          </a:prstGeom>
          <a:solidFill>
            <a:srgbClr val="E7F2EC"/>
          </a:solidFill>
          <a:ln w="12700">
            <a:solidFill>
              <a:srgbClr val="2E7D5B"/>
            </a:solidFill>
            <a:prstDash val="solid"/>
          </a:ln>
        </p:spPr>
        <p:txBody>
          <a:bodyPr/>
          <a:lstStyle/>
          <a:p>
            <a:endParaRPr lang="ja-JP" altLang="en-US" dirty="0"/>
          </a:p>
        </p:txBody>
      </p:sp>
      <p:sp>
        <p:nvSpPr>
          <p:cNvPr id="221" name="Text 110">
            <a:extLst>
              <a:ext uri="{FF2B5EF4-FFF2-40B4-BE49-F238E27FC236}">
                <a16:creationId xmlns:a16="http://schemas.microsoft.com/office/drawing/2014/main" id="{14DB4CA5-3BA7-DF79-99EF-9DF27CCDE6D4}"/>
              </a:ext>
            </a:extLst>
          </p:cNvPr>
          <p:cNvSpPr/>
          <p:nvPr/>
        </p:nvSpPr>
        <p:spPr>
          <a:xfrm>
            <a:off x="6446520" y="4384767"/>
            <a:ext cx="4937760" cy="320040"/>
          </a:xfrm>
          <a:prstGeom prst="rect">
            <a:avLst/>
          </a:prstGeom>
          <a:noFill/>
          <a:ln/>
        </p:spPr>
        <p:txBody>
          <a:bodyPr wrap="square" lIns="0" tIns="0" rIns="0" bIns="0" rtlCol="0" anchor="ctr"/>
          <a:lstStyle/>
          <a:p>
            <a:pPr marL="0" indent="0" algn="ctr">
              <a:buNone/>
            </a:pPr>
            <a:r>
              <a:rPr lang="ja-JP" altLang="en-US" sz="2000" b="1" dirty="0">
                <a:solidFill>
                  <a:srgbClr val="2E7D5B"/>
                </a:solidFill>
                <a:ea typeface="Yu Gothic" pitchFamily="34" charset="-122"/>
                <a:cs typeface="Yu Gothic" pitchFamily="34" charset="-120"/>
              </a:rPr>
              <a:t>コピュラで捉えられること</a:t>
            </a:r>
            <a:endParaRPr lang="en-US" altLang="ja-JP" sz="2000" b="1" dirty="0"/>
          </a:p>
        </p:txBody>
      </p:sp>
      <p:sp>
        <p:nvSpPr>
          <p:cNvPr id="229" name="テキスト ボックス 228">
            <a:extLst>
              <a:ext uri="{FF2B5EF4-FFF2-40B4-BE49-F238E27FC236}">
                <a16:creationId xmlns:a16="http://schemas.microsoft.com/office/drawing/2014/main" id="{79C789E6-CD8F-E23C-8913-BDC3FCE2B41F}"/>
              </a:ext>
            </a:extLst>
          </p:cNvPr>
          <p:cNvSpPr txBox="1"/>
          <p:nvPr/>
        </p:nvSpPr>
        <p:spPr>
          <a:xfrm>
            <a:off x="635927" y="4724670"/>
            <a:ext cx="4423891" cy="1200329"/>
          </a:xfrm>
          <a:prstGeom prst="rect">
            <a:avLst/>
          </a:prstGeom>
          <a:noFill/>
        </p:spPr>
        <p:txBody>
          <a:bodyPr wrap="square">
            <a:spAutoFit/>
          </a:bodyPr>
          <a:lstStyle/>
          <a:p>
            <a:pPr marL="0" indent="0">
              <a:buNone/>
            </a:pPr>
            <a:r>
              <a:rPr lang="ja-JP" altLang="ja-JP" noProof="0" dirty="0">
                <a:solidFill>
                  <a:srgbClr val="1F2933"/>
                </a:solidFill>
                <a:ea typeface="Yu Gothic" pitchFamily="34" charset="-122"/>
                <a:cs typeface="Yu Gothic" pitchFamily="34" charset="-120"/>
              </a:rPr>
              <a:t>「線形な関係の強さ」しか測れない指標のため、②</a:t>
            </a:r>
            <a:r>
              <a:rPr lang="ja-JP" altLang="en-US" noProof="0" dirty="0">
                <a:solidFill>
                  <a:srgbClr val="1F2933"/>
                </a:solidFill>
                <a:ea typeface="Yu Gothic" pitchFamily="34" charset="-122"/>
                <a:cs typeface="Yu Gothic" pitchFamily="34" charset="-120"/>
              </a:rPr>
              <a:t>や</a:t>
            </a:r>
            <a:r>
              <a:rPr lang="ja-JP" altLang="ja-JP" noProof="0" dirty="0">
                <a:solidFill>
                  <a:srgbClr val="1F2933"/>
                </a:solidFill>
                <a:ea typeface="Yu Gothic" pitchFamily="34" charset="-122"/>
                <a:cs typeface="Yu Gothic" pitchFamily="34" charset="-120"/>
              </a:rPr>
              <a:t>③のような関係を「関係なし」と見誤り、拡張時に壊してしまう恐れがある</a:t>
            </a:r>
            <a:endParaRPr lang="ja-JP" altLang="ja-JP" noProof="0" dirty="0"/>
          </a:p>
        </p:txBody>
      </p:sp>
      <p:sp>
        <p:nvSpPr>
          <p:cNvPr id="230" name="テキスト ボックス 229">
            <a:extLst>
              <a:ext uri="{FF2B5EF4-FFF2-40B4-BE49-F238E27FC236}">
                <a16:creationId xmlns:a16="http://schemas.microsoft.com/office/drawing/2014/main" id="{2E7230DC-B851-C216-920B-2257660EE100}"/>
              </a:ext>
            </a:extLst>
          </p:cNvPr>
          <p:cNvSpPr txBox="1"/>
          <p:nvPr/>
        </p:nvSpPr>
        <p:spPr>
          <a:xfrm>
            <a:off x="6362645" y="4716358"/>
            <a:ext cx="5130545" cy="1200329"/>
          </a:xfrm>
          <a:prstGeom prst="rect">
            <a:avLst/>
          </a:prstGeom>
          <a:noFill/>
        </p:spPr>
        <p:txBody>
          <a:bodyPr wrap="square" rtlCol="0">
            <a:spAutoFit/>
          </a:bodyPr>
          <a:lstStyle/>
          <a:p>
            <a:r>
              <a:rPr lang="ja-JP" altLang="en-US" dirty="0">
                <a:solidFill>
                  <a:srgbClr val="1F2933"/>
                </a:solidFill>
                <a:ea typeface="Yu Gothic" pitchFamily="34" charset="-122"/>
                <a:cs typeface="Yu Gothic" pitchFamily="34" charset="-120"/>
              </a:rPr>
              <a:t>変数の分布の形に関係なく、</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①線形 ②非線形 ③極端な値どうしの連動</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まで含めた依存構造を直接捉えられる</a:t>
            </a:r>
            <a:endParaRPr lang="en-US" altLang="ja-JP" dirty="0"/>
          </a:p>
          <a:p>
            <a:endParaRPr kumimoji="1" lang="ja-JP" altLang="en-US" dirty="0"/>
          </a:p>
        </p:txBody>
      </p:sp>
    </p:spTree>
    <p:extLst>
      <p:ext uri="{BB962C8B-B14F-4D97-AF65-F5344CB8AC3E}">
        <p14:creationId xmlns:p14="http://schemas.microsoft.com/office/powerpoint/2010/main" val="4034522240"/>
      </p:ext>
    </p:extLst>
  </p:cSld>
  <p:clrMapOvr>
    <a:masterClrMapping/>
  </p:clrMapOvr>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431D0C0-1D00-4D2F-8446-6DA76AA2973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今回の進捗と発表の流れ</a:t>
            </a:r>
          </a:p>
        </p:txBody>
      </p:sp>
      <p:sp>
        <p:nvSpPr>
          <p:cNvPr id="2" name="">
            <a:extLst xmlns:a="http://schemas.openxmlformats.org/drawingml/2006/main">
              <a:ext uri="{FF2B5EF4-FFF2-40B4-BE49-F238E27FC236}">
                <a16:creationId xmlns:a16="http://schemas.microsoft.com/office/drawing/2014/main" id="{8D48F942-F1C7-437A-AD49-AB34A6C3327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8B4B2A-5504-446E-A844-97E23585B56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前回決めた問題設定に対し、データ拡張の生成方法を具体化する。</a:t>
            </a:r>
          </a:p>
        </p:txBody>
      </p:sp>
      <p:sp>
        <p:nvSpPr>
          <p:cNvPr id="4" name="">
            <a:extLst xmlns:a="http://schemas.openxmlformats.org/drawingml/2006/main">
              <a:ext uri="{FF2B5EF4-FFF2-40B4-BE49-F238E27FC236}">
                <a16:creationId xmlns:a16="http://schemas.microsoft.com/office/drawing/2014/main" id="{8E93C285-2857-4762-B3E3-F973F98995E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研究の位置づけ</a:t>
            </a:r>
          </a:p>
        </p:txBody>
      </p:sp>
      <p:sp>
        <p:nvSpPr>
          <p:cNvPr id="5" name="">
            <a:extLst xmlns:a="http://schemas.openxmlformats.org/drawingml/2006/main">
              <a:ext uri="{FF2B5EF4-FFF2-40B4-BE49-F238E27FC236}">
                <a16:creationId xmlns:a16="http://schemas.microsoft.com/office/drawing/2014/main" id="{0AE93446-CE11-4CA0-BCA6-A3F623D60B5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sp>
        <p:nvSpPr>
          <p:cNvPr id="6" name="">
            <a:extLst xmlns:a="http://schemas.openxmlformats.org/drawingml/2006/main">
              <a:ext uri="{FF2B5EF4-FFF2-40B4-BE49-F238E27FC236}">
                <a16:creationId xmlns:a16="http://schemas.microsoft.com/office/drawing/2014/main" id="{C0AA839D-7301-45ED-BAEF-A20E16D3C96A}"/>
              </a:ext>
            </a:extLst>
          </p:cNvPr>
          <p:cNvSpPr>
            <a:spLocks xmlns:a="http://schemas.openxmlformats.org/drawingml/2006/main" noGrp="1"/>
          </p:cNvSpPr>
          <p:nvPr/>
        </p:nvSpPr>
        <p:spPr>
          <a:xfrm xmlns:a="http://schemas.openxmlformats.org/drawingml/2006/main">
            <a:off x="552450" y="1933575"/>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EAA88881-857E-4B01-83C4-E1F0C8E2006E}"/>
              </a:ext>
            </a:extLst>
          </p:cNvPr>
          <p:cNvSpPr>
            <a:spLocks xmlns:a="http://schemas.openxmlformats.org/drawingml/2006/main" noGrp="1"/>
          </p:cNvSpPr>
          <p:nvPr/>
        </p:nvSpPr>
        <p:spPr>
          <a:xfrm xmlns:a="http://schemas.openxmlformats.org/drawingml/2006/main">
            <a:off x="1257300" y="1933575"/>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具体例：列ごとの分布と、列どうしの関係を分ける</a:t>
            </a:r>
          </a:p>
        </p:txBody>
      </p:sp>
      <p:sp>
        <p:nvSpPr>
          <p:cNvPr id="8" name="">
            <a:extLst xmlns:a="http://schemas.openxmlformats.org/drawingml/2006/main">
              <a:ext uri="{FF2B5EF4-FFF2-40B4-BE49-F238E27FC236}">
                <a16:creationId xmlns:a16="http://schemas.microsoft.com/office/drawing/2014/main" id="{869CF355-2799-4E82-9854-B93410785143}"/>
              </a:ext>
            </a:extLst>
          </p:cNvPr>
          <p:cNvSpPr>
            <a:spLocks xmlns:a="http://schemas.openxmlformats.org/drawingml/2006/main" noGrp="1"/>
          </p:cNvSpPr>
          <p:nvPr/>
        </p:nvSpPr>
        <p:spPr>
          <a:xfrm xmlns:a="http://schemas.openxmlformats.org/drawingml/2006/main">
            <a:off x="552450" y="2755106"/>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2A290035-9D32-49AA-98C3-6B9A1DF8AEDC}"/>
              </a:ext>
            </a:extLst>
          </p:cNvPr>
          <p:cNvSpPr>
            <a:spLocks xmlns:a="http://schemas.openxmlformats.org/drawingml/2006/main" noGrp="1"/>
          </p:cNvSpPr>
          <p:nvPr/>
        </p:nvSpPr>
        <p:spPr>
          <a:xfrm xmlns:a="http://schemas.openxmlformats.org/drawingml/2006/main">
            <a:off x="1257300" y="2755106"/>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定義と原理：累積確率・コピュラ・Sklarの定理</a:t>
            </a:r>
          </a:p>
        </p:txBody>
      </p:sp>
      <p:sp>
        <p:nvSpPr>
          <p:cNvPr id="10" name="">
            <a:extLst xmlns:a="http://schemas.openxmlformats.org/drawingml/2006/main">
              <a:ext uri="{FF2B5EF4-FFF2-40B4-BE49-F238E27FC236}">
                <a16:creationId xmlns:a16="http://schemas.microsoft.com/office/drawing/2014/main" id="{114F58AD-58D5-42C6-982C-7732B934C8FD}"/>
              </a:ext>
            </a:extLst>
          </p:cNvPr>
          <p:cNvSpPr>
            <a:spLocks xmlns:a="http://schemas.openxmlformats.org/drawingml/2006/main" noGrp="1"/>
          </p:cNvSpPr>
          <p:nvPr/>
        </p:nvSpPr>
        <p:spPr>
          <a:xfrm xmlns:a="http://schemas.openxmlformats.org/drawingml/2006/main">
            <a:off x="552450" y="3576638"/>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7E24A166-E3E3-4E07-958E-BB08EBD97ECA}"/>
              </a:ext>
            </a:extLst>
          </p:cNvPr>
          <p:cNvSpPr>
            <a:spLocks xmlns:a="http://schemas.openxmlformats.org/drawingml/2006/main" noGrp="1"/>
          </p:cNvSpPr>
          <p:nvPr/>
        </p:nvSpPr>
        <p:spPr>
          <a:xfrm xmlns:a="http://schemas.openxmlformats.org/drawingml/2006/main">
            <a:off x="1257300" y="3576638"/>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提案への接続：条件付き生成で、VIMEの置換を変更</a:t>
            </a:r>
          </a:p>
        </p:txBody>
      </p:sp>
      <p:sp>
        <p:nvSpPr>
          <p:cNvPr id="12" name="">
            <a:extLst xmlns:a="http://schemas.openxmlformats.org/drawingml/2006/main">
              <a:ext uri="{FF2B5EF4-FFF2-40B4-BE49-F238E27FC236}">
                <a16:creationId xmlns:a16="http://schemas.microsoft.com/office/drawing/2014/main" id="{1037F253-5873-4910-90EE-8E59689CDD83}"/>
              </a:ext>
            </a:extLst>
          </p:cNvPr>
          <p:cNvSpPr>
            <a:spLocks xmlns:a="http://schemas.openxmlformats.org/drawingml/2006/main" noGrp="1"/>
          </p:cNvSpPr>
          <p:nvPr/>
        </p:nvSpPr>
        <p:spPr>
          <a:xfrm xmlns:a="http://schemas.openxmlformats.org/drawingml/2006/main">
            <a:off x="552450" y="4398169"/>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0D382859-46EC-404C-8C5D-31E322B83159}"/>
              </a:ext>
            </a:extLst>
          </p:cNvPr>
          <p:cNvSpPr>
            <a:spLocks xmlns:a="http://schemas.openxmlformats.org/drawingml/2006/main" noGrp="1"/>
          </p:cNvSpPr>
          <p:nvPr/>
        </p:nvSpPr>
        <p:spPr>
          <a:xfrm xmlns:a="http://schemas.openxmlformats.org/drawingml/2006/main">
            <a:off x="1257300" y="4398169"/>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現在の実装・探索的結果と、これから検証すること</a:t>
            </a:r>
          </a:p>
        </p:txBody>
      </p:sp>
      <p:sp>
        <p:nvSpPr>
          <p:cNvPr id="14" name="">
            <a:extLst xmlns:a="http://schemas.openxmlformats.org/drawingml/2006/main">
              <a:ext uri="{FF2B5EF4-FFF2-40B4-BE49-F238E27FC236}">
                <a16:creationId xmlns:a16="http://schemas.microsoft.com/office/drawing/2014/main" id="{365EC615-2DA8-42B4-A663-1A2F85F8166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A508033-36BA-4F48-9A83-7663352B985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本日の中心：コピュラを使う理由と、生成の手順を理解する</a:t>
            </a:r>
          </a:p>
        </p:txBody>
      </p:sp>
    </p:spTree>
    <p:extLst>
      <p:ext uri="{BB962C8B-B14F-4D97-AF65-F5344CB8AC3E}">
        <p14:creationId xmlns:p14="http://schemas.microsoft.com/office/powerpoint/2010/main" val="1199296643"/>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8458589-90F6-4548-9739-DDD0A96284A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本研究で変えたい部分</a:t>
            </a:r>
          </a:p>
        </p:txBody>
      </p:sp>
      <p:sp>
        <p:nvSpPr>
          <p:cNvPr id="2" name="">
            <a:extLst xmlns:a="http://schemas.openxmlformats.org/drawingml/2006/main">
              <a:ext uri="{FF2B5EF4-FFF2-40B4-BE49-F238E27FC236}">
                <a16:creationId xmlns:a16="http://schemas.microsoft.com/office/drawing/2014/main" id="{13B09378-0FCB-4600-8C73-2E22B7CD4CC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918EDC-50F6-4E00-A365-C7D3D581BCA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変える対象は「どの値で、マスクした特徴を置き換えるか」。</a:t>
            </a:r>
          </a:p>
        </p:txBody>
      </p:sp>
      <p:sp>
        <p:nvSpPr>
          <p:cNvPr id="4" name="">
            <a:extLst xmlns:a="http://schemas.openxmlformats.org/drawingml/2006/main">
              <a:ext uri="{FF2B5EF4-FFF2-40B4-BE49-F238E27FC236}">
                <a16:creationId xmlns:a16="http://schemas.microsoft.com/office/drawing/2014/main" id="{126FD9DC-9D71-4CE0-982C-3BE4EB5BBB7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研究の位置づけ</a:t>
            </a:r>
          </a:p>
        </p:txBody>
      </p:sp>
      <p:sp>
        <p:nvSpPr>
          <p:cNvPr id="5" name="">
            <a:extLst xmlns:a="http://schemas.openxmlformats.org/drawingml/2006/main">
              <a:ext uri="{FF2B5EF4-FFF2-40B4-BE49-F238E27FC236}">
                <a16:creationId xmlns:a16="http://schemas.microsoft.com/office/drawing/2014/main" id="{66353114-9B5C-4A38-8894-99ECE15C5FD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sp>
        <p:nvSpPr>
          <p:cNvPr id="6" name="">
            <a:extLst xmlns:a="http://schemas.openxmlformats.org/drawingml/2006/main">
              <a:ext uri="{FF2B5EF4-FFF2-40B4-BE49-F238E27FC236}">
                <a16:creationId xmlns:a16="http://schemas.microsoft.com/office/drawing/2014/main" id="{83267CF8-B3AE-42BE-B98C-AEB9A5AB1604}"/>
              </a:ext>
            </a:extLst>
          </p:cNvPr>
          <p:cNvSpPr>
            <a:spLocks xmlns:a="http://schemas.openxmlformats.org/drawingml/2006/main" noGrp="1"/>
          </p:cNvSpPr>
          <p:nvPr/>
        </p:nvSpPr>
        <p:spPr>
          <a:xfrm xmlns:a="http://schemas.openxmlformats.org/drawingml/2006/main">
            <a:off x="514350" y="1981200"/>
            <a:ext cx="5314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561ECB-E6DC-4980-8982-2C3F97EC755E}"/>
              </a:ext>
            </a:extLst>
          </p:cNvPr>
          <p:cNvSpPr>
            <a:spLocks xmlns:a="http://schemas.openxmlformats.org/drawingml/2006/main" noGrp="1"/>
          </p:cNvSpPr>
          <p:nvPr/>
        </p:nvSpPr>
        <p:spPr>
          <a:xfrm xmlns:a="http://schemas.openxmlformats.org/drawingml/2006/main">
            <a:off x="704850" y="20955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既存の置換</a:t>
            </a:r>
          </a:p>
        </p:txBody>
      </p:sp>
      <p:sp>
        <p:nvSpPr>
          <p:cNvPr id="8" name="">
            <a:extLst xmlns:a="http://schemas.openxmlformats.org/drawingml/2006/main">
              <a:ext uri="{FF2B5EF4-FFF2-40B4-BE49-F238E27FC236}">
                <a16:creationId xmlns:a16="http://schemas.microsoft.com/office/drawing/2014/main" id="{B909B731-833D-4D50-BBA7-00053B866811}"/>
              </a:ext>
            </a:extLst>
          </p:cNvPr>
          <p:cNvSpPr>
            <a:spLocks xmlns:a="http://schemas.openxmlformats.org/drawingml/2006/main" noGrp="1"/>
          </p:cNvSpPr>
          <p:nvPr/>
        </p:nvSpPr>
        <p:spPr>
          <a:xfrm xmlns:a="http://schemas.openxmlformats.org/drawingml/2006/main">
            <a:off x="704850" y="2647950"/>
            <a:ext cx="4933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身長は元の人のまま</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体重だけ別の人から取る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列の値はもっともらしくても、</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組合せは不自然になり得る。</a:t>
            </a:r>
          </a:p>
        </p:txBody>
      </p:sp>
      <p:sp>
        <p:nvSpPr>
          <p:cNvPr id="9" name="">
            <a:extLst xmlns:a="http://schemas.openxmlformats.org/drawingml/2006/main">
              <a:ext uri="{FF2B5EF4-FFF2-40B4-BE49-F238E27FC236}">
                <a16:creationId xmlns:a16="http://schemas.microsoft.com/office/drawing/2014/main" id="{E7D9A99F-2FE2-4EB9-AFEF-31E0B567B8BB}"/>
              </a:ext>
            </a:extLst>
          </p:cNvPr>
          <p:cNvSpPr>
            <a:spLocks xmlns:a="http://schemas.openxmlformats.org/drawingml/2006/main" noGrp="1"/>
          </p:cNvSpPr>
          <p:nvPr/>
        </p:nvSpPr>
        <p:spPr>
          <a:xfrm xmlns:a="http://schemas.openxmlformats.org/drawingml/2006/main">
            <a:off x="6076950" y="1981200"/>
            <a:ext cx="560070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EC8FB93-6768-408E-A452-A73BFF588074}"/>
              </a:ext>
            </a:extLst>
          </p:cNvPr>
          <p:cNvSpPr>
            <a:spLocks xmlns:a="http://schemas.openxmlformats.org/drawingml/2006/main" noGrp="1"/>
          </p:cNvSpPr>
          <p:nvPr/>
        </p:nvSpPr>
        <p:spPr>
          <a:xfrm xmlns:a="http://schemas.openxmlformats.org/drawingml/2006/main">
            <a:off x="6267450" y="20955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今回の方針</a:t>
            </a:r>
          </a:p>
        </p:txBody>
      </p:sp>
      <p:sp>
        <p:nvSpPr>
          <p:cNvPr id="11" name="">
            <a:extLst xmlns:a="http://schemas.openxmlformats.org/drawingml/2006/main">
              <a:ext uri="{FF2B5EF4-FFF2-40B4-BE49-F238E27FC236}">
                <a16:creationId xmlns:a16="http://schemas.microsoft.com/office/drawing/2014/main" id="{8C8B8EA0-377C-4875-814C-760C6FA55109}"/>
              </a:ext>
            </a:extLst>
          </p:cNvPr>
          <p:cNvSpPr>
            <a:spLocks xmlns:a="http://schemas.openxmlformats.org/drawingml/2006/main" noGrp="1"/>
          </p:cNvSpPr>
          <p:nvPr/>
        </p:nvSpPr>
        <p:spPr>
          <a:xfrm xmlns:a="http://schemas.openxmlformats.org/drawingml/2006/main">
            <a:off x="6267450" y="2647950"/>
            <a:ext cx="52197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残す身長を条件にして、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それに合う体重の分布から取る。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ラベルなしの訓練データから</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変数間の関係を学習する。</a:t>
            </a:r>
          </a:p>
        </p:txBody>
      </p:sp>
      <p:sp>
        <p:nvSpPr>
          <p:cNvPr id="12" name="">
            <a:extLst xmlns:a="http://schemas.openxmlformats.org/drawingml/2006/main">
              <a:ext uri="{FF2B5EF4-FFF2-40B4-BE49-F238E27FC236}">
                <a16:creationId xmlns:a16="http://schemas.microsoft.com/office/drawing/2014/main" id="{5516C703-DE5D-4EDB-A0EF-61108F0823D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E28923-062E-467D-A9C0-44BE69DF432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検証する仮説：関係を考慮した置換が、表現学習に役立つか</a:t>
            </a:r>
          </a:p>
        </p:txBody>
      </p:sp>
    </p:spTree>
    <p:extLst>
      <p:ext uri="{BB962C8B-B14F-4D97-AF65-F5344CB8AC3E}">
        <p14:creationId xmlns:p14="http://schemas.microsoft.com/office/powerpoint/2010/main" val="1398429178"/>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422169-C74E-4E4C-90DA-9D0E1DC93ED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例：値を並べ替えると何が変わる？</a:t>
            </a:r>
          </a:p>
        </p:txBody>
      </p:sp>
      <p:sp>
        <p:nvSpPr>
          <p:cNvPr id="2" name="">
            <a:extLst xmlns:a="http://schemas.openxmlformats.org/drawingml/2006/main">
              <a:ext uri="{FF2B5EF4-FFF2-40B4-BE49-F238E27FC236}">
                <a16:creationId xmlns:a16="http://schemas.microsoft.com/office/drawing/2014/main" id="{1D20E6C0-7771-4DAF-8B9D-33F2964CB41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B73141-D328-4D9A-89AF-0A1AB6AA088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説明用の4人。同じ体重の値でも、身長との組合せで意味が変わる。</a:t>
            </a:r>
          </a:p>
        </p:txBody>
      </p:sp>
      <p:sp>
        <p:nvSpPr>
          <p:cNvPr id="4" name="">
            <a:extLst xmlns:a="http://schemas.openxmlformats.org/drawingml/2006/main">
              <a:ext uri="{FF2B5EF4-FFF2-40B4-BE49-F238E27FC236}">
                <a16:creationId xmlns:a16="http://schemas.microsoft.com/office/drawing/2014/main" id="{34DCA3C7-923C-4642-979D-7A74F00F3CD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4867E62-A428-436F-B55D-2473A35B871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graphicFrame>
        <p:nvGraphicFramePr>
          <p:cNvPr id="14" name=""/>
          <p:cNvGraphicFramePr/>
          <p:nvPr/>
        </p:nvGraphicFramePr>
        <p:xfrm>
          <a:off xmlns:a="http://schemas.openxmlformats.org/drawingml/2006/main" x="514350" y="2076450"/>
          <a:ext xmlns:a="http://schemas.openxmlformats.org/drawingml/2006/main" cx="11163300" cy="3000375"/>
        </p:xfrm>
        <a:graphic xmlns:a="http://schemas.openxmlformats.org/drawingml/2006/main">
          <a:graphicData uri="http://schemas.openxmlformats.org/drawingml/2006/table">
            <a:tbl>
              <a:tblPr/>
              <a:tblGrid>
                <a:gridCol w="2790825"/>
                <a:gridCol w="2790825"/>
                <a:gridCol w="2790825"/>
                <a:gridCol w="2790825"/>
              </a:tblGrid>
              <a:tr h="600075">
                <a:tc>
                  <a:txBody>
                    <a:bodyPr/>
                    <a:lstStyle/>
                    <a:p>
                      <a:pPr algn="ctr"/>
                      <a:r>
                        <a:rPr sz="2175" b="1">
                          <a:solidFill>
                            <a:srgbClr val="2E7D5B"/>
                          </a:solidFill>
                          <a:latin typeface="Noto Sans JP"/>
                          <a:ea typeface="Noto Sans JP"/>
                          <a:cs typeface="Noto Sans JP"/>
                        </a:rPr>
                        <a:t>人</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身長（cm）</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元の体重（kg）</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並べ替え後（kg）</a:t>
                      </a:r>
                    </a:p>
                  </a:txBody>
                  <a:tcPr marL="91440" marR="91440" marT="45720" marB="45720" anchor="ctr">
                    <a:solidFill>
                      <a:srgbClr val="E7F2EC"/>
                    </a:solidFill>
                  </a:tcPr>
                </a:tc>
              </a:tr>
              <a:tr h="600075">
                <a:tc>
                  <a:txBody>
                    <a:bodyPr/>
                    <a:lstStyle/>
                    <a:p>
                      <a:pPr algn="ctr"/>
                      <a:r>
                        <a:rPr sz="217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155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48</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82</a:t>
                      </a:r>
                    </a:p>
                  </a:txBody>
                  <a:tcPr marL="91440" marR="91440" marT="45720" marB="45720" anchor="ctr">
                    <a:solidFill>
                      <a:srgbClr val="FFFFFF"/>
                    </a:solidFill>
                  </a:tcPr>
                </a:tc>
              </a:tr>
              <a:tr h="600075">
                <a:tc>
                  <a:txBody>
                    <a:bodyPr/>
                    <a:lstStyle/>
                    <a:p>
                      <a:pPr algn="ctr"/>
                      <a:r>
                        <a:rPr sz="217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165</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57</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68</a:t>
                      </a:r>
                    </a:p>
                  </a:txBody>
                  <a:tcPr marL="91440" marR="91440" marT="45720" marB="45720" anchor="ctr">
                    <a:solidFill>
                      <a:srgbClr val="F6F6F6"/>
                    </a:solidFill>
                  </a:tcPr>
                </a:tc>
              </a:tr>
              <a:tr h="600075">
                <a:tc>
                  <a:txBody>
                    <a:bodyPr/>
                    <a:lstStyle/>
                    <a:p>
                      <a:pPr algn="ctr"/>
                      <a:r>
                        <a:rPr sz="217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175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68</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57</a:t>
                      </a:r>
                    </a:p>
                  </a:txBody>
                  <a:tcPr marL="91440" marR="91440" marT="45720" marB="45720" anchor="ctr">
                    <a:solidFill>
                      <a:srgbClr val="FFFFFF"/>
                    </a:solidFill>
                  </a:tcPr>
                </a:tc>
              </a:tr>
              <a:tr h="600075">
                <a:tc>
                  <a:txBody>
                    <a:bodyPr/>
                    <a:lstStyle/>
                    <a:p>
                      <a:pPr algn="ctr"/>
                      <a:r>
                        <a:rPr sz="2175"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185</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82</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48</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7167C9D0-7055-4A9E-9971-9A5CD771FD2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0457D52-3F26-4154-9CFF-7BB81722D82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各列の「値の集合」は同じでも、行の「組合せ」は違う</a:t>
            </a:r>
          </a:p>
        </p:txBody>
      </p:sp>
    </p:spTree>
    <p:extLst>
      <p:ext uri="{BB962C8B-B14F-4D97-AF65-F5344CB8AC3E}">
        <p14:creationId xmlns:p14="http://schemas.microsoft.com/office/powerpoint/2010/main" val="2060953308"/>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C8F1F44-EF54-4BD2-8B4F-4012DA1A665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「分けて表す」とは何か</a:t>
            </a:r>
          </a:p>
        </p:txBody>
      </p:sp>
      <p:sp>
        <p:nvSpPr>
          <p:cNvPr id="2" name="">
            <a:extLst xmlns:a="http://schemas.openxmlformats.org/drawingml/2006/main">
              <a:ext uri="{FF2B5EF4-FFF2-40B4-BE49-F238E27FC236}">
                <a16:creationId xmlns:a16="http://schemas.microsoft.com/office/drawing/2014/main" id="{5BDC4028-9D27-4E82-A884-C7A224C6091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AE02C7-CFBC-4A2E-95B2-CCDB56B0AFA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別々に保管するのは、各列の値の分布と、位置どうしの組合せ。</a:t>
            </a:r>
          </a:p>
        </p:txBody>
      </p:sp>
      <p:sp>
        <p:nvSpPr>
          <p:cNvPr id="4" name="">
            <a:extLst xmlns:a="http://schemas.openxmlformats.org/drawingml/2006/main">
              <a:ext uri="{FF2B5EF4-FFF2-40B4-BE49-F238E27FC236}">
                <a16:creationId xmlns:a16="http://schemas.microsoft.com/office/drawing/2014/main" id="{0889496C-3C67-48F3-96C6-0DEEC0E3300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44CE018-2C66-4FFB-A340-6BFAE8F4B09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sp>
        <p:nvSpPr>
          <p:cNvPr id="6" name="">
            <a:extLst xmlns:a="http://schemas.openxmlformats.org/drawingml/2006/main">
              <a:ext uri="{FF2B5EF4-FFF2-40B4-BE49-F238E27FC236}">
                <a16:creationId xmlns:a16="http://schemas.microsoft.com/office/drawing/2014/main" id="{E3E08010-DED5-4443-BE44-51E705C67C88}"/>
              </a:ext>
            </a:extLst>
          </p:cNvPr>
          <p:cNvSpPr>
            <a:spLocks xmlns:a="http://schemas.openxmlformats.org/drawingml/2006/main" noGrp="1"/>
          </p:cNvSpPr>
          <p:nvPr/>
        </p:nvSpPr>
        <p:spPr>
          <a:xfrm xmlns:a="http://schemas.openxmlformats.org/drawingml/2006/main">
            <a:off x="514350" y="2000250"/>
            <a:ext cx="531495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6B90E87-2B66-4E90-9D00-E695BB930C3D}"/>
              </a:ext>
            </a:extLst>
          </p:cNvPr>
          <p:cNvSpPr>
            <a:spLocks xmlns:a="http://schemas.openxmlformats.org/drawingml/2006/main" noGrp="1"/>
          </p:cNvSpPr>
          <p:nvPr/>
        </p:nvSpPr>
        <p:spPr>
          <a:xfrm xmlns:a="http://schemas.openxmlformats.org/drawingml/2006/main">
            <a:off x="704850" y="211455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① 周辺分布</a:t>
            </a:r>
          </a:p>
        </p:txBody>
      </p:sp>
      <p:sp>
        <p:nvSpPr>
          <p:cNvPr id="8" name="">
            <a:extLst xmlns:a="http://schemas.openxmlformats.org/drawingml/2006/main">
              <a:ext uri="{FF2B5EF4-FFF2-40B4-BE49-F238E27FC236}">
                <a16:creationId xmlns:a16="http://schemas.microsoft.com/office/drawing/2014/main" id="{EB65251E-4800-43F9-803D-43AC88F2AC6D}"/>
              </a:ext>
            </a:extLst>
          </p:cNvPr>
          <p:cNvSpPr>
            <a:spLocks xmlns:a="http://schemas.openxmlformats.org/drawingml/2006/main" noGrp="1"/>
          </p:cNvSpPr>
          <p:nvPr/>
        </p:nvSpPr>
        <p:spPr>
          <a:xfrm xmlns:a="http://schemas.openxmlformats.org/drawingml/2006/main">
            <a:off x="704850" y="2667000"/>
            <a:ext cx="49339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身長の値の分布</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155、165、175、185 cm</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体重の値の分布</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48、57、68、82 kg</a:t>
            </a:r>
          </a:p>
        </p:txBody>
      </p:sp>
      <p:sp>
        <p:nvSpPr>
          <p:cNvPr id="9" name="">
            <a:extLst xmlns:a="http://schemas.openxmlformats.org/drawingml/2006/main">
              <a:ext uri="{FF2B5EF4-FFF2-40B4-BE49-F238E27FC236}">
                <a16:creationId xmlns:a16="http://schemas.microsoft.com/office/drawing/2014/main" id="{7DC8EB16-82B6-4A1D-A399-E5D80B0FCE3F}"/>
              </a:ext>
            </a:extLst>
          </p:cNvPr>
          <p:cNvSpPr>
            <a:spLocks xmlns:a="http://schemas.openxmlformats.org/drawingml/2006/main" noGrp="1"/>
          </p:cNvSpPr>
          <p:nvPr/>
        </p:nvSpPr>
        <p:spPr>
          <a:xfrm xmlns:a="http://schemas.openxmlformats.org/drawingml/2006/main">
            <a:off x="6076950" y="2000250"/>
            <a:ext cx="560070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A99970-B6AF-4289-AD6E-665E6F4EA919}"/>
              </a:ext>
            </a:extLst>
          </p:cNvPr>
          <p:cNvSpPr>
            <a:spLocks xmlns:a="http://schemas.openxmlformats.org/drawingml/2006/main" noGrp="1"/>
          </p:cNvSpPr>
          <p:nvPr/>
        </p:nvSpPr>
        <p:spPr>
          <a:xfrm xmlns:a="http://schemas.openxmlformats.org/drawingml/2006/main">
            <a:off x="6267450" y="211455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② 依存構造</a:t>
            </a:r>
          </a:p>
        </p:txBody>
      </p:sp>
      <p:sp>
        <p:nvSpPr>
          <p:cNvPr id="11" name="">
            <a:extLst xmlns:a="http://schemas.openxmlformats.org/drawingml/2006/main">
              <a:ext uri="{FF2B5EF4-FFF2-40B4-BE49-F238E27FC236}">
                <a16:creationId xmlns:a16="http://schemas.microsoft.com/office/drawing/2014/main" id="{4F480D80-3683-4BB3-A5E4-53A5BAC376E9}"/>
              </a:ext>
            </a:extLst>
          </p:cNvPr>
          <p:cNvSpPr>
            <a:spLocks xmlns:a="http://schemas.openxmlformats.org/drawingml/2006/main" noGrp="1"/>
          </p:cNvSpPr>
          <p:nvPr/>
        </p:nvSpPr>
        <p:spPr>
          <a:xfrm xmlns:a="http://schemas.openxmlformats.org/drawingml/2006/main">
            <a:off x="6267450" y="2667000"/>
            <a:ext cx="52197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元の表：</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身長の順位1 → 体重の順位1</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身長の順位4 → 体重の順位4</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逆の表：順位1 → 順位4</a:t>
            </a:r>
          </a:p>
        </p:txBody>
      </p:sp>
      <p:sp>
        <p:nvSpPr>
          <p:cNvPr id="12" name="">
            <a:extLst xmlns:a="http://schemas.openxmlformats.org/drawingml/2006/main">
              <a:ext uri="{FF2B5EF4-FFF2-40B4-BE49-F238E27FC236}">
                <a16:creationId xmlns:a16="http://schemas.microsoft.com/office/drawing/2014/main" id="{9FE19373-6E7B-4F6F-B0AA-ADD893C0EC8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69E3CA3-35A1-4FB5-A647-5DB177C9B84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周辺分布が「値」を決め、コピュラが「位置の組合せ」を表す</a:t>
            </a:r>
          </a:p>
        </p:txBody>
      </p:sp>
    </p:spTree>
    <p:extLst>
      <p:ext uri="{BB962C8B-B14F-4D97-AF65-F5344CB8AC3E}">
        <p14:creationId xmlns:p14="http://schemas.microsoft.com/office/powerpoint/2010/main" val="281232242"/>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EBE85E-84DF-4FB2-8BE9-EAFE0374A6C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累積確率：170 cmはどの位置？</a:t>
            </a:r>
          </a:p>
        </p:txBody>
      </p:sp>
      <p:sp>
        <p:nvSpPr>
          <p:cNvPr id="2" name="">
            <a:extLst xmlns:a="http://schemas.openxmlformats.org/drawingml/2006/main">
              <a:ext uri="{FF2B5EF4-FFF2-40B4-BE49-F238E27FC236}">
                <a16:creationId xmlns:a16="http://schemas.microsoft.com/office/drawing/2014/main" id="{3E517898-3600-4C3D-8CBF-06F426A17B5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8D9677-86EC-4725-8995-2FD9346B159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「170 cm以下の人が、全体の何割いるか」を数える。</a:t>
            </a:r>
          </a:p>
        </p:txBody>
      </p:sp>
      <p:sp>
        <p:nvSpPr>
          <p:cNvPr id="4" name="">
            <a:extLst xmlns:a="http://schemas.openxmlformats.org/drawingml/2006/main">
              <a:ext uri="{FF2B5EF4-FFF2-40B4-BE49-F238E27FC236}">
                <a16:creationId xmlns:a16="http://schemas.microsoft.com/office/drawing/2014/main" id="{9A2A2720-2FFC-442E-BC08-EE13664DA65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DBAE56F-314B-413C-BE4B-19863D7811F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graphicFrame>
        <p:nvGraphicFramePr>
          <p:cNvPr id="16" name=""/>
          <p:cNvGraphicFramePr/>
          <p:nvPr/>
        </p:nvGraphicFramePr>
        <p:xfrm>
          <a:off xmlns:a="http://schemas.openxmlformats.org/drawingml/2006/main" x="514350" y="2143125"/>
          <a:ext xmlns:a="http://schemas.openxmlformats.org/drawingml/2006/main" cx="11163300" cy="1381125"/>
        </p:xfrm>
        <a:graphic xmlns:a="http://schemas.openxmlformats.org/drawingml/2006/main">
          <a:graphicData uri="http://schemas.openxmlformats.org/drawingml/2006/table">
            <a:tbl>
              <a:tblPr/>
              <a:tblGrid>
                <a:gridCol w="1014845"/>
                <a:gridCol w="1014845"/>
                <a:gridCol w="1014845"/>
                <a:gridCol w="1014845"/>
                <a:gridCol w="1014845"/>
                <a:gridCol w="1014845"/>
                <a:gridCol w="1014845"/>
                <a:gridCol w="1014845"/>
                <a:gridCol w="1014845"/>
                <a:gridCol w="1014845"/>
                <a:gridCol w="1014845"/>
              </a:tblGrid>
              <a:tr h="690563">
                <a:tc>
                  <a:txBody>
                    <a:bodyPr/>
                    <a:lstStyle/>
                    <a:p>
                      <a:pPr algn="ctr"/>
                      <a:r>
                        <a:rPr sz="1800" b="1">
                          <a:solidFill>
                            <a:srgbClr val="2E7D5B"/>
                          </a:solidFill>
                          <a:latin typeface="Noto Sans JP"/>
                          <a:ea typeface="Noto Sans JP"/>
                          <a:cs typeface="Noto Sans JP"/>
                        </a:rPr>
                        <a:t>小さい順</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1</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2</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3</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4</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5</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6</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7</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8</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9</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10</a:t>
                      </a:r>
                    </a:p>
                  </a:txBody>
                  <a:tcPr marL="91440" marR="91440" marT="45720" marB="45720" anchor="ctr">
                    <a:solidFill>
                      <a:srgbClr val="E7F2EC"/>
                    </a:solidFill>
                  </a:tcPr>
                </a:tc>
              </a:tr>
              <a:tr h="690563">
                <a:tc>
                  <a:txBody>
                    <a:bodyPr/>
                    <a:lstStyle/>
                    <a:p>
                      <a:pPr algn="ctr"/>
                      <a:r>
                        <a:rPr sz="1800" b="0">
                          <a:solidFill>
                            <a:srgbClr val="222222"/>
                          </a:solidFill>
                          <a:latin typeface="Noto Sans JP"/>
                          <a:ea typeface="Noto Sans JP"/>
                          <a:cs typeface="Noto Sans JP"/>
                        </a:rPr>
                        <a:t>身長 cm</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150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155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163</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168</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170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175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180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185</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8CB0EEF-F58F-44FD-A82A-EB2EB4F9F1A9}"/>
              </a:ext>
            </a:extLst>
          </p:cNvPr>
          <p:cNvSpPr>
            <a:spLocks xmlns:a="http://schemas.openxmlformats.org/drawingml/2006/main" noGrp="1"/>
          </p:cNvSpPr>
          <p:nvPr/>
        </p:nvSpPr>
        <p:spPr>
          <a:xfrm xmlns:a="http://schemas.openxmlformats.org/drawingml/2006/main">
            <a:off x="514350" y="37623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0AEA87A-6EA8-4A89-80B3-9A74993B1547}"/>
              </a:ext>
            </a:extLst>
          </p:cNvPr>
          <p:cNvSpPr>
            <a:spLocks xmlns:a="http://schemas.openxmlformats.org/drawingml/2006/main" noGrp="1"/>
          </p:cNvSpPr>
          <p:nvPr/>
        </p:nvSpPr>
        <p:spPr>
          <a:xfrm xmlns:a="http://schemas.openxmlformats.org/drawingml/2006/main">
            <a:off x="704850" y="38576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F̂ 身長(170) = 170 cm以下の人数 / 全人数 = 7 / 10 = 0.7</a:t>
            </a:r>
          </a:p>
        </p:txBody>
      </p:sp>
      <p:sp>
        <p:nvSpPr>
          <p:cNvPr id="9" name="">
            <a:extLst xmlns:a="http://schemas.openxmlformats.org/drawingml/2006/main">
              <a:ext uri="{FF2B5EF4-FFF2-40B4-BE49-F238E27FC236}">
                <a16:creationId xmlns:a16="http://schemas.microsoft.com/office/drawing/2014/main" id="{4A6FFEC1-8A16-4D4A-A4F8-8D68FCBD7AC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2BE3F77-66A1-4E36-8973-8B6CA746BEA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0.7は「低い側から70%の位置」。170 cmになる確率ではない</a:t>
            </a:r>
          </a:p>
        </p:txBody>
      </p:sp>
    </p:spTree>
    <p:extLst>
      <p:ext uri="{BB962C8B-B14F-4D97-AF65-F5344CB8AC3E}">
        <p14:creationId xmlns:p14="http://schemas.microsoft.com/office/powerpoint/2010/main" val="1039080879"/>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C3F79FF-4F74-4149-B7D5-675C3174270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なぜ、確率の位置へ変えるのか</a:t>
            </a:r>
          </a:p>
        </p:txBody>
      </p:sp>
      <p:sp>
        <p:nvSpPr>
          <p:cNvPr id="2" name="">
            <a:extLst xmlns:a="http://schemas.openxmlformats.org/drawingml/2006/main">
              <a:ext uri="{FF2B5EF4-FFF2-40B4-BE49-F238E27FC236}">
                <a16:creationId xmlns:a16="http://schemas.microsoft.com/office/drawing/2014/main" id="{C07BC5A5-D4D8-4A11-B214-29559F8B567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F12624-5B8A-4EE8-AB95-E67C34EF34A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単位や分布の形が違う列を、0〜1の共通のものさしで見る。</a:t>
            </a:r>
          </a:p>
        </p:txBody>
      </p:sp>
      <p:sp>
        <p:nvSpPr>
          <p:cNvPr id="4" name="">
            <a:extLst xmlns:a="http://schemas.openxmlformats.org/drawingml/2006/main">
              <a:ext uri="{FF2B5EF4-FFF2-40B4-BE49-F238E27FC236}">
                <a16:creationId xmlns:a16="http://schemas.microsoft.com/office/drawing/2014/main" id="{F6B67BEA-2D29-4234-8194-536F746A6C5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8B1D480-CD39-4AD9-97D8-50FF1FD0355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graphicFrame>
        <p:nvGraphicFramePr>
          <p:cNvPr id="15" name=""/>
          <p:cNvGraphicFramePr/>
          <p:nvPr/>
        </p:nvGraphicFramePr>
        <p:xfrm>
          <a:off xmlns:a="http://schemas.openxmlformats.org/drawingml/2006/main" x="514350" y="2057400"/>
          <a:ext xmlns:a="http://schemas.openxmlformats.org/drawingml/2006/main" cx="11163300" cy="2476500"/>
        </p:xfrm>
        <a:graphic xmlns:a="http://schemas.openxmlformats.org/drawingml/2006/main">
          <a:graphicData uri="http://schemas.openxmlformats.org/drawingml/2006/table">
            <a:tbl>
              <a:tblPr/>
              <a:tblGrid>
                <a:gridCol w="2790825"/>
                <a:gridCol w="2790825"/>
                <a:gridCol w="2790825"/>
                <a:gridCol w="2790825"/>
              </a:tblGrid>
              <a:tr h="825500">
                <a:tc>
                  <a:txBody>
                    <a:bodyPr/>
                    <a:lstStyle/>
                    <a:p>
                      <a:pPr algn="ctr"/>
                      <a:r>
                        <a:rPr sz="2175"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元の値（説明用）</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その値以下の割合</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位置</a:t>
                      </a:r>
                    </a:p>
                  </a:txBody>
                  <a:tcPr marL="91440" marR="91440" marT="45720" marB="45720" anchor="ctr">
                    <a:solidFill>
                      <a:srgbClr val="E7F2EC"/>
                    </a:solidFill>
                  </a:tcPr>
                </a:tc>
              </a:tr>
              <a:tr h="825500">
                <a:tc>
                  <a:txBody>
                    <a:bodyPr/>
                    <a:lstStyle/>
                    <a:p>
                      <a:pPr algn="ctr"/>
                      <a:r>
                        <a:rPr sz="2175" b="0">
                          <a:solidFill>
                            <a:srgbClr val="222222"/>
                          </a:solidFill>
                          <a:latin typeface="Noto Sans JP"/>
                          <a:ea typeface="Noto Sans JP"/>
                          <a:cs typeface="Noto Sans JP"/>
                        </a:rPr>
                        <a:t>身長</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175 cm</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80%</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u = 0.8</a:t>
                      </a:r>
                    </a:p>
                  </a:txBody>
                  <a:tcPr marL="91440" marR="91440" marT="45720" marB="45720" anchor="ctr">
                    <a:solidFill>
                      <a:srgbClr val="FFFFFF"/>
                    </a:solidFill>
                  </a:tcPr>
                </a:tc>
              </a:tr>
              <a:tr h="825500">
                <a:tc>
                  <a:txBody>
                    <a:bodyPr/>
                    <a:lstStyle/>
                    <a:p>
                      <a:pPr algn="ctr"/>
                      <a:r>
                        <a:rPr sz="2175" b="0">
                          <a:solidFill>
                            <a:srgbClr val="222222"/>
                          </a:solidFill>
                          <a:latin typeface="Noto Sans JP"/>
                          <a:ea typeface="Noto Sans JP"/>
                          <a:cs typeface="Noto Sans JP"/>
                        </a:rPr>
                        <a:t>体重</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68 kg</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60%</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v = 0.6</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A34478C3-E727-4C6B-BD80-E74B5503A134}"/>
              </a:ext>
            </a:extLst>
          </p:cNvPr>
          <p:cNvSpPr>
            <a:spLocks xmlns:a="http://schemas.openxmlformats.org/drawingml/2006/main" noGrp="1"/>
          </p:cNvSpPr>
          <p:nvPr/>
        </p:nvSpPr>
        <p:spPr>
          <a:xfrm xmlns:a="http://schemas.openxmlformats.org/drawingml/2006/main">
            <a:off x="666750" y="47625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この人は「身長は高い側・体重もやや高い側」にいる。</a:t>
            </a:r>
          </a:p>
        </p:txBody>
      </p:sp>
      <p:sp>
        <p:nvSpPr>
          <p:cNvPr id="8" name="">
            <a:extLst xmlns:a="http://schemas.openxmlformats.org/drawingml/2006/main">
              <a:ext uri="{FF2B5EF4-FFF2-40B4-BE49-F238E27FC236}">
                <a16:creationId xmlns:a16="http://schemas.microsoft.com/office/drawing/2014/main" id="{B6FDE835-E22C-4F96-A3F1-189FFAA23C0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3F5F035-7BC1-4C44-B447-B249A3AD24D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位置は基準集団の分布で決まる。cmやkgを直接比較しない</a:t>
            </a:r>
          </a:p>
        </p:txBody>
      </p:sp>
    </p:spTree>
    <p:extLst>
      <p:ext uri="{BB962C8B-B14F-4D97-AF65-F5344CB8AC3E}">
        <p14:creationId xmlns:p14="http://schemas.microsoft.com/office/powerpoint/2010/main" val="307909502"/>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20054E-B3AD-49C5-9342-6250071A23C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コピュラが見るのは、位置の組</a:t>
            </a:r>
          </a:p>
        </p:txBody>
      </p:sp>
      <p:sp>
        <p:nvSpPr>
          <p:cNvPr id="2" name="">
            <a:extLst xmlns:a="http://schemas.openxmlformats.org/drawingml/2006/main">
              <a:ext uri="{FF2B5EF4-FFF2-40B4-BE49-F238E27FC236}">
                <a16:creationId xmlns:a16="http://schemas.microsoft.com/office/drawing/2014/main" id="{6A521B89-4A4A-43FA-9670-41C660C651B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0B90C7C-A419-4109-9B5E-F1DD9A263F4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同じ人の (u, v) を、多くの人について集める。</a:t>
            </a:r>
          </a:p>
        </p:txBody>
      </p:sp>
      <p:sp>
        <p:nvSpPr>
          <p:cNvPr id="4" name="">
            <a:extLst xmlns:a="http://schemas.openxmlformats.org/drawingml/2006/main">
              <a:ext uri="{FF2B5EF4-FFF2-40B4-BE49-F238E27FC236}">
                <a16:creationId xmlns:a16="http://schemas.microsoft.com/office/drawing/2014/main" id="{DFEFB078-3787-4BF4-AA53-4F7CD23351B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22BEE12-FD0C-4A67-B66A-626C6F3CBD0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graphicFrame>
        <p:nvGraphicFramePr>
          <p:cNvPr id="17" name="Chart"/>
          <p:cNvGraphicFramePr/>
          <p:nvPr/>
        </p:nvGraphicFramePr>
        <p:xfrm>
          <a:off xmlns:a="http://schemas.openxmlformats.org/drawingml/2006/main" x="609600" y="2000250"/>
          <a:ext xmlns:a="http://schemas.openxmlformats.org/drawingml/2006/main" cx="5905500" cy="3333750"/>
        </p:xfrm>
        <a:graphic xmlns:a="http://schemas.openxmlformats.org/drawingml/2006/main">
          <a:graphicData uri="http://schemas.openxmlformats.org/drawingml/2006/chart">
            <c:chart xmlns:r="http://schemas.openxmlformats.org/officeDocument/2006/relationships" xmlns:c="http://schemas.openxmlformats.org/drawingml/2006/chart" r:id="R2c5dfb9afe3d4dc7"/>
          </a:graphicData>
        </a:graphic>
      </p:graphicFrame>
      <p:sp>
        <p:nvSpPr>
          <p:cNvPr id="7" name="">
            <a:extLst xmlns:a="http://schemas.openxmlformats.org/drawingml/2006/main">
              <a:ext uri="{FF2B5EF4-FFF2-40B4-BE49-F238E27FC236}">
                <a16:creationId xmlns:a16="http://schemas.microsoft.com/office/drawing/2014/main" id="{568FEDD9-D011-4405-B9A4-B16A66F38196}"/>
              </a:ext>
            </a:extLst>
          </p:cNvPr>
          <p:cNvSpPr>
            <a:spLocks xmlns:a="http://schemas.openxmlformats.org/drawingml/2006/main" noGrp="1"/>
          </p:cNvSpPr>
          <p:nvPr/>
        </p:nvSpPr>
        <p:spPr>
          <a:xfrm xmlns:a="http://schemas.openxmlformats.org/drawingml/2006/main">
            <a:off x="6838950" y="2095500"/>
            <a:ext cx="476250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345F51D-8BFA-4C64-B1E5-A2DD9767F3AF}"/>
              </a:ext>
            </a:extLst>
          </p:cNvPr>
          <p:cNvSpPr>
            <a:spLocks xmlns:a="http://schemas.openxmlformats.org/drawingml/2006/main" noGrp="1"/>
          </p:cNvSpPr>
          <p:nvPr/>
        </p:nvSpPr>
        <p:spPr>
          <a:xfrm xmlns:a="http://schemas.openxmlformats.org/drawingml/2006/main">
            <a:off x="7029450" y="22098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読み取る関係</a:t>
            </a:r>
          </a:p>
        </p:txBody>
      </p:sp>
      <p:sp>
        <p:nvSpPr>
          <p:cNvPr id="9" name="">
            <a:extLst xmlns:a="http://schemas.openxmlformats.org/drawingml/2006/main">
              <a:ext uri="{FF2B5EF4-FFF2-40B4-BE49-F238E27FC236}">
                <a16:creationId xmlns:a16="http://schemas.microsoft.com/office/drawing/2014/main" id="{7D52A151-0C1B-4F03-A093-DD7DCC43E21F}"/>
              </a:ext>
            </a:extLst>
          </p:cNvPr>
          <p:cNvSpPr>
            <a:spLocks xmlns:a="http://schemas.openxmlformats.org/drawingml/2006/main" noGrp="1"/>
          </p:cNvSpPr>
          <p:nvPr/>
        </p:nvSpPr>
        <p:spPr>
          <a:xfrm xmlns:a="http://schemas.openxmlformats.org/drawingml/2006/main">
            <a:off x="7029450" y="2762250"/>
            <a:ext cx="4381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身長の位置が高いとき、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体重の位置も高いか。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値の単位を除いて、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どの位置の組が</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どれくらい現れるかを見る。</a:t>
            </a:r>
          </a:p>
        </p:txBody>
      </p:sp>
      <p:sp>
        <p:nvSpPr>
          <p:cNvPr id="10" name="">
            <a:extLst xmlns:a="http://schemas.openxmlformats.org/drawingml/2006/main">
              <a:ext uri="{FF2B5EF4-FFF2-40B4-BE49-F238E27FC236}">
                <a16:creationId xmlns:a16="http://schemas.microsoft.com/office/drawing/2014/main" id="{D5D2FA5A-F8FE-4781-9123-2EEC91DDF76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11B4577-2D81-4938-8515-9B036C7870D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コピュラは、位置の「同時分布」を表す</a:t>
            </a:r>
          </a:p>
        </p:txBody>
      </p:sp>
    </p:spTree>
    <p:extLst>
      <p:ext uri="{BB962C8B-B14F-4D97-AF65-F5344CB8AC3E}">
        <p14:creationId xmlns:p14="http://schemas.microsoft.com/office/powerpoint/2010/main" val="1644111515"/>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4C7C31-41E8-4185-8E1D-4FF7AC319C2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数式を読むための記号</a:t>
            </a:r>
          </a:p>
        </p:txBody>
      </p:sp>
      <p:sp>
        <p:nvSpPr>
          <p:cNvPr id="2" name="">
            <a:extLst xmlns:a="http://schemas.openxmlformats.org/drawingml/2006/main">
              <a:ext uri="{FF2B5EF4-FFF2-40B4-BE49-F238E27FC236}">
                <a16:creationId xmlns:a16="http://schemas.microsoft.com/office/drawing/2014/main" id="{A1279C3C-3B74-475A-AB38-BC5D0FED3C5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20DE888-DEEB-43BC-BAE3-633830902B5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大文字は変数、小文字は境界や具体的な値。</a:t>
            </a:r>
          </a:p>
        </p:txBody>
      </p:sp>
      <p:sp>
        <p:nvSpPr>
          <p:cNvPr id="4" name="">
            <a:extLst xmlns:a="http://schemas.openxmlformats.org/drawingml/2006/main">
              <a:ext uri="{FF2B5EF4-FFF2-40B4-BE49-F238E27FC236}">
                <a16:creationId xmlns:a16="http://schemas.microsoft.com/office/drawing/2014/main" id="{8AC0F2F3-CCE8-4D4E-A759-FBCE4136AC7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C038897-2CF8-400F-ACA3-5D8CE706A76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graphicFrame>
        <p:nvGraphicFramePr>
          <p:cNvPr id="14" name=""/>
          <p:cNvGraphicFramePr/>
          <p:nvPr/>
        </p:nvGraphicFramePr>
        <p:xfrm>
          <a:off xmlns:a="http://schemas.openxmlformats.org/drawingml/2006/main" x="514350" y="1924050"/>
          <a:ext xmlns:a="http://schemas.openxmlformats.org/drawingml/2006/main" cx="11163300" cy="3381375"/>
        </p:xfrm>
        <a:graphic xmlns:a="http://schemas.openxmlformats.org/drawingml/2006/main">
          <a:graphicData uri="http://schemas.openxmlformats.org/drawingml/2006/table">
            <a:tbl>
              <a:tblPr/>
              <a:tblGrid>
                <a:gridCol w="3721100"/>
                <a:gridCol w="3721100"/>
                <a:gridCol w="3721100"/>
              </a:tblGrid>
              <a:tr h="676275">
                <a:tc>
                  <a:txBody>
                    <a:bodyPr/>
                    <a:lstStyle/>
                    <a:p>
                      <a:pPr algn="ctr"/>
                      <a:r>
                        <a:rPr sz="1950" b="1">
                          <a:solidFill>
                            <a:srgbClr val="2E7D5B"/>
                          </a:solidFill>
                          <a:latin typeface="Noto Sans JP"/>
                          <a:ea typeface="Noto Sans JP"/>
                          <a:cs typeface="Noto Sans JP"/>
                        </a:rPr>
                        <a:t>記号</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意味</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身長・体重の例</a:t>
                      </a:r>
                    </a:p>
                  </a:txBody>
                  <a:tcPr marL="91440" marR="91440" marT="45720" marB="45720" anchor="ctr">
                    <a:solidFill>
                      <a:srgbClr val="E7F2EC"/>
                    </a:solidFill>
                  </a:tcPr>
                </a:tc>
              </a:tr>
              <a:tr h="676275">
                <a:tc>
                  <a:txBody>
                    <a:bodyPr/>
                    <a:lstStyle/>
                    <a:p>
                      <a:pPr algn="ctr"/>
                      <a:r>
                        <a:rPr sz="1950" b="0">
                          <a:solidFill>
                            <a:srgbClr val="222222"/>
                          </a:solidFill>
                          <a:latin typeface="Noto Sans JP"/>
                          <a:ea typeface="Noto Sans JP"/>
                          <a:cs typeface="Noto Sans JP"/>
                        </a:rPr>
                        <a:t>X, Y</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元の値の確率変数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身長と体重</a:t>
                      </a:r>
                    </a:p>
                  </a:txBody>
                  <a:tcPr marL="91440" marR="91440" marT="45720" marB="45720" anchor="ctr">
                    <a:solidFill>
                      <a:srgbClr val="FFFFFF"/>
                    </a:solidFill>
                  </a:tcPr>
                </a:tc>
              </a:tr>
              <a:tr h="676275">
                <a:tc>
                  <a:txBody>
                    <a:bodyPr/>
                    <a:lstStyle/>
                    <a:p>
                      <a:pPr algn="ctr"/>
                      <a:r>
                        <a:rPr sz="1950" b="0">
                          <a:solidFill>
                            <a:srgbClr val="222222"/>
                          </a:solidFill>
                          <a:latin typeface="Noto Sans JP"/>
                          <a:ea typeface="Noto Sans JP"/>
                          <a:cs typeface="Noto Sans JP"/>
                        </a:rPr>
                        <a:t>Fₓ(x), Fᵧ(y)</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各列の累積分布関数</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その値以下になる確率</a:t>
                      </a:r>
                    </a:p>
                  </a:txBody>
                  <a:tcPr marL="91440" marR="91440" marT="45720" marB="45720" anchor="ctr">
                    <a:solidFill>
                      <a:srgbClr val="F6F6F6"/>
                    </a:solidFill>
                  </a:tcPr>
                </a:tc>
              </a:tr>
              <a:tr h="676275">
                <a:tc>
                  <a:txBody>
                    <a:bodyPr/>
                    <a:lstStyle/>
                    <a:p>
                      <a:pPr algn="ctr"/>
                      <a:r>
                        <a:rPr sz="1950" b="0">
                          <a:solidFill>
                            <a:srgbClr val="222222"/>
                          </a:solidFill>
                          <a:latin typeface="Noto Sans JP"/>
                          <a:ea typeface="Noto Sans JP"/>
                          <a:cs typeface="Noto Sans JP"/>
                        </a:rPr>
                        <a:t>U = Fₓ(X), V = Fᵧ(Y)</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確率位置へ変換した変数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0〜1の位置</a:t>
                      </a:r>
                    </a:p>
                  </a:txBody>
                  <a:tcPr marL="91440" marR="91440" marT="45720" marB="45720" anchor="ctr">
                    <a:solidFill>
                      <a:srgbClr val="FFFFFF"/>
                    </a:solidFill>
                  </a:tcPr>
                </a:tc>
              </a:tr>
              <a:tr h="676275">
                <a:tc>
                  <a:txBody>
                    <a:bodyPr/>
                    <a:lstStyle/>
                    <a:p>
                      <a:pPr algn="ctr"/>
                      <a:r>
                        <a:rPr sz="1950" b="0">
                          <a:solidFill>
                            <a:srgbClr val="222222"/>
                          </a:solidFill>
                          <a:latin typeface="Noto Sans JP"/>
                          <a:ea typeface="Noto Sans JP"/>
                          <a:cs typeface="Noto Sans JP"/>
                        </a:rPr>
                        <a:t>C(u, v)</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位置の同時累積分布</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U ≤ u かつ V ≤ vの確率</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CB8F4220-101F-4C1A-853F-F23D78C2938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42E5778-5B6C-4151-AB56-CBC7E349191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「≤」は、境界より小さい側をすべて含める</a:t>
            </a:r>
          </a:p>
        </p:txBody>
      </p:sp>
    </p:spTree>
    <p:extLst>
      <p:ext uri="{BB962C8B-B14F-4D97-AF65-F5344CB8AC3E}">
        <p14:creationId xmlns:p14="http://schemas.microsoft.com/office/powerpoint/2010/main" val="1319642745"/>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0B9DB63-3D8F-4C63-A67B-DD7286AE718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コピュラの定義</a:t>
            </a:r>
          </a:p>
        </p:txBody>
      </p:sp>
      <p:sp>
        <p:nvSpPr>
          <p:cNvPr id="2" name="">
            <a:extLst xmlns:a="http://schemas.openxmlformats.org/drawingml/2006/main">
              <a:ext uri="{FF2B5EF4-FFF2-40B4-BE49-F238E27FC236}">
                <a16:creationId xmlns:a16="http://schemas.microsoft.com/office/drawing/2014/main" id="{FF8A33A4-28D6-478B-8441-EBFF7F66F10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F9751C-70E6-4E2A-9271-CF203021508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各成分が0〜1の一様分布を持つ、同時累積分布関数。</a:t>
            </a:r>
          </a:p>
        </p:txBody>
      </p:sp>
      <p:sp>
        <p:nvSpPr>
          <p:cNvPr id="4" name="">
            <a:extLst xmlns:a="http://schemas.openxmlformats.org/drawingml/2006/main">
              <a:ext uri="{FF2B5EF4-FFF2-40B4-BE49-F238E27FC236}">
                <a16:creationId xmlns:a16="http://schemas.microsoft.com/office/drawing/2014/main" id="{2790F5AA-F90E-4593-B1FD-6B748FE32F1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8B0A2D5-DA9E-4ABD-9EC0-6C255F76165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C3474BDA-77B0-4AE1-9826-D589C181B22B}"/>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F06324-3A0C-43ED-91E3-771DE86AC77E}"/>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2B6777"/>
                </a:solidFill>
                <a:latin typeface="Noto Sans JP"/>
                <a:ea typeface="Noto Sans JP"/>
                <a:cs typeface="Noto Sans JP"/>
              </a:defRPr>
            </a:pPr>
            <a:r>
              <a:rPr sz="3450" b="1">
                <a:solidFill>
                  <a:srgbClr val="2B6777"/>
                </a:solidFill>
                <a:latin typeface="Noto Sans JP"/>
                <a:ea typeface="Noto Sans JP"/>
                <a:cs typeface="Noto Sans JP"/>
              </a:rPr>
              <a:t>C(u, v) = P(U ≤ u, V ≤ v)</a:t>
            </a:r>
          </a:p>
        </p:txBody>
      </p:sp>
      <p:sp>
        <p:nvSpPr>
          <p:cNvPr id="8" name="">
            <a:extLst xmlns:a="http://schemas.openxmlformats.org/drawingml/2006/main">
              <a:ext uri="{FF2B5EF4-FFF2-40B4-BE49-F238E27FC236}">
                <a16:creationId xmlns:a16="http://schemas.microsoft.com/office/drawing/2014/main" id="{6DD69396-8202-4229-8148-286B639CE520}"/>
              </a:ext>
            </a:extLst>
          </p:cNvPr>
          <p:cNvSpPr>
            <a:spLocks xmlns:a="http://schemas.openxmlformats.org/drawingml/2006/main" noGrp="1"/>
          </p:cNvSpPr>
          <p:nvPr/>
        </p:nvSpPr>
        <p:spPr>
          <a:xfrm xmlns:a="http://schemas.openxmlformats.org/drawingml/2006/main">
            <a:off x="552450" y="3286125"/>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488C2E70-A345-4B26-B723-D46494A8F754}"/>
              </a:ext>
            </a:extLst>
          </p:cNvPr>
          <p:cNvSpPr>
            <a:spLocks xmlns:a="http://schemas.openxmlformats.org/drawingml/2006/main" noGrp="1"/>
          </p:cNvSpPr>
          <p:nvPr/>
        </p:nvSpPr>
        <p:spPr>
          <a:xfrm xmlns:a="http://schemas.openxmlformats.org/drawingml/2006/main">
            <a:off x="1257300" y="3286125"/>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V はそれぞれ Uniform(0, 1) に従う。</a:t>
            </a:r>
          </a:p>
        </p:txBody>
      </p:sp>
      <p:sp>
        <p:nvSpPr>
          <p:cNvPr id="10" name="">
            <a:extLst xmlns:a="http://schemas.openxmlformats.org/drawingml/2006/main">
              <a:ext uri="{FF2B5EF4-FFF2-40B4-BE49-F238E27FC236}">
                <a16:creationId xmlns:a16="http://schemas.microsoft.com/office/drawing/2014/main" id="{BA11DC58-099B-4ECE-93FB-EDB89A154D5A}"/>
              </a:ext>
            </a:extLst>
          </p:cNvPr>
          <p:cNvSpPr>
            <a:spLocks xmlns:a="http://schemas.openxmlformats.org/drawingml/2006/main" noGrp="1"/>
          </p:cNvSpPr>
          <p:nvPr/>
        </p:nvSpPr>
        <p:spPr>
          <a:xfrm xmlns:a="http://schemas.openxmlformats.org/drawingml/2006/main">
            <a:off x="552450" y="3968750"/>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685A194B-78ED-4487-919F-399CA0E28DE0}"/>
              </a:ext>
            </a:extLst>
          </p:cNvPr>
          <p:cNvSpPr>
            <a:spLocks xmlns:a="http://schemas.openxmlformats.org/drawingml/2006/main" noGrp="1"/>
          </p:cNvSpPr>
          <p:nvPr/>
        </p:nvSpPr>
        <p:spPr>
          <a:xfrm xmlns:a="http://schemas.openxmlformats.org/drawingml/2006/main">
            <a:off x="1257300" y="3968750"/>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ただし、U と V が独立とは限らない。</a:t>
            </a:r>
          </a:p>
        </p:txBody>
      </p:sp>
      <p:sp>
        <p:nvSpPr>
          <p:cNvPr id="12" name="">
            <a:extLst xmlns:a="http://schemas.openxmlformats.org/drawingml/2006/main">
              <a:ext uri="{FF2B5EF4-FFF2-40B4-BE49-F238E27FC236}">
                <a16:creationId xmlns:a16="http://schemas.microsoft.com/office/drawing/2014/main" id="{61AFBAD2-8D09-4F18-A85D-4861906589FA}"/>
              </a:ext>
            </a:extLst>
          </p:cNvPr>
          <p:cNvSpPr>
            <a:spLocks xmlns:a="http://schemas.openxmlformats.org/drawingml/2006/main" noGrp="1"/>
          </p:cNvSpPr>
          <p:nvPr/>
        </p:nvSpPr>
        <p:spPr>
          <a:xfrm xmlns:a="http://schemas.openxmlformats.org/drawingml/2006/main">
            <a:off x="552450" y="4651375"/>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3F21262E-7BF6-4DFF-86A2-B3E15389F0FA}"/>
              </a:ext>
            </a:extLst>
          </p:cNvPr>
          <p:cNvSpPr>
            <a:spLocks xmlns:a="http://schemas.openxmlformats.org/drawingml/2006/main" noGrp="1"/>
          </p:cNvSpPr>
          <p:nvPr/>
        </p:nvSpPr>
        <p:spPr>
          <a:xfrm xmlns:a="http://schemas.openxmlformats.org/drawingml/2006/main">
            <a:off x="1257300" y="4651375"/>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C は「両方の条件を同時に満たす確率」。</a:t>
            </a:r>
          </a:p>
        </p:txBody>
      </p:sp>
      <p:sp>
        <p:nvSpPr>
          <p:cNvPr id="14" name="">
            <a:extLst xmlns:a="http://schemas.openxmlformats.org/drawingml/2006/main">
              <a:ext uri="{FF2B5EF4-FFF2-40B4-BE49-F238E27FC236}">
                <a16:creationId xmlns:a16="http://schemas.microsoft.com/office/drawing/2014/main" id="{73E3D1EE-1D82-483E-BC83-5EE291053E1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A3E5ABC-C3FA-4546-B7B4-F59D70022FC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周辺が同じ一様分布でも、組合せの関係はCによって違う</a:t>
            </a:r>
          </a:p>
        </p:txBody>
      </p:sp>
    </p:spTree>
    <p:extLst>
      <p:ext uri="{BB962C8B-B14F-4D97-AF65-F5344CB8AC3E}">
        <p14:creationId xmlns:p14="http://schemas.microsoft.com/office/powerpoint/2010/main" val="1389859322"/>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DEF44EA-6D21-4A6C-B7DE-D5A0FD8BB8B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C(0.8, 0.5)は何を数える？</a:t>
            </a:r>
          </a:p>
        </p:txBody>
      </p:sp>
      <p:sp>
        <p:nvSpPr>
          <p:cNvPr id="2" name="">
            <a:extLst xmlns:a="http://schemas.openxmlformats.org/drawingml/2006/main">
              <a:ext uri="{FF2B5EF4-FFF2-40B4-BE49-F238E27FC236}">
                <a16:creationId xmlns:a16="http://schemas.microsoft.com/office/drawing/2014/main" id="{ACF8BE3E-EEF9-4F35-BD47-1F98902F9D8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15EBF4-E159-4B71-B4AA-48C4BF23C9C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身長の位置が0.8以下、かつ体重の位置が0.5以下の人の割合。</a:t>
            </a:r>
          </a:p>
        </p:txBody>
      </p:sp>
      <p:sp>
        <p:nvSpPr>
          <p:cNvPr id="4" name="">
            <a:extLst xmlns:a="http://schemas.openxmlformats.org/drawingml/2006/main">
              <a:ext uri="{FF2B5EF4-FFF2-40B4-BE49-F238E27FC236}">
                <a16:creationId xmlns:a16="http://schemas.microsoft.com/office/drawing/2014/main" id="{815C80AF-50D3-42AB-8004-112165C6A96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D4D89BD-9D75-4A00-B14C-B9431A635DD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FABD7334-1C1E-483B-ACA9-133FFD9F3008}"/>
              </a:ext>
            </a:extLst>
          </p:cNvPr>
          <p:cNvSpPr>
            <a:spLocks xmlns:a="http://schemas.openxmlformats.org/drawingml/2006/main" noGrp="1"/>
          </p:cNvSpPr>
          <p:nvPr/>
        </p:nvSpPr>
        <p:spPr>
          <a:xfrm xmlns:a="http://schemas.openxmlformats.org/drawingml/2006/main">
            <a:off x="514350" y="2047875"/>
            <a:ext cx="5314950" cy="3114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ED3D044-769E-4307-BB51-24AB67D69BEA}"/>
              </a:ext>
            </a:extLst>
          </p:cNvPr>
          <p:cNvSpPr>
            <a:spLocks xmlns:a="http://schemas.openxmlformats.org/drawingml/2006/main" noGrp="1"/>
          </p:cNvSpPr>
          <p:nvPr/>
        </p:nvSpPr>
        <p:spPr>
          <a:xfrm xmlns:a="http://schemas.openxmlformats.org/drawingml/2006/main">
            <a:off x="704850" y="21621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二つの条件を重ねる</a:t>
            </a:r>
          </a:p>
        </p:txBody>
      </p:sp>
      <p:sp>
        <p:nvSpPr>
          <p:cNvPr id="8" name="">
            <a:extLst xmlns:a="http://schemas.openxmlformats.org/drawingml/2006/main">
              <a:ext uri="{FF2B5EF4-FFF2-40B4-BE49-F238E27FC236}">
                <a16:creationId xmlns:a16="http://schemas.microsoft.com/office/drawing/2014/main" id="{F5F1AEC8-EACD-4CC9-B8F7-6CEA3E3A5734}"/>
              </a:ext>
            </a:extLst>
          </p:cNvPr>
          <p:cNvSpPr>
            <a:spLocks xmlns:a="http://schemas.openxmlformats.org/drawingml/2006/main" noGrp="1"/>
          </p:cNvSpPr>
          <p:nvPr/>
        </p:nvSpPr>
        <p:spPr>
          <a:xfrm xmlns:a="http://schemas.openxmlformats.org/drawingml/2006/main">
            <a:off x="704850" y="2714625"/>
            <a:ext cx="493395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条件1：U ≤ 0.8</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身長が低い側から80%まで</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条件2：V ≤ 0.5</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体重が軽い側から50%まで</a:t>
            </a:r>
          </a:p>
        </p:txBody>
      </p:sp>
      <p:sp>
        <p:nvSpPr>
          <p:cNvPr id="9" name="">
            <a:extLst xmlns:a="http://schemas.openxmlformats.org/drawingml/2006/main">
              <a:ext uri="{FF2B5EF4-FFF2-40B4-BE49-F238E27FC236}">
                <a16:creationId xmlns:a16="http://schemas.microsoft.com/office/drawing/2014/main" id="{6B613AEF-0040-4E6B-A368-A04E3DAC485E}"/>
              </a:ext>
            </a:extLst>
          </p:cNvPr>
          <p:cNvSpPr>
            <a:spLocks xmlns:a="http://schemas.openxmlformats.org/drawingml/2006/main" noGrp="1"/>
          </p:cNvSpPr>
          <p:nvPr/>
        </p:nvSpPr>
        <p:spPr>
          <a:xfrm xmlns:a="http://schemas.openxmlformats.org/drawingml/2006/main">
            <a:off x="6076950" y="2047875"/>
            <a:ext cx="5600700" cy="3114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594C127-77C8-431A-B883-E228AA27FFB2}"/>
              </a:ext>
            </a:extLst>
          </p:cNvPr>
          <p:cNvSpPr>
            <a:spLocks xmlns:a="http://schemas.openxmlformats.org/drawingml/2006/main" noGrp="1"/>
          </p:cNvSpPr>
          <p:nvPr/>
        </p:nvSpPr>
        <p:spPr>
          <a:xfrm xmlns:a="http://schemas.openxmlformats.org/drawingml/2006/main">
            <a:off x="6267450" y="21621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両方を満たす部分</a:t>
            </a:r>
          </a:p>
        </p:txBody>
      </p:sp>
      <p:sp>
        <p:nvSpPr>
          <p:cNvPr id="11" name="">
            <a:extLst xmlns:a="http://schemas.openxmlformats.org/drawingml/2006/main">
              <a:ext uri="{FF2B5EF4-FFF2-40B4-BE49-F238E27FC236}">
                <a16:creationId xmlns:a16="http://schemas.microsoft.com/office/drawing/2014/main" id="{6EFDEDB4-E690-4D4C-9EAC-AAB52FF891AF}"/>
              </a:ext>
            </a:extLst>
          </p:cNvPr>
          <p:cNvSpPr>
            <a:spLocks xmlns:a="http://schemas.openxmlformats.org/drawingml/2006/main" noGrp="1"/>
          </p:cNvSpPr>
          <p:nvPr/>
        </p:nvSpPr>
        <p:spPr>
          <a:xfrm xmlns:a="http://schemas.openxmlformats.org/drawingml/2006/main">
            <a:off x="6267450" y="2714625"/>
            <a:ext cx="52197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「身長がこの範囲」かつ</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「体重もこの範囲」</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点の分布により割合が変わる。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ただ長方形の面積を計算する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とは限らない。</a:t>
            </a:r>
          </a:p>
        </p:txBody>
      </p:sp>
      <p:sp>
        <p:nvSpPr>
          <p:cNvPr id="12" name="">
            <a:extLst xmlns:a="http://schemas.openxmlformats.org/drawingml/2006/main">
              <a:ext uri="{FF2B5EF4-FFF2-40B4-BE49-F238E27FC236}">
                <a16:creationId xmlns:a16="http://schemas.microsoft.com/office/drawing/2014/main" id="{FAEBDD23-CDB1-4BAB-AC29-BB0E364BA3A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4A7EFB3-C9AD-4112-BD44-58F422BB937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Cは同時確率。条件付き確率とは区別する</a:t>
            </a:r>
          </a:p>
        </p:txBody>
      </p:sp>
    </p:spTree>
    <p:extLst>
      <p:ext uri="{BB962C8B-B14F-4D97-AF65-F5344CB8AC3E}">
        <p14:creationId xmlns:p14="http://schemas.microsoft.com/office/powerpoint/2010/main" val="1663135229"/>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91D26A-F187-4B0B-9243-2AB0CE8AD77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同時確率を、図で見る</a:t>
            </a:r>
          </a:p>
        </p:txBody>
      </p:sp>
      <p:sp>
        <p:nvSpPr>
          <p:cNvPr id="2" name="">
            <a:extLst xmlns:a="http://schemas.openxmlformats.org/drawingml/2006/main">
              <a:ext uri="{FF2B5EF4-FFF2-40B4-BE49-F238E27FC236}">
                <a16:creationId xmlns:a16="http://schemas.microsoft.com/office/drawing/2014/main" id="{08E26097-DB1E-4EC6-A3E6-5187D36D7D6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C86391D-9BAA-429D-9792-6D422A3B341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独立の説明例：左下の範囲に入るのは100点中40点。</a:t>
            </a:r>
          </a:p>
        </p:txBody>
      </p:sp>
      <p:sp>
        <p:nvSpPr>
          <p:cNvPr id="4" name="">
            <a:extLst xmlns:a="http://schemas.openxmlformats.org/drawingml/2006/main">
              <a:ext uri="{FF2B5EF4-FFF2-40B4-BE49-F238E27FC236}">
                <a16:creationId xmlns:a16="http://schemas.microsoft.com/office/drawing/2014/main" id="{CE13499B-3674-4D89-AF10-B7049BD51E6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D2BA9280-B0D8-49D1-A13B-0AA2A226846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graphicFrame>
        <p:nvGraphicFramePr>
          <p:cNvPr id="17" name="Chart"/>
          <p:cNvGraphicFramePr/>
          <p:nvPr/>
        </p:nvGraphicFramePr>
        <p:xfrm>
          <a:off xmlns:a="http://schemas.openxmlformats.org/drawingml/2006/main" x="609600" y="1952625"/>
          <a:ext xmlns:a="http://schemas.openxmlformats.org/drawingml/2006/main" cx="6191250" cy="3486150"/>
        </p:xfrm>
        <a:graphic xmlns:a="http://schemas.openxmlformats.org/drawingml/2006/main">
          <a:graphicData uri="http://schemas.openxmlformats.org/drawingml/2006/chart">
            <c:chart xmlns:r="http://schemas.openxmlformats.org/officeDocument/2006/relationships" xmlns:c="http://schemas.openxmlformats.org/drawingml/2006/chart" r:id="R1e2d4137c4b14d0c"/>
          </a:graphicData>
        </a:graphic>
      </p:graphicFrame>
      <p:sp>
        <p:nvSpPr>
          <p:cNvPr id="7" name="">
            <a:extLst xmlns:a="http://schemas.openxmlformats.org/drawingml/2006/main">
              <a:ext uri="{FF2B5EF4-FFF2-40B4-BE49-F238E27FC236}">
                <a16:creationId xmlns:a16="http://schemas.microsoft.com/office/drawing/2014/main" id="{78962F9F-BBAF-4952-AEE0-C65CBF3FD0BD}"/>
              </a:ext>
            </a:extLst>
          </p:cNvPr>
          <p:cNvSpPr>
            <a:spLocks xmlns:a="http://schemas.openxmlformats.org/drawingml/2006/main" noGrp="1"/>
          </p:cNvSpPr>
          <p:nvPr/>
        </p:nvSpPr>
        <p:spPr>
          <a:xfrm xmlns:a="http://schemas.openxmlformats.org/drawingml/2006/main">
            <a:off x="7086600" y="2095500"/>
            <a:ext cx="4552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B79B866-FC4D-4610-882A-B6AD26629E19}"/>
              </a:ext>
            </a:extLst>
          </p:cNvPr>
          <p:cNvSpPr>
            <a:spLocks xmlns:a="http://schemas.openxmlformats.org/drawingml/2006/main" noGrp="1"/>
          </p:cNvSpPr>
          <p:nvPr/>
        </p:nvSpPr>
        <p:spPr>
          <a:xfrm xmlns:a="http://schemas.openxmlformats.org/drawingml/2006/main">
            <a:off x="7277100" y="2209800"/>
            <a:ext cx="4171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緑の点を数える</a:t>
            </a:r>
          </a:p>
        </p:txBody>
      </p:sp>
      <p:sp>
        <p:nvSpPr>
          <p:cNvPr id="9" name="">
            <a:extLst xmlns:a="http://schemas.openxmlformats.org/drawingml/2006/main">
              <a:ext uri="{FF2B5EF4-FFF2-40B4-BE49-F238E27FC236}">
                <a16:creationId xmlns:a16="http://schemas.microsoft.com/office/drawing/2014/main" id="{C85ED30F-CBF7-4CD4-A68A-512E2CA87F0B}"/>
              </a:ext>
            </a:extLst>
          </p:cNvPr>
          <p:cNvSpPr>
            <a:spLocks xmlns:a="http://schemas.openxmlformats.org/drawingml/2006/main" noGrp="1"/>
          </p:cNvSpPr>
          <p:nvPr/>
        </p:nvSpPr>
        <p:spPr>
          <a:xfrm xmlns:a="http://schemas.openxmlformats.org/drawingml/2006/main">
            <a:off x="7277100" y="2762250"/>
            <a:ext cx="4171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U ≤ 0.8 かつ V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左下の範囲：40点</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全体：100点</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C(0.8, 0.5) = 0.4</a:t>
            </a:r>
          </a:p>
        </p:txBody>
      </p:sp>
      <p:sp>
        <p:nvSpPr>
          <p:cNvPr id="10" name="">
            <a:extLst xmlns:a="http://schemas.openxmlformats.org/drawingml/2006/main">
              <a:ext uri="{FF2B5EF4-FFF2-40B4-BE49-F238E27FC236}">
                <a16:creationId xmlns:a16="http://schemas.microsoft.com/office/drawing/2014/main" id="{4E88C732-D0F1-42AB-904D-CA2306FE52C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1041932-E011-41E2-B2DF-2EFF5283D4A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一般のCでは、同じ範囲でも点の集まり方で確率が変わる</a:t>
            </a:r>
          </a:p>
        </p:txBody>
      </p:sp>
    </p:spTree>
    <p:extLst>
      <p:ext uri="{BB962C8B-B14F-4D97-AF65-F5344CB8AC3E}">
        <p14:creationId xmlns:p14="http://schemas.microsoft.com/office/powerpoint/2010/main" val="629088808"/>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ECB256B-4BC7-4031-92F0-3DB2C1DCE40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 C(u, 1) = u なのか</a:t>
            </a:r>
          </a:p>
        </p:txBody>
      </p:sp>
      <p:sp>
        <p:nvSpPr>
          <p:cNvPr id="2" name="">
            <a:extLst xmlns:a="http://schemas.openxmlformats.org/drawingml/2006/main">
              <a:ext uri="{FF2B5EF4-FFF2-40B4-BE49-F238E27FC236}">
                <a16:creationId xmlns:a16="http://schemas.microsoft.com/office/drawing/2014/main" id="{7ADCA07D-1811-429D-BEA2-8B2D03BBD09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1E5622-B883-43AE-94A7-AA91964F855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体重側の条件を全範囲へ広げると、誰も除外されなくなる。</a:t>
            </a:r>
          </a:p>
        </p:txBody>
      </p:sp>
      <p:sp>
        <p:nvSpPr>
          <p:cNvPr id="4" name="">
            <a:extLst xmlns:a="http://schemas.openxmlformats.org/drawingml/2006/main">
              <a:ext uri="{FF2B5EF4-FFF2-40B4-BE49-F238E27FC236}">
                <a16:creationId xmlns:a16="http://schemas.microsoft.com/office/drawing/2014/main" id="{80B7EEC3-2262-4C63-8365-34899A1BB18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D67C3ACA-CEF6-40C9-886D-9F610DB9F5E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sp>
        <p:nvSpPr>
          <p:cNvPr id="6" name="">
            <a:extLst xmlns:a="http://schemas.openxmlformats.org/drawingml/2006/main">
              <a:ext uri="{FF2B5EF4-FFF2-40B4-BE49-F238E27FC236}">
                <a16:creationId xmlns:a16="http://schemas.microsoft.com/office/drawing/2014/main" id="{3CD7AC5A-E416-4E12-9036-0A6EE76E7FCE}"/>
              </a:ext>
            </a:extLst>
          </p:cNvPr>
          <p:cNvSpPr>
            <a:spLocks xmlns:a="http://schemas.openxmlformats.org/drawingml/2006/main" noGrp="1"/>
          </p:cNvSpPr>
          <p:nvPr/>
        </p:nvSpPr>
        <p:spPr>
          <a:xfrm xmlns:a="http://schemas.openxmlformats.org/drawingml/2006/main">
            <a:off x="514350" y="2000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D3B599E-DF17-4076-B57E-70332153A1DC}"/>
              </a:ext>
            </a:extLst>
          </p:cNvPr>
          <p:cNvSpPr>
            <a:spLocks xmlns:a="http://schemas.openxmlformats.org/drawingml/2006/main" noGrp="1"/>
          </p:cNvSpPr>
          <p:nvPr/>
        </p:nvSpPr>
        <p:spPr>
          <a:xfrm xmlns:a="http://schemas.openxmlformats.org/drawingml/2006/main">
            <a:off x="704850" y="2095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C(u, 1) = P(U ≤ u, V ≤ 1) = P(U ≤ u) = u</a:t>
            </a:r>
          </a:p>
        </p:txBody>
      </p:sp>
      <p:sp>
        <p:nvSpPr>
          <p:cNvPr id="8" name="">
            <a:extLst xmlns:a="http://schemas.openxmlformats.org/drawingml/2006/main">
              <a:ext uri="{FF2B5EF4-FFF2-40B4-BE49-F238E27FC236}">
                <a16:creationId xmlns:a16="http://schemas.microsoft.com/office/drawing/2014/main" id="{56EC1B10-C9F3-48F0-B22B-27EB739B052F}"/>
              </a:ext>
            </a:extLst>
          </p:cNvPr>
          <p:cNvSpPr>
            <a:spLocks xmlns:a="http://schemas.openxmlformats.org/drawingml/2006/main" noGrp="1"/>
          </p:cNvSpPr>
          <p:nvPr/>
        </p:nvSpPr>
        <p:spPr>
          <a:xfrm xmlns:a="http://schemas.openxmlformats.org/drawingml/2006/main">
            <a:off x="552450" y="33337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4E89C514-6B99-49A6-8F1C-1D8549617C53}"/>
              </a:ext>
            </a:extLst>
          </p:cNvPr>
          <p:cNvSpPr>
            <a:spLocks xmlns:a="http://schemas.openxmlformats.org/drawingml/2006/main" noGrp="1"/>
          </p:cNvSpPr>
          <p:nvPr/>
        </p:nvSpPr>
        <p:spPr>
          <a:xfrm xmlns:a="http://schemas.openxmlformats.org/drawingml/2006/main">
            <a:off x="1257300" y="33337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1：体重の位置は必ず0〜1。全員が条件を満たす。</a:t>
            </a:r>
          </a:p>
        </p:txBody>
      </p:sp>
      <p:sp>
        <p:nvSpPr>
          <p:cNvPr id="10" name="">
            <a:extLst xmlns:a="http://schemas.openxmlformats.org/drawingml/2006/main">
              <a:ext uri="{FF2B5EF4-FFF2-40B4-BE49-F238E27FC236}">
                <a16:creationId xmlns:a16="http://schemas.microsoft.com/office/drawing/2014/main" id="{9CC0898A-F3BF-439C-B971-20F652C61920}"/>
              </a:ext>
            </a:extLst>
          </p:cNvPr>
          <p:cNvSpPr>
            <a:spLocks xmlns:a="http://schemas.openxmlformats.org/drawingml/2006/main" noGrp="1"/>
          </p:cNvSpPr>
          <p:nvPr/>
        </p:nvSpPr>
        <p:spPr>
          <a:xfrm xmlns:a="http://schemas.openxmlformats.org/drawingml/2006/main">
            <a:off x="552450" y="39941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50D31EC8-BE98-4E66-B02C-E55311901FC5}"/>
              </a:ext>
            </a:extLst>
          </p:cNvPr>
          <p:cNvSpPr>
            <a:spLocks xmlns:a="http://schemas.openxmlformats.org/drawingml/2006/main" noGrp="1"/>
          </p:cNvSpPr>
          <p:nvPr/>
        </p:nvSpPr>
        <p:spPr>
          <a:xfrm xmlns:a="http://schemas.openxmlformats.org/drawingml/2006/main">
            <a:off x="1257300" y="39941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残る条件は U ≤ u だけ。</a:t>
            </a:r>
          </a:p>
        </p:txBody>
      </p:sp>
      <p:sp>
        <p:nvSpPr>
          <p:cNvPr id="12" name="">
            <a:extLst xmlns:a="http://schemas.openxmlformats.org/drawingml/2006/main">
              <a:ext uri="{FF2B5EF4-FFF2-40B4-BE49-F238E27FC236}">
                <a16:creationId xmlns:a16="http://schemas.microsoft.com/office/drawing/2014/main" id="{4AB51F56-A3BD-41D0-A322-B968EA0F79C0}"/>
              </a:ext>
            </a:extLst>
          </p:cNvPr>
          <p:cNvSpPr>
            <a:spLocks xmlns:a="http://schemas.openxmlformats.org/drawingml/2006/main" noGrp="1"/>
          </p:cNvSpPr>
          <p:nvPr/>
        </p:nvSpPr>
        <p:spPr>
          <a:xfrm xmlns:a="http://schemas.openxmlformats.org/drawingml/2006/main">
            <a:off x="552450" y="46545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53961FAF-BB47-4BDF-8649-383333ABB82C}"/>
              </a:ext>
            </a:extLst>
          </p:cNvPr>
          <p:cNvSpPr>
            <a:spLocks xmlns:a="http://schemas.openxmlformats.org/drawingml/2006/main" noGrp="1"/>
          </p:cNvSpPr>
          <p:nvPr/>
        </p:nvSpPr>
        <p:spPr>
          <a:xfrm xmlns:a="http://schemas.openxmlformats.org/drawingml/2006/main">
            <a:off x="1257300" y="46545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は一様分布なので、U ≤ 0.8 の割合は0.8。</a:t>
            </a:r>
          </a:p>
        </p:txBody>
      </p:sp>
      <p:sp>
        <p:nvSpPr>
          <p:cNvPr id="14" name="">
            <a:extLst xmlns:a="http://schemas.openxmlformats.org/drawingml/2006/main">
              <a:ext uri="{FF2B5EF4-FFF2-40B4-BE49-F238E27FC236}">
                <a16:creationId xmlns:a16="http://schemas.microsoft.com/office/drawing/2014/main" id="{721CD0BF-3B0B-468A-824D-9A25B387357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EE86FB0-553E-4885-82CE-4A792CCC898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どんな依存関係でも C(0.8, 1) = 0.8</a:t>
            </a:r>
          </a:p>
        </p:txBody>
      </p:sp>
    </p:spTree>
    <p:extLst>
      <p:ext uri="{BB962C8B-B14F-4D97-AF65-F5344CB8AC3E}">
        <p14:creationId xmlns:p14="http://schemas.microsoft.com/office/powerpoint/2010/main" val="1764951646"/>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6AA926C-279B-40B3-B5DB-8B6D53FFA97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独立なら、なぜ C(u, v) = uv？</a:t>
            </a:r>
          </a:p>
        </p:txBody>
      </p:sp>
      <p:sp>
        <p:nvSpPr>
          <p:cNvPr id="2" name="">
            <a:extLst xmlns:a="http://schemas.openxmlformats.org/drawingml/2006/main">
              <a:ext uri="{FF2B5EF4-FFF2-40B4-BE49-F238E27FC236}">
                <a16:creationId xmlns:a16="http://schemas.microsoft.com/office/drawing/2014/main" id="{19CB5004-01BF-4191-991A-5B7CB01FB52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91A1E9-699C-4318-AB92-EB439265181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身長の位置で絞っても、体重の位置の分布が変わらない。</a:t>
            </a:r>
          </a:p>
        </p:txBody>
      </p:sp>
      <p:sp>
        <p:nvSpPr>
          <p:cNvPr id="4" name="">
            <a:extLst xmlns:a="http://schemas.openxmlformats.org/drawingml/2006/main">
              <a:ext uri="{FF2B5EF4-FFF2-40B4-BE49-F238E27FC236}">
                <a16:creationId xmlns:a16="http://schemas.microsoft.com/office/drawing/2014/main" id="{4544BB7E-C3CD-42BE-AB1D-8CC548C7ADD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102D8AB3-DFB4-4489-84CA-5C8F85BA4AB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sp>
        <p:nvSpPr>
          <p:cNvPr id="6" name="">
            <a:extLst xmlns:a="http://schemas.openxmlformats.org/drawingml/2006/main">
              <a:ext uri="{FF2B5EF4-FFF2-40B4-BE49-F238E27FC236}">
                <a16:creationId xmlns:a16="http://schemas.microsoft.com/office/drawing/2014/main" id="{6D493A14-8ADE-4AF5-9A85-6AE9C7E773E0}"/>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060A1E8-E72C-4B89-99B4-02B1988B8B95}"/>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C(u, v) = P(U ≤ u) × P(V ≤ v) = u × v</a:t>
            </a:r>
          </a:p>
        </p:txBody>
      </p:sp>
      <p:sp>
        <p:nvSpPr>
          <p:cNvPr id="8" name="">
            <a:extLst xmlns:a="http://schemas.openxmlformats.org/drawingml/2006/main">
              <a:ext uri="{FF2B5EF4-FFF2-40B4-BE49-F238E27FC236}">
                <a16:creationId xmlns:a16="http://schemas.microsoft.com/office/drawing/2014/main" id="{43B76EDE-7464-48FE-8C54-3205C4E76709}"/>
              </a:ext>
            </a:extLst>
          </p:cNvPr>
          <p:cNvSpPr>
            <a:spLocks xmlns:a="http://schemas.openxmlformats.org/drawingml/2006/main" noGrp="1"/>
          </p:cNvSpPr>
          <p:nvPr/>
        </p:nvSpPr>
        <p:spPr>
          <a:xfrm xmlns:a="http://schemas.openxmlformats.org/drawingml/2006/main">
            <a:off x="552450" y="32861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AE1537D0-CA65-43C9-96EA-CD422FEB8791}"/>
              </a:ext>
            </a:extLst>
          </p:cNvPr>
          <p:cNvSpPr>
            <a:spLocks xmlns:a="http://schemas.openxmlformats.org/drawingml/2006/main" noGrp="1"/>
          </p:cNvSpPr>
          <p:nvPr/>
        </p:nvSpPr>
        <p:spPr>
          <a:xfrm xmlns:a="http://schemas.openxmlformats.org/drawingml/2006/main">
            <a:off x="1257300" y="32861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例：身長の位置0.8以下 → 全体の80%。</a:t>
            </a:r>
          </a:p>
        </p:txBody>
      </p:sp>
      <p:sp>
        <p:nvSpPr>
          <p:cNvPr id="10" name="">
            <a:extLst xmlns:a="http://schemas.openxmlformats.org/drawingml/2006/main">
              <a:ext uri="{FF2B5EF4-FFF2-40B4-BE49-F238E27FC236}">
                <a16:creationId xmlns:a16="http://schemas.microsoft.com/office/drawing/2014/main" id="{D3D0D7C6-A1E8-4CE4-9E4E-9D9A8AB6EA64}"/>
              </a:ext>
            </a:extLst>
          </p:cNvPr>
          <p:cNvSpPr>
            <a:spLocks xmlns:a="http://schemas.openxmlformats.org/drawingml/2006/main" noGrp="1"/>
          </p:cNvSpPr>
          <p:nvPr/>
        </p:nvSpPr>
        <p:spPr>
          <a:xfrm xmlns:a="http://schemas.openxmlformats.org/drawingml/2006/main">
            <a:off x="552450" y="397827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1BE136A2-F661-4722-AD32-F2BDAC24FBAC}"/>
              </a:ext>
            </a:extLst>
          </p:cNvPr>
          <p:cNvSpPr>
            <a:spLocks xmlns:a="http://schemas.openxmlformats.org/drawingml/2006/main" noGrp="1"/>
          </p:cNvSpPr>
          <p:nvPr/>
        </p:nvSpPr>
        <p:spPr>
          <a:xfrm xmlns:a="http://schemas.openxmlformats.org/drawingml/2006/main">
            <a:off x="1257300" y="397827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その集団でも、体重の位置0.5以下 → 50%。</a:t>
            </a:r>
          </a:p>
        </p:txBody>
      </p:sp>
      <p:sp>
        <p:nvSpPr>
          <p:cNvPr id="12" name="">
            <a:extLst xmlns:a="http://schemas.openxmlformats.org/drawingml/2006/main">
              <a:ext uri="{FF2B5EF4-FFF2-40B4-BE49-F238E27FC236}">
                <a16:creationId xmlns:a16="http://schemas.microsoft.com/office/drawing/2014/main" id="{98C09234-0DB6-4AF7-BCE4-82213E6AA563}"/>
              </a:ext>
            </a:extLst>
          </p:cNvPr>
          <p:cNvSpPr>
            <a:spLocks xmlns:a="http://schemas.openxmlformats.org/drawingml/2006/main" noGrp="1"/>
          </p:cNvSpPr>
          <p:nvPr/>
        </p:nvSpPr>
        <p:spPr>
          <a:xfrm xmlns:a="http://schemas.openxmlformats.org/drawingml/2006/main">
            <a:off x="552450" y="46704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B2878414-E5DD-45F8-81E7-099BC874806B}"/>
              </a:ext>
            </a:extLst>
          </p:cNvPr>
          <p:cNvSpPr>
            <a:spLocks xmlns:a="http://schemas.openxmlformats.org/drawingml/2006/main" noGrp="1"/>
          </p:cNvSpPr>
          <p:nvPr/>
        </p:nvSpPr>
        <p:spPr>
          <a:xfrm xmlns:a="http://schemas.openxmlformats.org/drawingml/2006/main">
            <a:off x="1257300" y="46704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両方を満たす割合 → 0.8 × 0.5 = 0.4。</a:t>
            </a:r>
          </a:p>
        </p:txBody>
      </p:sp>
      <p:sp>
        <p:nvSpPr>
          <p:cNvPr id="14" name="">
            <a:extLst xmlns:a="http://schemas.openxmlformats.org/drawingml/2006/main">
              <a:ext uri="{FF2B5EF4-FFF2-40B4-BE49-F238E27FC236}">
                <a16:creationId xmlns:a16="http://schemas.microsoft.com/office/drawing/2014/main" id="{3CBD8961-AB9F-4EC1-B618-967D3140713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B6B5841-C955-47FA-B305-22C87322482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独立の意味：一方を知っても、もう一方の分布は変わらない</a:t>
            </a:r>
          </a:p>
        </p:txBody>
      </p:sp>
    </p:spTree>
    <p:extLst>
      <p:ext uri="{BB962C8B-B14F-4D97-AF65-F5344CB8AC3E}">
        <p14:creationId xmlns:p14="http://schemas.microsoft.com/office/powerpoint/2010/main" val="1290820608"/>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3480C49-A141-4962-8314-13D2C3EAB3D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完全に同じ位置なら、なぜ min？</a:t>
            </a:r>
          </a:p>
        </p:txBody>
      </p:sp>
      <p:sp>
        <p:nvSpPr>
          <p:cNvPr id="2" name="">
            <a:extLst xmlns:a="http://schemas.openxmlformats.org/drawingml/2006/main">
              <a:ext uri="{FF2B5EF4-FFF2-40B4-BE49-F238E27FC236}">
                <a16:creationId xmlns:a16="http://schemas.microsoft.com/office/drawing/2014/main" id="{278023BD-1131-45F3-BC46-209480F33E6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4CEBA57-58FC-4750-99B8-0484A7BDBEA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U：身長と体重の「順位位置」がいつも一致する場合。</a:t>
            </a:r>
          </a:p>
        </p:txBody>
      </p:sp>
      <p:sp>
        <p:nvSpPr>
          <p:cNvPr id="4" name="">
            <a:extLst xmlns:a="http://schemas.openxmlformats.org/drawingml/2006/main">
              <a:ext uri="{FF2B5EF4-FFF2-40B4-BE49-F238E27FC236}">
                <a16:creationId xmlns:a16="http://schemas.microsoft.com/office/drawing/2014/main" id="{C4965EC9-997B-4697-9F39-EED20199CA7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19CE583-756E-4454-8C0A-09F5F02246B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sp>
        <p:nvSpPr>
          <p:cNvPr id="6" name="">
            <a:extLst xmlns:a="http://schemas.openxmlformats.org/drawingml/2006/main">
              <a:ext uri="{FF2B5EF4-FFF2-40B4-BE49-F238E27FC236}">
                <a16:creationId xmlns:a16="http://schemas.microsoft.com/office/drawing/2014/main" id="{EAFD74E2-238D-4CA5-865B-8007CC141414}"/>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206F72-7754-4998-B66D-74DC17ABFF23}"/>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 v) = P(U ≤ u, U ≤ v) = P(U ≤ min(u, v))</a:t>
            </a:r>
          </a:p>
        </p:txBody>
      </p:sp>
      <p:sp>
        <p:nvSpPr>
          <p:cNvPr id="8" name="">
            <a:extLst xmlns:a="http://schemas.openxmlformats.org/drawingml/2006/main">
              <a:ext uri="{FF2B5EF4-FFF2-40B4-BE49-F238E27FC236}">
                <a16:creationId xmlns:a16="http://schemas.microsoft.com/office/drawing/2014/main" id="{FD4C5642-5559-49E8-B8DD-0CD4E7A53002}"/>
              </a:ext>
            </a:extLst>
          </p:cNvPr>
          <p:cNvSpPr>
            <a:spLocks xmlns:a="http://schemas.openxmlformats.org/drawingml/2006/main" noGrp="1"/>
          </p:cNvSpPr>
          <p:nvPr/>
        </p:nvSpPr>
        <p:spPr>
          <a:xfrm xmlns:a="http://schemas.openxmlformats.org/drawingml/2006/main">
            <a:off x="552450" y="33147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6B888474-7C84-47CB-83D2-EE1E3FB7D448}"/>
              </a:ext>
            </a:extLst>
          </p:cNvPr>
          <p:cNvSpPr>
            <a:spLocks xmlns:a="http://schemas.openxmlformats.org/drawingml/2006/main" noGrp="1"/>
          </p:cNvSpPr>
          <p:nvPr/>
        </p:nvSpPr>
        <p:spPr>
          <a:xfrm xmlns:a="http://schemas.openxmlformats.org/drawingml/2006/main">
            <a:off x="1257300" y="33147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例：U ≤ 0.8 かつ U ≤ 0.5。</a:t>
            </a:r>
          </a:p>
        </p:txBody>
      </p:sp>
      <p:sp>
        <p:nvSpPr>
          <p:cNvPr id="10" name="">
            <a:extLst xmlns:a="http://schemas.openxmlformats.org/drawingml/2006/main">
              <a:ext uri="{FF2B5EF4-FFF2-40B4-BE49-F238E27FC236}">
                <a16:creationId xmlns:a16="http://schemas.microsoft.com/office/drawing/2014/main" id="{B490E642-3138-49CA-B967-8D3C8B3276DE}"/>
              </a:ext>
            </a:extLst>
          </p:cNvPr>
          <p:cNvSpPr>
            <a:spLocks xmlns:a="http://schemas.openxmlformats.org/drawingml/2006/main" noGrp="1"/>
          </p:cNvSpPr>
          <p:nvPr/>
        </p:nvSpPr>
        <p:spPr>
          <a:xfrm xmlns:a="http://schemas.openxmlformats.org/drawingml/2006/main">
            <a:off x="552450" y="399415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66F2768D-B934-4B68-BFAC-C8FFAB70A119}"/>
              </a:ext>
            </a:extLst>
          </p:cNvPr>
          <p:cNvSpPr>
            <a:spLocks xmlns:a="http://schemas.openxmlformats.org/drawingml/2006/main" noGrp="1"/>
          </p:cNvSpPr>
          <p:nvPr/>
        </p:nvSpPr>
        <p:spPr>
          <a:xfrm xmlns:a="http://schemas.openxmlformats.org/drawingml/2006/main">
            <a:off x="1257300" y="399415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両方を満たすのは U ≤ 0.5。</a:t>
            </a:r>
          </a:p>
        </p:txBody>
      </p:sp>
      <p:sp>
        <p:nvSpPr>
          <p:cNvPr id="12" name="">
            <a:extLst xmlns:a="http://schemas.openxmlformats.org/drawingml/2006/main">
              <a:ext uri="{FF2B5EF4-FFF2-40B4-BE49-F238E27FC236}">
                <a16:creationId xmlns:a16="http://schemas.microsoft.com/office/drawing/2014/main" id="{A21CD33F-E24C-43CC-B144-F0B0065AE5DD}"/>
              </a:ext>
            </a:extLst>
          </p:cNvPr>
          <p:cNvSpPr>
            <a:spLocks xmlns:a="http://schemas.openxmlformats.org/drawingml/2006/main" noGrp="1"/>
          </p:cNvSpPr>
          <p:nvPr/>
        </p:nvSpPr>
        <p:spPr>
          <a:xfrm xmlns:a="http://schemas.openxmlformats.org/drawingml/2006/main">
            <a:off x="552450" y="46736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E57BEA37-59DE-4573-AFE4-99E2A1FDCCC5}"/>
              </a:ext>
            </a:extLst>
          </p:cNvPr>
          <p:cNvSpPr>
            <a:spLocks xmlns:a="http://schemas.openxmlformats.org/drawingml/2006/main" noGrp="1"/>
          </p:cNvSpPr>
          <p:nvPr/>
        </p:nvSpPr>
        <p:spPr>
          <a:xfrm xmlns:a="http://schemas.openxmlformats.org/drawingml/2006/main">
            <a:off x="1257300" y="46736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したがって C(0.8, 0.5) = 0.5 = min(0.8, 0.5)。</a:t>
            </a:r>
          </a:p>
        </p:txBody>
      </p:sp>
      <p:sp>
        <p:nvSpPr>
          <p:cNvPr id="14" name="">
            <a:extLst xmlns:a="http://schemas.openxmlformats.org/drawingml/2006/main">
              <a:ext uri="{FF2B5EF4-FFF2-40B4-BE49-F238E27FC236}">
                <a16:creationId xmlns:a16="http://schemas.microsoft.com/office/drawing/2014/main" id="{8867AC22-BA0B-4381-9AAA-A8A64A6C230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563617B-8B81-47AA-A4CD-A8C9D61EFF7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同じ位置に二つの条件をかけるため、小さい境界が残る</a:t>
            </a:r>
          </a:p>
        </p:txBody>
      </p:sp>
    </p:spTree>
    <p:extLst>
      <p:ext uri="{BB962C8B-B14F-4D97-AF65-F5344CB8AC3E}">
        <p14:creationId xmlns:p14="http://schemas.microsoft.com/office/powerpoint/2010/main" val="1727822981"/>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B8232A-938B-4D68-B18B-A014454F4DC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同じ周辺分布でも、同時確率は違う</a:t>
            </a:r>
          </a:p>
        </p:txBody>
      </p:sp>
      <p:sp>
        <p:nvSpPr>
          <p:cNvPr id="2" name="">
            <a:extLst xmlns:a="http://schemas.openxmlformats.org/drawingml/2006/main">
              <a:ext uri="{FF2B5EF4-FFF2-40B4-BE49-F238E27FC236}">
                <a16:creationId xmlns:a16="http://schemas.microsoft.com/office/drawing/2014/main" id="{0169A7E0-09F0-4B1B-84AB-50EE4B9C00A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C35F40B-36F9-4C93-A421-B59172BB227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どの場合も、身長・体重の位置はそれぞれ一様分布。</a:t>
            </a:r>
          </a:p>
        </p:txBody>
      </p:sp>
      <p:sp>
        <p:nvSpPr>
          <p:cNvPr id="4" name="">
            <a:extLst xmlns:a="http://schemas.openxmlformats.org/drawingml/2006/main">
              <a:ext uri="{FF2B5EF4-FFF2-40B4-BE49-F238E27FC236}">
                <a16:creationId xmlns:a16="http://schemas.microsoft.com/office/drawing/2014/main" id="{2D400075-36AE-4D10-8960-54EBAD2AE37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9A3A123-9471-47BA-A785-0C78C1C5CD9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graphicFrame>
        <p:nvGraphicFramePr>
          <p:cNvPr id="14" name=""/>
          <p:cNvGraphicFramePr/>
          <p:nvPr/>
        </p:nvGraphicFramePr>
        <p:xfrm>
          <a:off xmlns:a="http://schemas.openxmlformats.org/drawingml/2006/main" x="514350" y="2114550"/>
          <a:ext xmlns:a="http://schemas.openxmlformats.org/drawingml/2006/main" cx="11163300" cy="2762250"/>
        </p:xfrm>
        <a:graphic xmlns:a="http://schemas.openxmlformats.org/drawingml/2006/main">
          <a:graphicData uri="http://schemas.openxmlformats.org/drawingml/2006/table">
            <a:tbl>
              <a:tblPr/>
              <a:tblGrid>
                <a:gridCol w="3721100"/>
                <a:gridCol w="3721100"/>
                <a:gridCol w="3721100"/>
              </a:tblGrid>
              <a:tr h="690563">
                <a:tc>
                  <a:txBody>
                    <a:bodyPr/>
                    <a:lstStyle/>
                    <a:p>
                      <a:pPr algn="ctr"/>
                      <a:r>
                        <a:rPr sz="2100" b="1">
                          <a:solidFill>
                            <a:srgbClr val="2E7D5B"/>
                          </a:solidFill>
                          <a:latin typeface="Noto Sans JP"/>
                          <a:ea typeface="Noto Sans JP"/>
                          <a:cs typeface="Noto Sans JP"/>
                        </a:rPr>
                        <a:t>関係</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C(u, v)</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C(0.8, 0.5)</a:t>
                      </a:r>
                    </a:p>
                  </a:txBody>
                  <a:tcPr marL="91440" marR="91440" marT="45720" marB="45720" anchor="ctr">
                    <a:solidFill>
                      <a:srgbClr val="E7F2EC"/>
                    </a:solidFill>
                  </a:tcPr>
                </a:tc>
              </a:tr>
              <a:tr h="690563">
                <a:tc>
                  <a:txBody>
                    <a:bodyPr/>
                    <a:lstStyle/>
                    <a:p>
                      <a:pPr algn="ctr"/>
                      <a:r>
                        <a:rPr sz="2100" b="0">
                          <a:solidFill>
                            <a:srgbClr val="222222"/>
                          </a:solidFill>
                          <a:latin typeface="Noto Sans JP"/>
                          <a:ea typeface="Noto Sans JP"/>
                          <a:cs typeface="Noto Sans JP"/>
                        </a:rPr>
                        <a:t>独立</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uv</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0.4</a:t>
                      </a:r>
                    </a:p>
                  </a:txBody>
                  <a:tcPr marL="91440" marR="91440" marT="45720" marB="45720" anchor="ctr">
                    <a:solidFill>
                      <a:srgbClr val="FFFFFF"/>
                    </a:solidFill>
                  </a:tcPr>
                </a:tc>
              </a:tr>
              <a:tr h="690563">
                <a:tc>
                  <a:txBody>
                    <a:bodyPr/>
                    <a:lstStyle/>
                    <a:p>
                      <a:pPr algn="ctr"/>
                      <a:r>
                        <a:rPr sz="2100" b="0">
                          <a:solidFill>
                            <a:srgbClr val="222222"/>
                          </a:solidFill>
                          <a:latin typeface="Noto Sans JP"/>
                          <a:ea typeface="Noto Sans JP"/>
                          <a:cs typeface="Noto Sans JP"/>
                        </a:rPr>
                        <a:t>完全に同じ位置：V = U</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min(u, v)</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0.5</a:t>
                      </a:r>
                    </a:p>
                  </a:txBody>
                  <a:tcPr marL="91440" marR="91440" marT="45720" marB="45720" anchor="ctr">
                    <a:solidFill>
                      <a:srgbClr val="F6F6F6"/>
                    </a:solidFill>
                  </a:tcPr>
                </a:tc>
              </a:tr>
              <a:tr h="690563">
                <a:tc>
                  <a:txBody>
                    <a:bodyPr/>
                    <a:lstStyle/>
                    <a:p>
                      <a:pPr algn="ctr"/>
                      <a:r>
                        <a:rPr sz="2100" b="0">
                          <a:solidFill>
                            <a:srgbClr val="222222"/>
                          </a:solidFill>
                          <a:latin typeface="Noto Sans JP"/>
                          <a:ea typeface="Noto Sans JP"/>
                          <a:cs typeface="Noto Sans JP"/>
                        </a:rPr>
                        <a:t>完全に逆の位置：V = 1 − U</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max(u + v − 1, 0)</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0.3</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A65E3FD-2ECE-473A-96E5-E91DB21891F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8CED89F-1164-42B1-8221-4536CB9E3FD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コピュラの役割：周辺分布だけでは決まらない同時確率を表す</a:t>
            </a:r>
          </a:p>
        </p:txBody>
      </p:sp>
    </p:spTree>
    <p:extLst>
      <p:ext uri="{BB962C8B-B14F-4D97-AF65-F5344CB8AC3E}">
        <p14:creationId xmlns:p14="http://schemas.microsoft.com/office/powerpoint/2010/main" val="176592449"/>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FE99C1-A786-46B6-9EC1-3FD124519B4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元の値との接続：Sklarの定理</a:t>
            </a:r>
          </a:p>
        </p:txBody>
      </p:sp>
      <p:sp>
        <p:nvSpPr>
          <p:cNvPr id="2" name="">
            <a:extLst xmlns:a="http://schemas.openxmlformats.org/drawingml/2006/main">
              <a:ext uri="{FF2B5EF4-FFF2-40B4-BE49-F238E27FC236}">
                <a16:creationId xmlns:a16="http://schemas.microsoft.com/office/drawing/2014/main" id="{6ED0DED9-8777-4D95-8F45-90FC10BF1F6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E4C64E6-5362-4004-A3F2-380977998F4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元の同時分布は「周辺分布」と「コピュラ」で表せる。</a:t>
            </a:r>
          </a:p>
        </p:txBody>
      </p:sp>
      <p:sp>
        <p:nvSpPr>
          <p:cNvPr id="4" name="">
            <a:extLst xmlns:a="http://schemas.openxmlformats.org/drawingml/2006/main">
              <a:ext uri="{FF2B5EF4-FFF2-40B4-BE49-F238E27FC236}">
                <a16:creationId xmlns:a16="http://schemas.microsoft.com/office/drawing/2014/main" id="{692548AE-6C3A-40C3-98B0-3188A8613E8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97EAC571-3781-4528-9684-68D45C06E03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5E0D13A8-521E-4373-B59E-98BAE8D651B5}"/>
              </a:ext>
            </a:extLst>
          </p:cNvPr>
          <p:cNvSpPr>
            <a:spLocks xmlns:a="http://schemas.openxmlformats.org/drawingml/2006/main" noGrp="1"/>
          </p:cNvSpPr>
          <p:nvPr/>
        </p:nvSpPr>
        <p:spPr>
          <a:xfrm xmlns:a="http://schemas.openxmlformats.org/drawingml/2006/main">
            <a:off x="514350" y="19812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B2DA848-82A4-4A54-B46D-043B701B876B}"/>
              </a:ext>
            </a:extLst>
          </p:cNvPr>
          <p:cNvSpPr>
            <a:spLocks xmlns:a="http://schemas.openxmlformats.org/drawingml/2006/main" noGrp="1"/>
          </p:cNvSpPr>
          <p:nvPr/>
        </p:nvSpPr>
        <p:spPr>
          <a:xfrm xmlns:a="http://schemas.openxmlformats.org/drawingml/2006/main">
            <a:off x="704850" y="20764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525" b="1">
                <a:solidFill>
                  <a:srgbClr val="2B6777"/>
                </a:solidFill>
                <a:latin typeface="Noto Sans JP"/>
                <a:ea typeface="Noto Sans JP"/>
                <a:cs typeface="Noto Sans JP"/>
              </a:defRPr>
            </a:pPr>
            <a:r>
              <a:rPr sz="3525" b="1">
                <a:solidFill>
                  <a:srgbClr val="2B6777"/>
                </a:solidFill>
                <a:latin typeface="Noto Sans JP"/>
                <a:ea typeface="Noto Sans JP"/>
                <a:cs typeface="Noto Sans JP"/>
              </a:rPr>
              <a:t>H(x, y) = C(Fₓ(x), Fᵧ(y))</a:t>
            </a:r>
          </a:p>
        </p:txBody>
      </p:sp>
      <p:sp>
        <p:nvSpPr>
          <p:cNvPr id="8" name="">
            <a:extLst xmlns:a="http://schemas.openxmlformats.org/drawingml/2006/main">
              <a:ext uri="{FF2B5EF4-FFF2-40B4-BE49-F238E27FC236}">
                <a16:creationId xmlns:a16="http://schemas.microsoft.com/office/drawing/2014/main" id="{115E1276-74B2-481D-BE7D-E0E28D843E1D}"/>
              </a:ext>
            </a:extLst>
          </p:cNvPr>
          <p:cNvSpPr>
            <a:spLocks xmlns:a="http://schemas.openxmlformats.org/drawingml/2006/main" noGrp="1"/>
          </p:cNvSpPr>
          <p:nvPr/>
        </p:nvSpPr>
        <p:spPr>
          <a:xfrm xmlns:a="http://schemas.openxmlformats.org/drawingml/2006/main">
            <a:off x="552450" y="3333750"/>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B1E3EDBF-6430-409C-BC25-4C296A646131}"/>
              </a:ext>
            </a:extLst>
          </p:cNvPr>
          <p:cNvSpPr>
            <a:spLocks xmlns:a="http://schemas.openxmlformats.org/drawingml/2006/main" noGrp="1"/>
          </p:cNvSpPr>
          <p:nvPr/>
        </p:nvSpPr>
        <p:spPr>
          <a:xfrm xmlns:a="http://schemas.openxmlformats.org/drawingml/2006/main">
            <a:off x="1257300" y="3333750"/>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Fₓ(x)：身長の境界xを、位置uへ変える。</a:t>
            </a:r>
          </a:p>
        </p:txBody>
      </p:sp>
      <p:sp>
        <p:nvSpPr>
          <p:cNvPr id="10" name="">
            <a:extLst xmlns:a="http://schemas.openxmlformats.org/drawingml/2006/main">
              <a:ext uri="{FF2B5EF4-FFF2-40B4-BE49-F238E27FC236}">
                <a16:creationId xmlns:a16="http://schemas.microsoft.com/office/drawing/2014/main" id="{7BAF912D-2E97-4531-A6AD-4CCF830A10A3}"/>
              </a:ext>
            </a:extLst>
          </p:cNvPr>
          <p:cNvSpPr>
            <a:spLocks xmlns:a="http://schemas.openxmlformats.org/drawingml/2006/main" noGrp="1"/>
          </p:cNvSpPr>
          <p:nvPr/>
        </p:nvSpPr>
        <p:spPr>
          <a:xfrm xmlns:a="http://schemas.openxmlformats.org/drawingml/2006/main">
            <a:off x="552450" y="4010025"/>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A9B1B5AB-8DDA-4FD1-9673-C9B3CCD3A934}"/>
              </a:ext>
            </a:extLst>
          </p:cNvPr>
          <p:cNvSpPr>
            <a:spLocks xmlns:a="http://schemas.openxmlformats.org/drawingml/2006/main" noGrp="1"/>
          </p:cNvSpPr>
          <p:nvPr/>
        </p:nvSpPr>
        <p:spPr>
          <a:xfrm xmlns:a="http://schemas.openxmlformats.org/drawingml/2006/main">
            <a:off x="1257300" y="4010025"/>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Fᵧ(y)：体重の境界yを、位置vへ変える。</a:t>
            </a:r>
          </a:p>
        </p:txBody>
      </p:sp>
      <p:sp>
        <p:nvSpPr>
          <p:cNvPr id="12" name="">
            <a:extLst xmlns:a="http://schemas.openxmlformats.org/drawingml/2006/main">
              <a:ext uri="{FF2B5EF4-FFF2-40B4-BE49-F238E27FC236}">
                <a16:creationId xmlns:a16="http://schemas.microsoft.com/office/drawing/2014/main" id="{B768BD3F-72A8-4327-B658-B9025837F615}"/>
              </a:ext>
            </a:extLst>
          </p:cNvPr>
          <p:cNvSpPr>
            <a:spLocks xmlns:a="http://schemas.openxmlformats.org/drawingml/2006/main" noGrp="1"/>
          </p:cNvSpPr>
          <p:nvPr/>
        </p:nvSpPr>
        <p:spPr>
          <a:xfrm xmlns:a="http://schemas.openxmlformats.org/drawingml/2006/main">
            <a:off x="552450" y="4686300"/>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8950E5CF-572C-41F9-A70C-C9E91708E6A4}"/>
              </a:ext>
            </a:extLst>
          </p:cNvPr>
          <p:cNvSpPr>
            <a:spLocks xmlns:a="http://schemas.openxmlformats.org/drawingml/2006/main" noGrp="1"/>
          </p:cNvSpPr>
          <p:nvPr/>
        </p:nvSpPr>
        <p:spPr>
          <a:xfrm xmlns:a="http://schemas.openxmlformats.org/drawingml/2006/main">
            <a:off x="1257300" y="4686300"/>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C(u, v)：その二つを同時に満たす確率を返す。</a:t>
            </a:r>
          </a:p>
        </p:txBody>
      </p:sp>
      <p:sp>
        <p:nvSpPr>
          <p:cNvPr id="14" name="">
            <a:extLst xmlns:a="http://schemas.openxmlformats.org/drawingml/2006/main">
              <a:ext uri="{FF2B5EF4-FFF2-40B4-BE49-F238E27FC236}">
                <a16:creationId xmlns:a16="http://schemas.microsoft.com/office/drawing/2014/main" id="{7754C6ED-97C8-4129-A643-DAA2ACFB906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67C15B1-C67C-40BD-9117-704080D4FA4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連続な周辺分布なら、このCは一意に決まる</a:t>
            </a:r>
          </a:p>
        </p:txBody>
      </p:sp>
    </p:spTree>
    <p:extLst>
      <p:ext uri="{BB962C8B-B14F-4D97-AF65-F5344CB8AC3E}">
        <p14:creationId xmlns:p14="http://schemas.microsoft.com/office/powerpoint/2010/main" val="382373433"/>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49DEB7-8B9F-44C9-90BF-60E6C98AFE4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生成する場合は、逆向きに使う</a:t>
            </a:r>
          </a:p>
        </p:txBody>
      </p:sp>
      <p:sp>
        <p:nvSpPr>
          <p:cNvPr id="2" name="">
            <a:extLst xmlns:a="http://schemas.openxmlformats.org/drawingml/2006/main">
              <a:ext uri="{FF2B5EF4-FFF2-40B4-BE49-F238E27FC236}">
                <a16:creationId xmlns:a16="http://schemas.microsoft.com/office/drawing/2014/main" id="{2E757558-ED78-4540-AFAD-ABAE578BD47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9467D5-5C18-4339-9203-F94662D53F5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位置の組を作ってから、各列の元の単位へ戻す。</a:t>
            </a:r>
          </a:p>
        </p:txBody>
      </p:sp>
      <p:sp>
        <p:nvSpPr>
          <p:cNvPr id="4" name="">
            <a:extLst xmlns:a="http://schemas.openxmlformats.org/drawingml/2006/main">
              <a:ext uri="{FF2B5EF4-FFF2-40B4-BE49-F238E27FC236}">
                <a16:creationId xmlns:a16="http://schemas.microsoft.com/office/drawing/2014/main" id="{DD7D1EBF-C29E-4970-A9F3-AB23E31BF9A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B31A3C7-E312-45EE-B3D4-4945FC75407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sp>
        <p:nvSpPr>
          <p:cNvPr id="6" name="">
            <a:extLst xmlns:a="http://schemas.openxmlformats.org/drawingml/2006/main">
              <a:ext uri="{FF2B5EF4-FFF2-40B4-BE49-F238E27FC236}">
                <a16:creationId xmlns:a16="http://schemas.microsoft.com/office/drawing/2014/main" id="{0DFE2032-F033-45B6-B159-102D19DC030A}"/>
              </a:ext>
            </a:extLst>
          </p:cNvPr>
          <p:cNvSpPr>
            <a:spLocks xmlns:a="http://schemas.openxmlformats.org/drawingml/2006/main" noGrp="1"/>
          </p:cNvSpPr>
          <p:nvPr/>
        </p:nvSpPr>
        <p:spPr>
          <a:xfrm xmlns:a="http://schemas.openxmlformats.org/drawingml/2006/main">
            <a:off x="514350" y="2038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44D1E2-1B85-4B1F-A586-D48CA98B520F}"/>
              </a:ext>
            </a:extLst>
          </p:cNvPr>
          <p:cNvSpPr>
            <a:spLocks xmlns:a="http://schemas.openxmlformats.org/drawingml/2006/main" noGrp="1"/>
          </p:cNvSpPr>
          <p:nvPr/>
        </p:nvSpPr>
        <p:spPr>
          <a:xfrm xmlns:a="http://schemas.openxmlformats.org/drawingml/2006/main">
            <a:off x="704850" y="2133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(U, V) ~ C  →  X = Fₓ⁻¹(U),  Y = Fᵧ⁻¹(V)</a:t>
            </a:r>
          </a:p>
        </p:txBody>
      </p:sp>
      <p:sp>
        <p:nvSpPr>
          <p:cNvPr id="8" name="">
            <a:extLst xmlns:a="http://schemas.openxmlformats.org/drawingml/2006/main">
              <a:ext uri="{FF2B5EF4-FFF2-40B4-BE49-F238E27FC236}">
                <a16:creationId xmlns:a16="http://schemas.microsoft.com/office/drawing/2014/main" id="{3CABBC75-B403-4E33-AAFF-0E2C989DEEB9}"/>
              </a:ext>
            </a:extLst>
          </p:cNvPr>
          <p:cNvSpPr>
            <a:spLocks xmlns:a="http://schemas.openxmlformats.org/drawingml/2006/main" noGrp="1"/>
          </p:cNvSpPr>
          <p:nvPr/>
        </p:nvSpPr>
        <p:spPr>
          <a:xfrm xmlns:a="http://schemas.openxmlformats.org/drawingml/2006/main">
            <a:off x="552450" y="33528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AAC4D9BF-9AE0-452E-9B08-9CB647E99A4A}"/>
              </a:ext>
            </a:extLst>
          </p:cNvPr>
          <p:cNvSpPr>
            <a:spLocks xmlns:a="http://schemas.openxmlformats.org/drawingml/2006/main" noGrp="1"/>
          </p:cNvSpPr>
          <p:nvPr/>
        </p:nvSpPr>
        <p:spPr>
          <a:xfrm xmlns:a="http://schemas.openxmlformats.org/drawingml/2006/main">
            <a:off x="1257300" y="33528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周辺分布：どんな身長・体重の値が存在するか。</a:t>
            </a:r>
          </a:p>
        </p:txBody>
      </p:sp>
      <p:sp>
        <p:nvSpPr>
          <p:cNvPr id="10" name="">
            <a:extLst xmlns:a="http://schemas.openxmlformats.org/drawingml/2006/main">
              <a:ext uri="{FF2B5EF4-FFF2-40B4-BE49-F238E27FC236}">
                <a16:creationId xmlns:a16="http://schemas.microsoft.com/office/drawing/2014/main" id="{22C1EAE2-40CF-42EE-9C06-8324D3A625D9}"/>
              </a:ext>
            </a:extLst>
          </p:cNvPr>
          <p:cNvSpPr>
            <a:spLocks xmlns:a="http://schemas.openxmlformats.org/drawingml/2006/main" noGrp="1"/>
          </p:cNvSpPr>
          <p:nvPr/>
        </p:nvSpPr>
        <p:spPr>
          <a:xfrm xmlns:a="http://schemas.openxmlformats.org/drawingml/2006/main">
            <a:off x="552450" y="40132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ACEAB89A-12F9-4024-96A5-1B57374F44B4}"/>
              </a:ext>
            </a:extLst>
          </p:cNvPr>
          <p:cNvSpPr>
            <a:spLocks xmlns:a="http://schemas.openxmlformats.org/drawingml/2006/main" noGrp="1"/>
          </p:cNvSpPr>
          <p:nvPr/>
        </p:nvSpPr>
        <p:spPr>
          <a:xfrm xmlns:a="http://schemas.openxmlformats.org/drawingml/2006/main">
            <a:off x="1257300" y="40132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コピュラ：どんな位置の組を一緒に作るか。</a:t>
            </a:r>
          </a:p>
        </p:txBody>
      </p:sp>
      <p:sp>
        <p:nvSpPr>
          <p:cNvPr id="12" name="">
            <a:extLst xmlns:a="http://schemas.openxmlformats.org/drawingml/2006/main">
              <a:ext uri="{FF2B5EF4-FFF2-40B4-BE49-F238E27FC236}">
                <a16:creationId xmlns:a16="http://schemas.microsoft.com/office/drawing/2014/main" id="{232DD764-798E-423E-AA88-7DDA2AF4CD08}"/>
              </a:ext>
            </a:extLst>
          </p:cNvPr>
          <p:cNvSpPr>
            <a:spLocks xmlns:a="http://schemas.openxmlformats.org/drawingml/2006/main" noGrp="1"/>
          </p:cNvSpPr>
          <p:nvPr/>
        </p:nvSpPr>
        <p:spPr>
          <a:xfrm xmlns:a="http://schemas.openxmlformats.org/drawingml/2006/main">
            <a:off x="552450" y="46736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6C51C5DA-FCF2-4016-BA10-467024F267E8}"/>
              </a:ext>
            </a:extLst>
          </p:cNvPr>
          <p:cNvSpPr>
            <a:spLocks xmlns:a="http://schemas.openxmlformats.org/drawingml/2006/main" noGrp="1"/>
          </p:cNvSpPr>
          <p:nvPr/>
        </p:nvSpPr>
        <p:spPr>
          <a:xfrm xmlns:a="http://schemas.openxmlformats.org/drawingml/2006/main">
            <a:off x="1257300" y="46736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逆累積分布：位置から、cm・kgへ戻す。</a:t>
            </a:r>
          </a:p>
        </p:txBody>
      </p:sp>
      <p:sp>
        <p:nvSpPr>
          <p:cNvPr id="14" name="">
            <a:extLst xmlns:a="http://schemas.openxmlformats.org/drawingml/2006/main">
              <a:ext uri="{FF2B5EF4-FFF2-40B4-BE49-F238E27FC236}">
                <a16:creationId xmlns:a16="http://schemas.microsoft.com/office/drawing/2014/main" id="{F41A4B1D-5871-434F-A204-73051402371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CB190B6-D99E-43F0-A825-84C4AB9FC54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本研究では「残した列の位置」を条件に、置換する列の位置を作る</a:t>
            </a:r>
          </a:p>
        </p:txBody>
      </p:sp>
    </p:spTree>
    <p:extLst>
      <p:ext uri="{BB962C8B-B14F-4D97-AF65-F5344CB8AC3E}">
        <p14:creationId xmlns:p14="http://schemas.microsoft.com/office/powerpoint/2010/main" val="733064762"/>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790C77-692C-4B70-B4D4-7E86910EB85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コピュラの種類と選ぶ観点</a:t>
            </a:r>
          </a:p>
        </p:txBody>
      </p:sp>
      <p:sp>
        <p:nvSpPr>
          <p:cNvPr id="2" name="">
            <a:extLst xmlns:a="http://schemas.openxmlformats.org/drawingml/2006/main">
              <a:ext uri="{FF2B5EF4-FFF2-40B4-BE49-F238E27FC236}">
                <a16:creationId xmlns:a16="http://schemas.microsoft.com/office/drawing/2014/main" id="{5AF4C9E3-E997-4D67-9BD7-F279772EDC5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13F92F-3AE1-4C17-AE87-FA29091C1EB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どの関係を重視するかによって、適したモデルが変わる。</a:t>
            </a:r>
          </a:p>
        </p:txBody>
      </p:sp>
      <p:sp>
        <p:nvSpPr>
          <p:cNvPr id="4" name="">
            <a:extLst xmlns:a="http://schemas.openxmlformats.org/drawingml/2006/main">
              <a:ext uri="{FF2B5EF4-FFF2-40B4-BE49-F238E27FC236}">
                <a16:creationId xmlns:a16="http://schemas.microsoft.com/office/drawing/2014/main" id="{A6EF6806-A0FB-4198-B38D-E63DDB34F3E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E73FC53-C7E5-4E2A-83B0-6ED5C1DAB08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graphicFrame>
        <p:nvGraphicFramePr>
          <p:cNvPr id="14" name=""/>
          <p:cNvGraphicFramePr/>
          <p:nvPr/>
        </p:nvGraphicFramePr>
        <p:xfrm>
          <a:off xmlns:a="http://schemas.openxmlformats.org/drawingml/2006/main" x="514350" y="1885950"/>
          <a:ext xmlns:a="http://schemas.openxmlformats.org/drawingml/2006/main" cx="11163300" cy="3524250"/>
        </p:xfrm>
        <a:graphic xmlns:a="http://schemas.openxmlformats.org/drawingml/2006/main">
          <a:graphicData uri="http://schemas.openxmlformats.org/drawingml/2006/table">
            <a:tbl>
              <a:tblPr/>
              <a:tblGrid>
                <a:gridCol w="3721100"/>
                <a:gridCol w="3721100"/>
                <a:gridCol w="3721100"/>
              </a:tblGrid>
              <a:tr h="587375">
                <a:tc>
                  <a:txBody>
                    <a:bodyPr/>
                    <a:lstStyle/>
                    <a:p>
                      <a:pPr algn="ctr"/>
                      <a:r>
                        <a:rPr sz="1800" b="1">
                          <a:solidFill>
                            <a:srgbClr val="2E7D5B"/>
                          </a:solidFill>
                          <a:latin typeface="Noto Sans JP"/>
                          <a:ea typeface="Noto Sans JP"/>
                          <a:cs typeface="Noto Sans JP"/>
                        </a:rPr>
                        <a:t>種類</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表せる主な関係</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検討するデータ・条件</a:t>
                      </a:r>
                    </a:p>
                  </a:txBody>
                  <a:tcPr marL="91440" marR="91440" marT="45720" marB="45720" anchor="ctr">
                    <a:solidFill>
                      <a:srgbClr val="E7F2EC"/>
                    </a:solidFill>
                  </a:tcPr>
                </a:tc>
              </a:tr>
              <a:tr h="587375">
                <a:tc>
                  <a:txBody>
                    <a:bodyPr/>
                    <a:lstStyle/>
                    <a:p>
                      <a:pPr algn="ctr"/>
                      <a:r>
                        <a:rPr sz="1800" b="0">
                          <a:solidFill>
                            <a:srgbClr val="222222"/>
                          </a:solidFill>
                          <a:latin typeface="Noto Sans JP"/>
                          <a:ea typeface="Noto Sans JP"/>
                          <a:cs typeface="Noto Sans JP"/>
                        </a:rPr>
                        <a:t>Gaussian</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潜在正規空間の相関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まず安定した多変量の条件付き生成</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Student-t</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両側の極端値が同時に起こる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上下の裾で共発生が重要</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Clayton / Gumbel / Joe</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片側の裾で強い依存</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小さい側 / 大きい側の共発生</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Frank</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両裾の依存係数は0</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中央のなめらかな依存</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Vine / ノンパラメトリック</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ペアごとの差 / 柔軟な形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十分なデータとモデル選択の余裕</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929A385-4656-4F4C-B102-DE57E976107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71F29A2-7D99-463C-B969-98293B089BC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種類を増やすほど、推定・選択・条件付き生成も複雑になる</a:t>
            </a:r>
          </a:p>
        </p:txBody>
      </p:sp>
    </p:spTree>
    <p:extLst>
      <p:ext uri="{BB962C8B-B14F-4D97-AF65-F5344CB8AC3E}">
        <p14:creationId xmlns:p14="http://schemas.microsoft.com/office/powerpoint/2010/main" val="1834531231"/>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6E3CBB6-37D7-4CB9-B19F-00EBB71EB9E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「裾の依存」は、相関と何が違う？</a:t>
            </a:r>
          </a:p>
        </p:txBody>
      </p:sp>
      <p:sp>
        <p:nvSpPr>
          <p:cNvPr id="2" name="">
            <a:extLst xmlns:a="http://schemas.openxmlformats.org/drawingml/2006/main">
              <a:ext uri="{FF2B5EF4-FFF2-40B4-BE49-F238E27FC236}">
                <a16:creationId xmlns:a16="http://schemas.microsoft.com/office/drawing/2014/main" id="{412880A7-B695-4A0E-A53B-9F4EE4861ED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1B8FCB-3AC5-48B1-AB04-B05E3EE721E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各変数が極端に大きい／小さいとき、もう一方も極端かを見る。</a:t>
            </a:r>
          </a:p>
        </p:txBody>
      </p:sp>
      <p:sp>
        <p:nvSpPr>
          <p:cNvPr id="4" name="">
            <a:extLst xmlns:a="http://schemas.openxmlformats.org/drawingml/2006/main">
              <a:ext uri="{FF2B5EF4-FFF2-40B4-BE49-F238E27FC236}">
                <a16:creationId xmlns:a16="http://schemas.microsoft.com/office/drawing/2014/main" id="{836DF9CB-AA86-4EF3-9CE3-4D103BB5D3A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4B23FDFE-41CD-4641-9888-54FBAE49339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sp>
        <p:nvSpPr>
          <p:cNvPr id="6" name="">
            <a:extLst xmlns:a="http://schemas.openxmlformats.org/drawingml/2006/main">
              <a:ext uri="{FF2B5EF4-FFF2-40B4-BE49-F238E27FC236}">
                <a16:creationId xmlns:a16="http://schemas.microsoft.com/office/drawing/2014/main" id="{9560ED5F-5729-4EA5-89A3-45E68C00D4B1}"/>
              </a:ext>
            </a:extLst>
          </p:cNvPr>
          <p:cNvSpPr>
            <a:spLocks xmlns:a="http://schemas.openxmlformats.org/drawingml/2006/main" noGrp="1"/>
          </p:cNvSpPr>
          <p:nvPr/>
        </p:nvSpPr>
        <p:spPr>
          <a:xfrm xmlns:a="http://schemas.openxmlformats.org/drawingml/2006/main">
            <a:off x="514350" y="2095500"/>
            <a:ext cx="531495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2888B83-7DB1-4C77-B958-7FF679600E6D}"/>
              </a:ext>
            </a:extLst>
          </p:cNvPr>
          <p:cNvSpPr>
            <a:spLocks xmlns:a="http://schemas.openxmlformats.org/drawingml/2006/main" noGrp="1"/>
          </p:cNvSpPr>
          <p:nvPr/>
        </p:nvSpPr>
        <p:spPr>
          <a:xfrm xmlns:a="http://schemas.openxmlformats.org/drawingml/2006/main">
            <a:off x="704850" y="22098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上側の裾</a:t>
            </a:r>
          </a:p>
        </p:txBody>
      </p:sp>
      <p:sp>
        <p:nvSpPr>
          <p:cNvPr id="8" name="">
            <a:extLst xmlns:a="http://schemas.openxmlformats.org/drawingml/2006/main">
              <a:ext uri="{FF2B5EF4-FFF2-40B4-BE49-F238E27FC236}">
                <a16:creationId xmlns:a16="http://schemas.microsoft.com/office/drawing/2014/main" id="{36F11C62-35F3-46B0-8AE1-38E124772552}"/>
              </a:ext>
            </a:extLst>
          </p:cNvPr>
          <p:cNvSpPr>
            <a:spLocks xmlns:a="http://schemas.openxmlformats.org/drawingml/2006/main" noGrp="1"/>
          </p:cNvSpPr>
          <p:nvPr/>
        </p:nvSpPr>
        <p:spPr>
          <a:xfrm xmlns:a="http://schemas.openxmlformats.org/drawingml/2006/main">
            <a:off x="704850" y="2762250"/>
            <a:ext cx="49339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上位1%の大雨があるとき、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別地点も上位1%になりやすいか。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Gumbel・Joe：上側の依存</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Student-t：上下両側</a:t>
            </a:r>
          </a:p>
        </p:txBody>
      </p:sp>
      <p:sp>
        <p:nvSpPr>
          <p:cNvPr id="9" name="">
            <a:extLst xmlns:a="http://schemas.openxmlformats.org/drawingml/2006/main">
              <a:ext uri="{FF2B5EF4-FFF2-40B4-BE49-F238E27FC236}">
                <a16:creationId xmlns:a16="http://schemas.microsoft.com/office/drawing/2014/main" id="{83E4B949-DB30-4DEE-8DC4-31B1BA6BEB2D}"/>
              </a:ext>
            </a:extLst>
          </p:cNvPr>
          <p:cNvSpPr>
            <a:spLocks xmlns:a="http://schemas.openxmlformats.org/drawingml/2006/main" noGrp="1"/>
          </p:cNvSpPr>
          <p:nvPr/>
        </p:nvSpPr>
        <p:spPr>
          <a:xfrm xmlns:a="http://schemas.openxmlformats.org/drawingml/2006/main">
            <a:off x="6076950" y="2095500"/>
            <a:ext cx="560070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DDCBF08-E02C-4CA6-8DAB-7FA9B299FD09}"/>
              </a:ext>
            </a:extLst>
          </p:cNvPr>
          <p:cNvSpPr>
            <a:spLocks xmlns:a="http://schemas.openxmlformats.org/drawingml/2006/main" noGrp="1"/>
          </p:cNvSpPr>
          <p:nvPr/>
        </p:nvSpPr>
        <p:spPr>
          <a:xfrm xmlns:a="http://schemas.openxmlformats.org/drawingml/2006/main">
            <a:off x="6267450" y="22098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下側の裾</a:t>
            </a:r>
          </a:p>
        </p:txBody>
      </p:sp>
      <p:sp>
        <p:nvSpPr>
          <p:cNvPr id="11" name="">
            <a:extLst xmlns:a="http://schemas.openxmlformats.org/drawingml/2006/main">
              <a:ext uri="{FF2B5EF4-FFF2-40B4-BE49-F238E27FC236}">
                <a16:creationId xmlns:a16="http://schemas.microsoft.com/office/drawing/2014/main" id="{C74B30BC-B4AA-4E99-8884-B762395388CB}"/>
              </a:ext>
            </a:extLst>
          </p:cNvPr>
          <p:cNvSpPr>
            <a:spLocks xmlns:a="http://schemas.openxmlformats.org/drawingml/2006/main" noGrp="1"/>
          </p:cNvSpPr>
          <p:nvPr/>
        </p:nvSpPr>
        <p:spPr>
          <a:xfrm xmlns:a="http://schemas.openxmlformats.org/drawingml/2006/main">
            <a:off x="6267450" y="2762250"/>
            <a:ext cx="52197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下位1%の収益になるとき、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別の資産も下位1%か。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Clayton：下側の依存</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Gaussian：漸近的な裾依存は0</a:t>
            </a:r>
          </a:p>
        </p:txBody>
      </p:sp>
      <p:sp>
        <p:nvSpPr>
          <p:cNvPr id="12" name="">
            <a:extLst xmlns:a="http://schemas.openxmlformats.org/drawingml/2006/main">
              <a:ext uri="{FF2B5EF4-FFF2-40B4-BE49-F238E27FC236}">
                <a16:creationId xmlns:a16="http://schemas.microsoft.com/office/drawing/2014/main" id="{31073B9F-B397-4085-A3B6-7DCA256DC05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D40F443-9800-4291-AD7C-3E9332D0A5D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各列の裾が重いことと、列どうしの裾依存は別の性質</a:t>
            </a:r>
          </a:p>
        </p:txBody>
      </p:sp>
    </p:spTree>
    <p:extLst>
      <p:ext uri="{BB962C8B-B14F-4D97-AF65-F5344CB8AC3E}">
        <p14:creationId xmlns:p14="http://schemas.microsoft.com/office/powerpoint/2010/main" val="1467089954"/>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4C26141-51A6-4010-A547-6F61EA7B3B3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今回はGaussian copulaから始める</a:t>
            </a:r>
          </a:p>
        </p:txBody>
      </p:sp>
      <p:sp>
        <p:nvSpPr>
          <p:cNvPr id="2" name="">
            <a:extLst xmlns:a="http://schemas.openxmlformats.org/drawingml/2006/main">
              <a:ext uri="{FF2B5EF4-FFF2-40B4-BE49-F238E27FC236}">
                <a16:creationId xmlns:a16="http://schemas.microsoft.com/office/drawing/2014/main" id="{27694D5E-7879-479F-B3F2-5A3E71702DC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C0F706-D7FF-4186-9A11-600CB4EBDD4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条件付き分布を計算しやすく、置換器だけの比較を始められる。</a:t>
            </a:r>
          </a:p>
        </p:txBody>
      </p:sp>
      <p:sp>
        <p:nvSpPr>
          <p:cNvPr id="4" name="">
            <a:extLst xmlns:a="http://schemas.openxmlformats.org/drawingml/2006/main">
              <a:ext uri="{FF2B5EF4-FFF2-40B4-BE49-F238E27FC236}">
                <a16:creationId xmlns:a16="http://schemas.microsoft.com/office/drawing/2014/main" id="{1B74B156-B79F-4EF0-8CD5-02FE1D93B9E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1AD53053-1002-406F-B20F-008F99F9CFC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sp>
        <p:nvSpPr>
          <p:cNvPr id="6" name="">
            <a:extLst xmlns:a="http://schemas.openxmlformats.org/drawingml/2006/main">
              <a:ext uri="{FF2B5EF4-FFF2-40B4-BE49-F238E27FC236}">
                <a16:creationId xmlns:a16="http://schemas.microsoft.com/office/drawing/2014/main" id="{E52C6495-7A55-41AB-B5F4-BE15FF06E4D4}"/>
              </a:ext>
            </a:extLst>
          </p:cNvPr>
          <p:cNvSpPr>
            <a:spLocks xmlns:a="http://schemas.openxmlformats.org/drawingml/2006/main" noGrp="1"/>
          </p:cNvSpPr>
          <p:nvPr/>
        </p:nvSpPr>
        <p:spPr>
          <a:xfrm xmlns:a="http://schemas.openxmlformats.org/drawingml/2006/main">
            <a:off x="514350" y="2047875"/>
            <a:ext cx="531495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62DD7A9-1720-4F3C-8201-ADF0F5F40B2D}"/>
              </a:ext>
            </a:extLst>
          </p:cNvPr>
          <p:cNvSpPr>
            <a:spLocks xmlns:a="http://schemas.openxmlformats.org/drawingml/2006/main" noGrp="1"/>
          </p:cNvSpPr>
          <p:nvPr/>
        </p:nvSpPr>
        <p:spPr>
          <a:xfrm xmlns:a="http://schemas.openxmlformats.org/drawingml/2006/main">
            <a:off x="704850" y="21621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採用する理由</a:t>
            </a:r>
          </a:p>
        </p:txBody>
      </p:sp>
      <p:sp>
        <p:nvSpPr>
          <p:cNvPr id="8" name="">
            <a:extLst xmlns:a="http://schemas.openxmlformats.org/drawingml/2006/main">
              <a:ext uri="{FF2B5EF4-FFF2-40B4-BE49-F238E27FC236}">
                <a16:creationId xmlns:a16="http://schemas.microsoft.com/office/drawing/2014/main" id="{619331EC-CDA6-4234-83C4-6470F526BF05}"/>
              </a:ext>
            </a:extLst>
          </p:cNvPr>
          <p:cNvSpPr>
            <a:spLocks xmlns:a="http://schemas.openxmlformats.org/drawingml/2006/main" noGrp="1"/>
          </p:cNvSpPr>
          <p:nvPr/>
        </p:nvSpPr>
        <p:spPr>
          <a:xfrm xmlns:a="http://schemas.openxmlformats.org/drawingml/2006/main">
            <a:off x="704850" y="2714625"/>
            <a:ext cx="49339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相関行列Rで依存を表す。</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複数列を同時に条件付き生成。</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訓練にクラスラベルが不要。</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既存コードに生成器として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組み込みやすい。</a:t>
            </a:r>
          </a:p>
        </p:txBody>
      </p:sp>
      <p:sp>
        <p:nvSpPr>
          <p:cNvPr id="9" name="">
            <a:extLst xmlns:a="http://schemas.openxmlformats.org/drawingml/2006/main">
              <a:ext uri="{FF2B5EF4-FFF2-40B4-BE49-F238E27FC236}">
                <a16:creationId xmlns:a16="http://schemas.microsoft.com/office/drawing/2014/main" id="{8EEE5680-AD49-4BEA-872F-0327DDB1B2AF}"/>
              </a:ext>
            </a:extLst>
          </p:cNvPr>
          <p:cNvSpPr>
            <a:spLocks xmlns:a="http://schemas.openxmlformats.org/drawingml/2006/main" noGrp="1"/>
          </p:cNvSpPr>
          <p:nvPr/>
        </p:nvSpPr>
        <p:spPr>
          <a:xfrm xmlns:a="http://schemas.openxmlformats.org/drawingml/2006/main">
            <a:off x="6076950" y="2047875"/>
            <a:ext cx="560070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F989B42-F63B-438C-B4F9-6094B228FBE1}"/>
              </a:ext>
            </a:extLst>
          </p:cNvPr>
          <p:cNvSpPr>
            <a:spLocks xmlns:a="http://schemas.openxmlformats.org/drawingml/2006/main" noGrp="1"/>
          </p:cNvSpPr>
          <p:nvPr/>
        </p:nvSpPr>
        <p:spPr>
          <a:xfrm xmlns:a="http://schemas.openxmlformats.org/drawingml/2006/main">
            <a:off x="6267450" y="21621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表現できないこともある</a:t>
            </a:r>
          </a:p>
        </p:txBody>
      </p:sp>
      <p:sp>
        <p:nvSpPr>
          <p:cNvPr id="11" name="">
            <a:extLst xmlns:a="http://schemas.openxmlformats.org/drawingml/2006/main">
              <a:ext uri="{FF2B5EF4-FFF2-40B4-BE49-F238E27FC236}">
                <a16:creationId xmlns:a16="http://schemas.microsoft.com/office/drawing/2014/main" id="{5FBB2095-89D8-4367-83BA-ED6DF475670C}"/>
              </a:ext>
            </a:extLst>
          </p:cNvPr>
          <p:cNvSpPr>
            <a:spLocks xmlns:a="http://schemas.openxmlformats.org/drawingml/2006/main" noGrp="1"/>
          </p:cNvSpPr>
          <p:nvPr/>
        </p:nvSpPr>
        <p:spPr>
          <a:xfrm xmlns:a="http://schemas.openxmlformats.org/drawingml/2006/main">
            <a:off x="6267450" y="2714625"/>
            <a:ext cx="52197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潜在空間のU字型・多峰性を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任意に表せるわけではない。</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非退化なGaussian copulaは</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上下の漸近的な裾依存が0。</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カテゴリ列への適用も要検討。</a:t>
            </a:r>
          </a:p>
        </p:txBody>
      </p:sp>
      <p:sp>
        <p:nvSpPr>
          <p:cNvPr id="12" name="">
            <a:extLst xmlns:a="http://schemas.openxmlformats.org/drawingml/2006/main">
              <a:ext uri="{FF2B5EF4-FFF2-40B4-BE49-F238E27FC236}">
                <a16:creationId xmlns:a16="http://schemas.microsoft.com/office/drawing/2014/main" id="{6EA8B857-15B8-48DB-B4C8-260320B9009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05DD454-2E0B-46F3-B834-9E21657E789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「コピュラなら何でも捉える」とは言わず、まず仮定を検証する</a:t>
            </a:r>
          </a:p>
        </p:txBody>
      </p:sp>
    </p:spTree>
    <p:extLst>
      <p:ext uri="{BB962C8B-B14F-4D97-AF65-F5344CB8AC3E}">
        <p14:creationId xmlns:p14="http://schemas.microsoft.com/office/powerpoint/2010/main" val="660698938"/>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663536-A680-49AD-BFA8-D6BBA10D359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学習手順①：値を位置へ変える</a:t>
            </a:r>
          </a:p>
        </p:txBody>
      </p:sp>
      <p:sp>
        <p:nvSpPr>
          <p:cNvPr id="2" name="">
            <a:extLst xmlns:a="http://schemas.openxmlformats.org/drawingml/2006/main">
              <a:ext uri="{FF2B5EF4-FFF2-40B4-BE49-F238E27FC236}">
                <a16:creationId xmlns:a16="http://schemas.microsoft.com/office/drawing/2014/main" id="{0A03BBDF-0F82-4C6F-AD80-3F9E678601B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78D2478-CB3F-4926-B765-67181DEF88E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訓練データだけから、各列の経験的な周辺分布を推定する。</a:t>
            </a:r>
          </a:p>
        </p:txBody>
      </p:sp>
      <p:sp>
        <p:nvSpPr>
          <p:cNvPr id="4" name="">
            <a:extLst xmlns:a="http://schemas.openxmlformats.org/drawingml/2006/main">
              <a:ext uri="{FF2B5EF4-FFF2-40B4-BE49-F238E27FC236}">
                <a16:creationId xmlns:a16="http://schemas.microsoft.com/office/drawing/2014/main" id="{16CEACA1-9D9A-4E92-BE51-0B66BF91ACC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71ED6A1A-144C-4AF9-ADAD-E3E4ADE5363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sp>
        <p:nvSpPr>
          <p:cNvPr id="6" name="">
            <a:extLst xmlns:a="http://schemas.openxmlformats.org/drawingml/2006/main">
              <a:ext uri="{FF2B5EF4-FFF2-40B4-BE49-F238E27FC236}">
                <a16:creationId xmlns:a16="http://schemas.microsoft.com/office/drawing/2014/main" id="{24A589FF-3986-4894-A0C1-C4E938638129}"/>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9758B2D-4784-4AB6-AF1A-C6FC89C335A6}"/>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1">
                <a:solidFill>
                  <a:srgbClr val="2B6777"/>
                </a:solidFill>
                <a:latin typeface="Noto Sans JP"/>
                <a:ea typeface="Noto Sans JP"/>
                <a:cs typeface="Noto Sans JP"/>
              </a:defRPr>
            </a:pPr>
            <a:r>
              <a:rPr sz="3375" b="1">
                <a:solidFill>
                  <a:srgbClr val="2B6777"/>
                </a:solidFill>
                <a:latin typeface="Noto Sans JP"/>
                <a:ea typeface="Noto Sans JP"/>
                <a:cs typeface="Noto Sans JP"/>
              </a:rPr>
              <a:t>uᵢⱼ = (rᵢⱼ − 0.5) / n</a:t>
            </a:r>
          </a:p>
        </p:txBody>
      </p:sp>
      <p:graphicFrame>
        <p:nvGraphicFramePr>
          <p:cNvPr id="18" name=""/>
          <p:cNvGraphicFramePr/>
          <p:nvPr/>
        </p:nvGraphicFramePr>
        <p:xfrm>
          <a:off xmlns:a="http://schemas.openxmlformats.org/drawingml/2006/main" x="514350" y="3448050"/>
          <a:ext xmlns:a="http://schemas.openxmlformats.org/drawingml/2006/main" cx="11163300" cy="1771650"/>
        </p:xfrm>
        <a:graphic xmlns:a="http://schemas.openxmlformats.org/drawingml/2006/main">
          <a:graphicData uri="http://schemas.openxmlformats.org/drawingml/2006/table">
            <a:tbl>
              <a:tblPr/>
              <a:tblGrid>
                <a:gridCol w="2232660"/>
                <a:gridCol w="2232660"/>
                <a:gridCol w="2232660"/>
                <a:gridCol w="2232660"/>
                <a:gridCol w="2232660"/>
              </a:tblGrid>
              <a:tr h="590550">
                <a:tc>
                  <a:txBody>
                    <a:bodyPr/>
                    <a:lstStyle/>
                    <a:p>
                      <a:pPr algn="ctr"/>
                      <a:r>
                        <a:rPr sz="2100" b="1">
                          <a:solidFill>
                            <a:srgbClr val="2E7D5B"/>
                          </a:solidFill>
                          <a:latin typeface="Noto Sans JP"/>
                          <a:ea typeface="Noto Sans JP"/>
                          <a:cs typeface="Noto Sans JP"/>
                        </a:rPr>
                        <a:t>身長：説明用4人</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155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165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175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185</a:t>
                      </a:r>
                    </a:p>
                  </a:txBody>
                  <a:tcPr marL="91440" marR="91440" marT="45720" marB="45720" anchor="ctr">
                    <a:solidFill>
                      <a:srgbClr val="E7F2EC"/>
                    </a:solidFill>
                  </a:tcPr>
                </a:tc>
              </a:tr>
              <a:tr h="590550">
                <a:tc>
                  <a:txBody>
                    <a:bodyPr/>
                    <a:lstStyle/>
                    <a:p>
                      <a:pPr algn="ctr"/>
                      <a:r>
                        <a:rPr sz="2100" b="0">
                          <a:solidFill>
                            <a:srgbClr val="222222"/>
                          </a:solidFill>
                          <a:latin typeface="Noto Sans JP"/>
                          <a:ea typeface="Noto Sans JP"/>
                          <a:cs typeface="Noto Sans JP"/>
                        </a:rPr>
                        <a:t>順位r</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2</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3</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a:t>
                      </a:r>
                    </a:p>
                  </a:txBody>
                  <a:tcPr marL="91440" marR="91440" marT="45720" marB="45720" anchor="ctr">
                    <a:solidFill>
                      <a:srgbClr val="FFFFFF"/>
                    </a:solidFill>
                  </a:tcPr>
                </a:tc>
              </a:tr>
              <a:tr h="590550">
                <a:tc>
                  <a:txBody>
                    <a:bodyPr/>
                    <a:lstStyle/>
                    <a:p>
                      <a:pPr algn="ctr"/>
                      <a:r>
                        <a:rPr sz="2100" b="0">
                          <a:solidFill>
                            <a:srgbClr val="222222"/>
                          </a:solidFill>
                          <a:latin typeface="Noto Sans JP"/>
                          <a:ea typeface="Noto Sans JP"/>
                          <a:cs typeface="Noto Sans JP"/>
                        </a:rPr>
                        <a:t>推定用の位置u</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0.125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0.375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0.625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0.875</a:t>
                      </a:r>
                    </a:p>
                  </a:txBody>
                  <a:tcPr marL="91440" marR="91440" marT="45720" marB="45720" anchor="ctr">
                    <a:solidFill>
                      <a:srgbClr val="F6F6F6"/>
                    </a:solidFill>
                  </a:tcPr>
                </a:tc>
              </a:tr>
            </a:tbl>
          </a:graphicData>
        </a:graphic>
      </p:graphicFrame>
      <p:sp>
        <p:nvSpPr>
          <p:cNvPr id="9" name="">
            <a:extLst xmlns:a="http://schemas.openxmlformats.org/drawingml/2006/main">
              <a:ext uri="{FF2B5EF4-FFF2-40B4-BE49-F238E27FC236}">
                <a16:creationId xmlns:a16="http://schemas.microsoft.com/office/drawing/2014/main" id="{07EA6116-C7F0-4FDD-83CE-DC2B31BFC0B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908F2EE-B4ED-459D-B174-5A52B3ED007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0・1を避ける。逆正規変換で無限大になるのを防ぐ</a:t>
            </a:r>
          </a:p>
        </p:txBody>
      </p:sp>
    </p:spTree>
    <p:extLst>
      <p:ext uri="{BB962C8B-B14F-4D97-AF65-F5344CB8AC3E}">
        <p14:creationId xmlns:p14="http://schemas.microsoft.com/office/powerpoint/2010/main" val="57664742"/>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90D7A0C-D498-41B0-877F-58DD6B5AB6E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学習手順②：位置を潜在正規へ</a:t>
            </a:r>
          </a:p>
        </p:txBody>
      </p:sp>
      <p:sp>
        <p:nvSpPr>
          <p:cNvPr id="2" name="">
            <a:extLst xmlns:a="http://schemas.openxmlformats.org/drawingml/2006/main">
              <a:ext uri="{FF2B5EF4-FFF2-40B4-BE49-F238E27FC236}">
                <a16:creationId xmlns:a16="http://schemas.microsoft.com/office/drawing/2014/main" id="{29315000-DA73-4A03-93C6-16DFEE91959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8BB5BA-14FA-4FF6-B3BE-D707450881C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標準正規分布の累積分布Φを使って、位置を数値zへ写す。</a:t>
            </a:r>
          </a:p>
        </p:txBody>
      </p:sp>
      <p:sp>
        <p:nvSpPr>
          <p:cNvPr id="4" name="">
            <a:extLst xmlns:a="http://schemas.openxmlformats.org/drawingml/2006/main">
              <a:ext uri="{FF2B5EF4-FFF2-40B4-BE49-F238E27FC236}">
                <a16:creationId xmlns:a16="http://schemas.microsoft.com/office/drawing/2014/main" id="{1CA013F2-B684-42C5-885C-818F11E8572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13E622CD-0A29-42B9-957A-26D0FD90477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sp>
        <p:nvSpPr>
          <p:cNvPr id="6" name="">
            <a:extLst xmlns:a="http://schemas.openxmlformats.org/drawingml/2006/main">
              <a:ext uri="{FF2B5EF4-FFF2-40B4-BE49-F238E27FC236}">
                <a16:creationId xmlns:a16="http://schemas.microsoft.com/office/drawing/2014/main" id="{9C65F719-6E0A-4177-A377-2023D62F18CC}"/>
              </a:ext>
            </a:extLst>
          </p:cNvPr>
          <p:cNvSpPr>
            <a:spLocks xmlns:a="http://schemas.openxmlformats.org/drawingml/2006/main" noGrp="1"/>
          </p:cNvSpPr>
          <p:nvPr/>
        </p:nvSpPr>
        <p:spPr>
          <a:xfrm xmlns:a="http://schemas.openxmlformats.org/drawingml/2006/main">
            <a:off x="514350" y="19431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0E9E53-FD2C-4A08-A200-C53FD8CC395D}"/>
              </a:ext>
            </a:extLst>
          </p:cNvPr>
          <p:cNvSpPr>
            <a:spLocks xmlns:a="http://schemas.openxmlformats.org/drawingml/2006/main" noGrp="1"/>
          </p:cNvSpPr>
          <p:nvPr/>
        </p:nvSpPr>
        <p:spPr>
          <a:xfrm xmlns:a="http://schemas.openxmlformats.org/drawingml/2006/main">
            <a:off x="704850" y="20383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1">
                <a:solidFill>
                  <a:srgbClr val="2B6777"/>
                </a:solidFill>
                <a:latin typeface="Noto Sans JP"/>
                <a:ea typeface="Noto Sans JP"/>
                <a:cs typeface="Noto Sans JP"/>
              </a:defRPr>
            </a:pPr>
            <a:r>
              <a:rPr sz="3375" b="1">
                <a:solidFill>
                  <a:srgbClr val="2B6777"/>
                </a:solidFill>
                <a:latin typeface="Noto Sans JP"/>
                <a:ea typeface="Noto Sans JP"/>
                <a:cs typeface="Noto Sans JP"/>
              </a:rPr>
              <a:t>zᵢⱼ = Φ⁻¹(uᵢⱼ)</a:t>
            </a:r>
          </a:p>
        </p:txBody>
      </p:sp>
      <p:graphicFrame>
        <p:nvGraphicFramePr>
          <p:cNvPr id="19" name=""/>
          <p:cNvGraphicFramePr/>
          <p:nvPr/>
        </p:nvGraphicFramePr>
        <p:xfrm>
          <a:off xmlns:a="http://schemas.openxmlformats.org/drawingml/2006/main" x="514350" y="3419475"/>
          <a:ext xmlns:a="http://schemas.openxmlformats.org/drawingml/2006/main" cx="11163300" cy="1428750"/>
        </p:xfrm>
        <a:graphic xmlns:a="http://schemas.openxmlformats.org/drawingml/2006/main">
          <a:graphicData uri="http://schemas.openxmlformats.org/drawingml/2006/table">
            <a:tbl>
              <a:tblPr/>
              <a:tblGrid>
                <a:gridCol w="1860550"/>
                <a:gridCol w="1860550"/>
                <a:gridCol w="1860550"/>
                <a:gridCol w="1860550"/>
                <a:gridCol w="1860550"/>
                <a:gridCol w="1860550"/>
              </a:tblGrid>
              <a:tr h="714375">
                <a:tc>
                  <a:txBody>
                    <a:bodyPr/>
                    <a:lstStyle/>
                    <a:p>
                      <a:pPr algn="ctr"/>
                      <a:r>
                        <a:rPr sz="2175" b="1">
                          <a:solidFill>
                            <a:srgbClr val="2E7D5B"/>
                          </a:solidFill>
                          <a:latin typeface="Noto Sans JP"/>
                          <a:ea typeface="Noto Sans JP"/>
                          <a:cs typeface="Noto Sans JP"/>
                        </a:rPr>
                        <a:t>位置u</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0.1</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0.2</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0.5</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0.8</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0.9</a:t>
                      </a:r>
                    </a:p>
                  </a:txBody>
                  <a:tcPr marL="91440" marR="91440" marT="45720" marB="45720" anchor="ctr">
                    <a:solidFill>
                      <a:srgbClr val="E7F2EC"/>
                    </a:solidFill>
                  </a:tcPr>
                </a:tc>
              </a:tr>
              <a:tr h="714375">
                <a:tc>
                  <a:txBody>
                    <a:bodyPr/>
                    <a:lstStyle/>
                    <a:p>
                      <a:pPr algn="ctr"/>
                      <a:r>
                        <a:rPr sz="2175" b="0">
                          <a:solidFill>
                            <a:srgbClr val="222222"/>
                          </a:solidFill>
                          <a:latin typeface="Noto Sans JP"/>
                          <a:ea typeface="Noto Sans JP"/>
                          <a:cs typeface="Noto Sans JP"/>
                        </a:rPr>
                        <a:t>潜在値z</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−1.282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−0.842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0.842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1.282</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A5A3043-918B-4638-81C8-A0EA3A9731B1}"/>
              </a:ext>
            </a:extLst>
          </p:cNvPr>
          <p:cNvSpPr>
            <a:spLocks xmlns:a="http://schemas.openxmlformats.org/drawingml/2006/main" noGrp="1"/>
          </p:cNvSpPr>
          <p:nvPr/>
        </p:nvSpPr>
        <p:spPr>
          <a:xfrm xmlns:a="http://schemas.openxmlformats.org/drawingml/2006/main">
            <a:off x="723900" y="49815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高い位置は正のz、中央は0、低い位置は負のz。</a:t>
            </a:r>
          </a:p>
        </p:txBody>
      </p:sp>
      <p:sp>
        <p:nvSpPr>
          <p:cNvPr id="10" name="">
            <a:extLst xmlns:a="http://schemas.openxmlformats.org/drawingml/2006/main">
              <a:ext uri="{FF2B5EF4-FFF2-40B4-BE49-F238E27FC236}">
                <a16:creationId xmlns:a16="http://schemas.microsoft.com/office/drawing/2014/main" id="{C02CD52D-4F99-4C3E-BE27-065703E510B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FA7801-9306-4985-BD1B-96176AE42A4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Φは位置へ、Φ⁻¹は潜在正規の値へ変換する</a:t>
            </a:r>
          </a:p>
        </p:txBody>
      </p:sp>
    </p:spTree>
    <p:extLst>
      <p:ext uri="{BB962C8B-B14F-4D97-AF65-F5344CB8AC3E}">
        <p14:creationId xmlns:p14="http://schemas.microsoft.com/office/powerpoint/2010/main" val="1510003707"/>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3B97AA0-83BE-44DF-8D4D-03831903527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学習手順③：依存をRとして推定</a:t>
            </a:r>
          </a:p>
        </p:txBody>
      </p:sp>
      <p:sp>
        <p:nvSpPr>
          <p:cNvPr id="2" name="">
            <a:extLst xmlns:a="http://schemas.openxmlformats.org/drawingml/2006/main">
              <a:ext uri="{FF2B5EF4-FFF2-40B4-BE49-F238E27FC236}">
                <a16:creationId xmlns:a16="http://schemas.microsoft.com/office/drawing/2014/main" id="{4B720FAE-94F7-4F35-9590-B5FD06A66E7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566F504-7380-4AF3-BA28-39EA28215BA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同じ行の潜在値の組から相関行列Rを求める。</a:t>
            </a:r>
          </a:p>
        </p:txBody>
      </p:sp>
      <p:sp>
        <p:nvSpPr>
          <p:cNvPr id="4" name="">
            <a:extLst xmlns:a="http://schemas.openxmlformats.org/drawingml/2006/main">
              <a:ext uri="{FF2B5EF4-FFF2-40B4-BE49-F238E27FC236}">
                <a16:creationId xmlns:a16="http://schemas.microsoft.com/office/drawing/2014/main" id="{D6859D0E-AE9E-4BD7-BB97-2C0D735EE40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C341A5C7-D2E7-4DE0-908F-AD8CE1B811D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sp>
        <p:nvSpPr>
          <p:cNvPr id="6" name="">
            <a:extLst xmlns:a="http://schemas.openxmlformats.org/drawingml/2006/main">
              <a:ext uri="{FF2B5EF4-FFF2-40B4-BE49-F238E27FC236}">
                <a16:creationId xmlns:a16="http://schemas.microsoft.com/office/drawing/2014/main" id="{1635981F-CCC2-4673-9CD1-6A8B529DF0C1}"/>
              </a:ext>
            </a:extLst>
          </p:cNvPr>
          <p:cNvSpPr>
            <a:spLocks xmlns:a="http://schemas.openxmlformats.org/drawingml/2006/main" noGrp="1"/>
          </p:cNvSpPr>
          <p:nvPr/>
        </p:nvSpPr>
        <p:spPr>
          <a:xfrm xmlns:a="http://schemas.openxmlformats.org/drawingml/2006/main">
            <a:off x="514350" y="19431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01DFEE-7371-493E-9702-5BB351680825}"/>
              </a:ext>
            </a:extLst>
          </p:cNvPr>
          <p:cNvSpPr>
            <a:spLocks xmlns:a="http://schemas.openxmlformats.org/drawingml/2006/main" noGrp="1"/>
          </p:cNvSpPr>
          <p:nvPr/>
        </p:nvSpPr>
        <p:spPr>
          <a:xfrm xmlns:a="http://schemas.openxmlformats.org/drawingml/2006/main">
            <a:off x="704850" y="20383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B6777"/>
                </a:solidFill>
                <a:latin typeface="Noto Sans JP"/>
                <a:ea typeface="Noto Sans JP"/>
                <a:cs typeface="Noto Sans JP"/>
              </a:defRPr>
            </a:pPr>
            <a:r>
              <a:rPr sz="3300" b="1">
                <a:solidFill>
                  <a:srgbClr val="2B6777"/>
                </a:solidFill>
                <a:latin typeface="Noto Sans JP"/>
                <a:ea typeface="Noto Sans JP"/>
                <a:cs typeface="Noto Sans JP"/>
              </a:rPr>
              <a:t>Z = (Z₁, …, Z𝑑) ~ N(0, R)</a:t>
            </a:r>
          </a:p>
        </p:txBody>
      </p:sp>
      <p:sp>
        <p:nvSpPr>
          <p:cNvPr id="8" name="">
            <a:extLst xmlns:a="http://schemas.openxmlformats.org/drawingml/2006/main">
              <a:ext uri="{FF2B5EF4-FFF2-40B4-BE49-F238E27FC236}">
                <a16:creationId xmlns:a16="http://schemas.microsoft.com/office/drawing/2014/main" id="{9C68FADC-5C87-41F6-BB27-F3DD93B60BD8}"/>
              </a:ext>
            </a:extLst>
          </p:cNvPr>
          <p:cNvSpPr>
            <a:spLocks xmlns:a="http://schemas.openxmlformats.org/drawingml/2006/main" noGrp="1"/>
          </p:cNvSpPr>
          <p:nvPr/>
        </p:nvSpPr>
        <p:spPr>
          <a:xfrm xmlns:a="http://schemas.openxmlformats.org/drawingml/2006/main">
            <a:off x="514350" y="3362325"/>
            <a:ext cx="531495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C8695A9-3ACF-47C5-90B0-54636BDDDD66}"/>
              </a:ext>
            </a:extLst>
          </p:cNvPr>
          <p:cNvSpPr>
            <a:spLocks xmlns:a="http://schemas.openxmlformats.org/drawingml/2006/main" noGrp="1"/>
          </p:cNvSpPr>
          <p:nvPr/>
        </p:nvSpPr>
        <p:spPr>
          <a:xfrm xmlns:a="http://schemas.openxmlformats.org/drawingml/2006/main">
            <a:off x="704850" y="34766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Rが表すもの</a:t>
            </a:r>
          </a:p>
        </p:txBody>
      </p:sp>
      <p:sp>
        <p:nvSpPr>
          <p:cNvPr id="10" name="">
            <a:extLst xmlns:a="http://schemas.openxmlformats.org/drawingml/2006/main">
              <a:ext uri="{FF2B5EF4-FFF2-40B4-BE49-F238E27FC236}">
                <a16:creationId xmlns:a16="http://schemas.microsoft.com/office/drawing/2014/main" id="{877494F7-8791-438C-8EE5-F45BF08B836B}"/>
              </a:ext>
            </a:extLst>
          </p:cNvPr>
          <p:cNvSpPr>
            <a:spLocks xmlns:a="http://schemas.openxmlformats.org/drawingml/2006/main" noGrp="1"/>
          </p:cNvSpPr>
          <p:nvPr/>
        </p:nvSpPr>
        <p:spPr>
          <a:xfrm xmlns:a="http://schemas.openxmlformats.org/drawingml/2006/main">
            <a:off x="704850" y="4029075"/>
            <a:ext cx="49339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列ごとの分布を揃えた後の、</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潜在値どうしの相関。</a:t>
            </a:r>
          </a:p>
        </p:txBody>
      </p:sp>
      <p:sp>
        <p:nvSpPr>
          <p:cNvPr id="11" name="">
            <a:extLst xmlns:a="http://schemas.openxmlformats.org/drawingml/2006/main">
              <a:ext uri="{FF2B5EF4-FFF2-40B4-BE49-F238E27FC236}">
                <a16:creationId xmlns:a16="http://schemas.microsoft.com/office/drawing/2014/main" id="{2D51B2CB-DB07-4DC8-A2FA-0746F0A1C3E9}"/>
              </a:ext>
            </a:extLst>
          </p:cNvPr>
          <p:cNvSpPr>
            <a:spLocks xmlns:a="http://schemas.openxmlformats.org/drawingml/2006/main" noGrp="1"/>
          </p:cNvSpPr>
          <p:nvPr/>
        </p:nvSpPr>
        <p:spPr>
          <a:xfrm xmlns:a="http://schemas.openxmlformats.org/drawingml/2006/main">
            <a:off x="6076950" y="3362325"/>
            <a:ext cx="560070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06A1533-EC12-4694-A69D-CB4B7C451AD9}"/>
              </a:ext>
            </a:extLst>
          </p:cNvPr>
          <p:cNvSpPr>
            <a:spLocks xmlns:a="http://schemas.openxmlformats.org/drawingml/2006/main" noGrp="1"/>
          </p:cNvSpPr>
          <p:nvPr/>
        </p:nvSpPr>
        <p:spPr>
          <a:xfrm xmlns:a="http://schemas.openxmlformats.org/drawingml/2006/main">
            <a:off x="6267450" y="34766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ここで置く仮定</a:t>
            </a:r>
          </a:p>
        </p:txBody>
      </p:sp>
      <p:sp>
        <p:nvSpPr>
          <p:cNvPr id="13" name="">
            <a:extLst xmlns:a="http://schemas.openxmlformats.org/drawingml/2006/main">
              <a:ext uri="{FF2B5EF4-FFF2-40B4-BE49-F238E27FC236}">
                <a16:creationId xmlns:a16="http://schemas.microsoft.com/office/drawing/2014/main" id="{EC6C45F8-DA22-4F09-A730-DB8A00127F33}"/>
              </a:ext>
            </a:extLst>
          </p:cNvPr>
          <p:cNvSpPr>
            <a:spLocks xmlns:a="http://schemas.openxmlformats.org/drawingml/2006/main" noGrp="1"/>
          </p:cNvSpPr>
          <p:nvPr/>
        </p:nvSpPr>
        <p:spPr>
          <a:xfrm xmlns:a="http://schemas.openxmlformats.org/drawingml/2006/main">
            <a:off x="6267450" y="4029075"/>
            <a:ext cx="52197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各列が正規になっただけでは</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同時正規とは限らない。</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同時正規性はモデルの仮定。</a:t>
            </a:r>
          </a:p>
        </p:txBody>
      </p:sp>
      <p:sp>
        <p:nvSpPr>
          <p:cNvPr id="14" name="">
            <a:extLst xmlns:a="http://schemas.openxmlformats.org/drawingml/2006/main">
              <a:ext uri="{FF2B5EF4-FFF2-40B4-BE49-F238E27FC236}">
                <a16:creationId xmlns:a16="http://schemas.microsoft.com/office/drawing/2014/main" id="{84573DF1-BB5E-48C0-97B9-93F610842EE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D2824D8-FA70-4B1D-8EE2-79962EB4010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周辺変換と「同時分布の仮定」は、別のステップ</a:t>
            </a:r>
          </a:p>
        </p:txBody>
      </p:sp>
    </p:spTree>
    <p:extLst>
      <p:ext uri="{BB962C8B-B14F-4D97-AF65-F5344CB8AC3E}">
        <p14:creationId xmlns:p14="http://schemas.microsoft.com/office/powerpoint/2010/main" val="708743910"/>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47C158-57FD-4010-AF4F-F5CB67E49CA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生成手順：残す列を条件にする</a:t>
            </a:r>
          </a:p>
        </p:txBody>
      </p:sp>
      <p:sp>
        <p:nvSpPr>
          <p:cNvPr id="2" name="">
            <a:extLst xmlns:a="http://schemas.openxmlformats.org/drawingml/2006/main">
              <a:ext uri="{FF2B5EF4-FFF2-40B4-BE49-F238E27FC236}">
                <a16:creationId xmlns:a16="http://schemas.microsoft.com/office/drawing/2014/main" id="{DDFE70E7-70C2-4D9C-BA68-FF4A82F01B3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F94AA2-8E73-498F-AFB7-0CA7C87BC98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身長を固定し、体重だけを置換する例。</a:t>
            </a:r>
          </a:p>
        </p:txBody>
      </p:sp>
      <p:sp>
        <p:nvSpPr>
          <p:cNvPr id="4" name="">
            <a:extLst xmlns:a="http://schemas.openxmlformats.org/drawingml/2006/main">
              <a:ext uri="{FF2B5EF4-FFF2-40B4-BE49-F238E27FC236}">
                <a16:creationId xmlns:a16="http://schemas.microsoft.com/office/drawing/2014/main" id="{BDADAB59-756E-4D14-B810-D0680CEAD23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BED3A478-A13A-4163-8DD7-00968605C94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EE661738-1720-41EB-B24D-D06C1BDD9B32}"/>
              </a:ext>
            </a:extLst>
          </p:cNvPr>
          <p:cNvSpPr>
            <a:spLocks xmlns:a="http://schemas.openxmlformats.org/drawingml/2006/main" noGrp="1"/>
          </p:cNvSpPr>
          <p:nvPr/>
        </p:nvSpPr>
        <p:spPr>
          <a:xfrm xmlns:a="http://schemas.openxmlformats.org/drawingml/2006/main">
            <a:off x="552450" y="1952625"/>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85995C0B-8861-4B14-B833-13794222335A}"/>
              </a:ext>
            </a:extLst>
          </p:cNvPr>
          <p:cNvSpPr>
            <a:spLocks xmlns:a="http://schemas.openxmlformats.org/drawingml/2006/main" noGrp="1"/>
          </p:cNvSpPr>
          <p:nvPr/>
        </p:nvSpPr>
        <p:spPr>
          <a:xfrm xmlns:a="http://schemas.openxmlformats.org/drawingml/2006/main">
            <a:off x="1257300" y="1952625"/>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元の行：身長175 cm、体重68 kg。体重をマスクする。</a:t>
            </a:r>
          </a:p>
        </p:txBody>
      </p:sp>
      <p:sp>
        <p:nvSpPr>
          <p:cNvPr id="8" name="">
            <a:extLst xmlns:a="http://schemas.openxmlformats.org/drawingml/2006/main">
              <a:ext uri="{FF2B5EF4-FFF2-40B4-BE49-F238E27FC236}">
                <a16:creationId xmlns:a16="http://schemas.microsoft.com/office/drawing/2014/main" id="{7258B1A6-3F4F-47E3-B8A3-CEF3A9A5BA92}"/>
              </a:ext>
            </a:extLst>
          </p:cNvPr>
          <p:cNvSpPr>
            <a:spLocks xmlns:a="http://schemas.openxmlformats.org/drawingml/2006/main" noGrp="1"/>
          </p:cNvSpPr>
          <p:nvPr/>
        </p:nvSpPr>
        <p:spPr>
          <a:xfrm xmlns:a="http://schemas.openxmlformats.org/drawingml/2006/main">
            <a:off x="552450" y="2774156"/>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BD119DAC-84E9-49AA-BFBA-D0EF62999C57}"/>
              </a:ext>
            </a:extLst>
          </p:cNvPr>
          <p:cNvSpPr>
            <a:spLocks xmlns:a="http://schemas.openxmlformats.org/drawingml/2006/main" noGrp="1"/>
          </p:cNvSpPr>
          <p:nvPr/>
        </p:nvSpPr>
        <p:spPr>
          <a:xfrm xmlns:a="http://schemas.openxmlformats.org/drawingml/2006/main">
            <a:off x="1257300" y="2774156"/>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残る身長の位置：u = Fₓ(175) = 0.8。</a:t>
            </a:r>
          </a:p>
        </p:txBody>
      </p:sp>
      <p:sp>
        <p:nvSpPr>
          <p:cNvPr id="10" name="">
            <a:extLst xmlns:a="http://schemas.openxmlformats.org/drawingml/2006/main">
              <a:ext uri="{FF2B5EF4-FFF2-40B4-BE49-F238E27FC236}">
                <a16:creationId xmlns:a16="http://schemas.microsoft.com/office/drawing/2014/main" id="{CA262104-89BE-4039-8CED-CDF02276B617}"/>
              </a:ext>
            </a:extLst>
          </p:cNvPr>
          <p:cNvSpPr>
            <a:spLocks xmlns:a="http://schemas.openxmlformats.org/drawingml/2006/main" noGrp="1"/>
          </p:cNvSpPr>
          <p:nvPr/>
        </p:nvSpPr>
        <p:spPr>
          <a:xfrm xmlns:a="http://schemas.openxmlformats.org/drawingml/2006/main">
            <a:off x="552450" y="3595688"/>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0ABD1FCA-ADDF-49AE-AE7D-20E42F7AB643}"/>
              </a:ext>
            </a:extLst>
          </p:cNvPr>
          <p:cNvSpPr>
            <a:spLocks xmlns:a="http://schemas.openxmlformats.org/drawingml/2006/main" noGrp="1"/>
          </p:cNvSpPr>
          <p:nvPr/>
        </p:nvSpPr>
        <p:spPr>
          <a:xfrm xmlns:a="http://schemas.openxmlformats.org/drawingml/2006/main">
            <a:off x="1257300" y="3595688"/>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潜在値へ：zₓ = Φ⁻¹(0.8) ≈ 0.842。</a:t>
            </a:r>
          </a:p>
        </p:txBody>
      </p:sp>
      <p:sp>
        <p:nvSpPr>
          <p:cNvPr id="12" name="">
            <a:extLst xmlns:a="http://schemas.openxmlformats.org/drawingml/2006/main">
              <a:ext uri="{FF2B5EF4-FFF2-40B4-BE49-F238E27FC236}">
                <a16:creationId xmlns:a16="http://schemas.microsoft.com/office/drawing/2014/main" id="{CDEF1C2C-C421-4048-AD31-1E4ADBAE1FCA}"/>
              </a:ext>
            </a:extLst>
          </p:cNvPr>
          <p:cNvSpPr>
            <a:spLocks xmlns:a="http://schemas.openxmlformats.org/drawingml/2006/main" noGrp="1"/>
          </p:cNvSpPr>
          <p:nvPr/>
        </p:nvSpPr>
        <p:spPr>
          <a:xfrm xmlns:a="http://schemas.openxmlformats.org/drawingml/2006/main">
            <a:off x="552450" y="4417219"/>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5A21DF05-CF6C-4FF8-88CF-8AE2CD4EE3B5}"/>
              </a:ext>
            </a:extLst>
          </p:cNvPr>
          <p:cNvSpPr>
            <a:spLocks xmlns:a="http://schemas.openxmlformats.org/drawingml/2006/main" noGrp="1"/>
          </p:cNvSpPr>
          <p:nvPr/>
        </p:nvSpPr>
        <p:spPr>
          <a:xfrm xmlns:a="http://schemas.openxmlformats.org/drawingml/2006/main">
            <a:off x="1257300" y="4417219"/>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zₓを条件に、体重側の潜在値zᵧをサンプリングする。</a:t>
            </a:r>
          </a:p>
        </p:txBody>
      </p:sp>
      <p:sp>
        <p:nvSpPr>
          <p:cNvPr id="14" name="">
            <a:extLst xmlns:a="http://schemas.openxmlformats.org/drawingml/2006/main">
              <a:ext uri="{FF2B5EF4-FFF2-40B4-BE49-F238E27FC236}">
                <a16:creationId xmlns:a16="http://schemas.microsoft.com/office/drawing/2014/main" id="{F1748D0D-0D02-45C5-B037-9B2F490BE8F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C17B999-498C-4940-B369-F7F17A01705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生成した体重と元の身長を組にし、身長は変更しない</a:t>
            </a:r>
          </a:p>
        </p:txBody>
      </p:sp>
    </p:spTree>
    <p:extLst>
      <p:ext uri="{BB962C8B-B14F-4D97-AF65-F5344CB8AC3E}">
        <p14:creationId xmlns:p14="http://schemas.microsoft.com/office/powerpoint/2010/main" val="85038058"/>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A68850-B37F-498E-9FEB-08567B09765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なぜ条件付き正規分布になるのか</a:t>
            </a:r>
          </a:p>
        </p:txBody>
      </p:sp>
      <p:sp>
        <p:nvSpPr>
          <p:cNvPr id="2" name="">
            <a:extLst xmlns:a="http://schemas.openxmlformats.org/drawingml/2006/main">
              <a:ext uri="{FF2B5EF4-FFF2-40B4-BE49-F238E27FC236}">
                <a16:creationId xmlns:a16="http://schemas.microsoft.com/office/drawing/2014/main" id="{2DAB5EE9-7832-4C1B-834D-51C344402D6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B27956-1D00-4C33-8F62-E796D0D8BBE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二つの潜在値を、相関ρのある標準正規としてモデル化したため。</a:t>
            </a:r>
          </a:p>
        </p:txBody>
      </p:sp>
      <p:sp>
        <p:nvSpPr>
          <p:cNvPr id="4" name="">
            <a:extLst xmlns:a="http://schemas.openxmlformats.org/drawingml/2006/main">
              <a:ext uri="{FF2B5EF4-FFF2-40B4-BE49-F238E27FC236}">
                <a16:creationId xmlns:a16="http://schemas.microsoft.com/office/drawing/2014/main" id="{2864A012-7685-4F64-8BE7-8D029963B1A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E0A912EF-5960-4E38-9CEB-6975BFF7E57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sp>
        <p:nvSpPr>
          <p:cNvPr id="6" name="">
            <a:extLst xmlns:a="http://schemas.openxmlformats.org/drawingml/2006/main">
              <a:ext uri="{FF2B5EF4-FFF2-40B4-BE49-F238E27FC236}">
                <a16:creationId xmlns:a16="http://schemas.microsoft.com/office/drawing/2014/main" id="{98E022BD-FF87-4739-B7F9-08C324645637}"/>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42C7CD-9485-4DA9-8730-FF4A12BE504B}"/>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75" b="1">
                <a:solidFill>
                  <a:srgbClr val="2B6777"/>
                </a:solidFill>
                <a:latin typeface="Noto Sans JP"/>
                <a:ea typeface="Noto Sans JP"/>
                <a:cs typeface="Noto Sans JP"/>
              </a:defRPr>
            </a:pPr>
            <a:r>
              <a:rPr sz="3075" b="1">
                <a:solidFill>
                  <a:srgbClr val="2B6777"/>
                </a:solidFill>
                <a:latin typeface="Noto Sans JP"/>
                <a:ea typeface="Noto Sans JP"/>
                <a:cs typeface="Noto Sans JP"/>
              </a:rPr>
              <a:t>Zᵧ | Zₓ = zₓ  ~  N(ρzₓ, 1 − ρ²)</a:t>
            </a:r>
          </a:p>
        </p:txBody>
      </p:sp>
      <p:graphicFrame>
        <p:nvGraphicFramePr>
          <p:cNvPr id="18" name=""/>
          <p:cNvGraphicFramePr/>
          <p:nvPr/>
        </p:nvGraphicFramePr>
        <p:xfrm>
          <a:off xmlns:a="http://schemas.openxmlformats.org/drawingml/2006/main" x="514350" y="3381375"/>
          <a:ext xmlns:a="http://schemas.openxmlformats.org/drawingml/2006/main" cx="11163300" cy="1962150"/>
        </p:xfrm>
        <a:graphic xmlns:a="http://schemas.openxmlformats.org/drawingml/2006/main">
          <a:graphicData uri="http://schemas.openxmlformats.org/drawingml/2006/table">
            <a:tbl>
              <a:tblPr/>
              <a:tblGrid>
                <a:gridCol w="3721100"/>
                <a:gridCol w="3721100"/>
                <a:gridCol w="3721100"/>
              </a:tblGrid>
              <a:tr h="490538">
                <a:tc>
                  <a:txBody>
                    <a:bodyPr/>
                    <a:lstStyle/>
                    <a:p>
                      <a:pPr algn="ctr"/>
                      <a:r>
                        <a:rPr sz="1875" b="1">
                          <a:solidFill>
                            <a:srgbClr val="2E7D5B"/>
                          </a:solidFill>
                          <a:latin typeface="Noto Sans JP"/>
                          <a:ea typeface="Noto Sans JP"/>
                          <a:cs typeface="Noto Sans JP"/>
                        </a:rPr>
                        <a:t>説明用の設定</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計算</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意味</a:t>
                      </a:r>
                    </a:p>
                  </a:txBody>
                  <a:tcPr marL="91440" marR="91440" marT="45720" marB="45720" anchor="ctr">
                    <a:solidFill>
                      <a:srgbClr val="E7F2EC"/>
                    </a:solidFill>
                  </a:tcPr>
                </a:tc>
              </a:tr>
              <a:tr h="490538">
                <a:tc>
                  <a:txBody>
                    <a:bodyPr/>
                    <a:lstStyle/>
                    <a:p>
                      <a:pPr algn="ctr"/>
                      <a:r>
                        <a:rPr sz="1875" b="0">
                          <a:solidFill>
                            <a:srgbClr val="222222"/>
                          </a:solidFill>
                          <a:latin typeface="Noto Sans JP"/>
                          <a:ea typeface="Noto Sans JP"/>
                          <a:cs typeface="Noto Sans JP"/>
                        </a:rPr>
                        <a:t>ρ = 0.6, zₓ ≈ 0.842</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平均 = 0.6 × 0.842 ≈ 0.505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高い側へ分布が動く</a:t>
                      </a:r>
                    </a:p>
                  </a:txBody>
                  <a:tcPr marL="91440" marR="91440" marT="45720" marB="45720" anchor="ctr">
                    <a:solidFill>
                      <a:srgbClr val="FFFFFF"/>
                    </a:solidFill>
                  </a:tcPr>
                </a:tc>
              </a:tr>
              <a:tr h="490538">
                <a:tc>
                  <a:txBody>
                    <a:bodyPr/>
                    <a:lstStyle/>
                    <a:p>
                      <a:pPr algn="ctr"/>
                      <a:r>
                        <a:rPr sz="1875" b="0">
                          <a:solidFill>
                            <a:srgbClr val="222222"/>
                          </a:solidFill>
                          <a:latin typeface="Noto Sans JP"/>
                          <a:ea typeface="Noto Sans JP"/>
                          <a:cs typeface="Noto Sans JP"/>
                        </a:rPr>
                        <a:t>条件付き分散</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1 − 0.6² = 0.64</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不確実性が残る</a:t>
                      </a:r>
                    </a:p>
                  </a:txBody>
                  <a:tcPr marL="91440" marR="91440" marT="45720" marB="45720" anchor="ctr">
                    <a:solidFill>
                      <a:srgbClr val="F6F6F6"/>
                    </a:solidFill>
                  </a:tcPr>
                </a:tc>
              </a:tr>
              <a:tr h="490538">
                <a:tc>
                  <a:txBody>
                    <a:bodyPr/>
                    <a:lstStyle/>
                    <a:p>
                      <a:pPr algn="ctr"/>
                      <a:r>
                        <a:rPr sz="1875" b="0">
                          <a:solidFill>
                            <a:srgbClr val="222222"/>
                          </a:solidFill>
                          <a:latin typeface="Noto Sans JP"/>
                          <a:ea typeface="Noto Sans JP"/>
                          <a:cs typeface="Noto Sans JP"/>
                        </a:rPr>
                        <a:t>条件付き標準偏差</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√0.64 = 0.8</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平均の周りから値を生成</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724A51FA-E906-4AC8-B922-35C598E4F62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570EF49-8599-4485-94C4-4AA15D450A4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「もっともらしい一つの値」へ固定せず、分布から生成する</a:t>
            </a:r>
          </a:p>
        </p:txBody>
      </p:sp>
    </p:spTree>
    <p:extLst>
      <p:ext uri="{BB962C8B-B14F-4D97-AF65-F5344CB8AC3E}">
        <p14:creationId xmlns:p14="http://schemas.microsoft.com/office/powerpoint/2010/main" val="1189274067"/>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77D0CD-ABAE-4779-8587-E41B0A1FC07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サンプリングを、数字で追う</a:t>
            </a:r>
          </a:p>
        </p:txBody>
      </p:sp>
      <p:sp>
        <p:nvSpPr>
          <p:cNvPr id="2" name="">
            <a:extLst xmlns:a="http://schemas.openxmlformats.org/drawingml/2006/main">
              <a:ext uri="{FF2B5EF4-FFF2-40B4-BE49-F238E27FC236}">
                <a16:creationId xmlns:a16="http://schemas.microsoft.com/office/drawing/2014/main" id="{A46E18BF-58E5-452F-B660-91357BCF83D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89EAB45-9EDA-416B-BBAE-34137A6903C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標準正規の乱数εを引き、平均と標準偏差で変換する。</a:t>
            </a:r>
          </a:p>
        </p:txBody>
      </p:sp>
      <p:sp>
        <p:nvSpPr>
          <p:cNvPr id="4" name="">
            <a:extLst xmlns:a="http://schemas.openxmlformats.org/drawingml/2006/main">
              <a:ext uri="{FF2B5EF4-FFF2-40B4-BE49-F238E27FC236}">
                <a16:creationId xmlns:a16="http://schemas.microsoft.com/office/drawing/2014/main" id="{FC606D9C-7F0D-492C-8BE3-A1782039D60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A8BEDA65-3B49-44A8-BB31-A41581A675D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30</a:t>
            </a:r>
          </a:p>
        </p:txBody>
      </p:sp>
      <p:sp>
        <p:nvSpPr>
          <p:cNvPr id="6" name="">
            <a:extLst xmlns:a="http://schemas.openxmlformats.org/drawingml/2006/main">
              <a:ext uri="{FF2B5EF4-FFF2-40B4-BE49-F238E27FC236}">
                <a16:creationId xmlns:a16="http://schemas.microsoft.com/office/drawing/2014/main" id="{33643D10-83F8-4B55-A812-70862FF8B30A}"/>
              </a:ext>
            </a:extLst>
          </p:cNvPr>
          <p:cNvSpPr>
            <a:spLocks xmlns:a="http://schemas.openxmlformats.org/drawingml/2006/main" noGrp="1"/>
          </p:cNvSpPr>
          <p:nvPr/>
        </p:nvSpPr>
        <p:spPr>
          <a:xfrm xmlns:a="http://schemas.openxmlformats.org/drawingml/2006/main">
            <a:off x="514350" y="1914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9342E7-F2CF-4F41-82CB-EB7DD0ABDE57}"/>
              </a:ext>
            </a:extLst>
          </p:cNvPr>
          <p:cNvSpPr>
            <a:spLocks xmlns:a="http://schemas.openxmlformats.org/drawingml/2006/main" noGrp="1"/>
          </p:cNvSpPr>
          <p:nvPr/>
        </p:nvSpPr>
        <p:spPr>
          <a:xfrm xmlns:a="http://schemas.openxmlformats.org/drawingml/2006/main">
            <a:off x="704850" y="2009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75" b="1">
                <a:solidFill>
                  <a:srgbClr val="2B6777"/>
                </a:solidFill>
                <a:latin typeface="Noto Sans JP"/>
                <a:ea typeface="Noto Sans JP"/>
                <a:cs typeface="Noto Sans JP"/>
              </a:defRPr>
            </a:pPr>
            <a:r>
              <a:rPr sz="3075" b="1">
                <a:solidFill>
                  <a:srgbClr val="2B6777"/>
                </a:solidFill>
                <a:latin typeface="Noto Sans JP"/>
                <a:ea typeface="Noto Sans JP"/>
                <a:cs typeface="Noto Sans JP"/>
              </a:rPr>
              <a:t>zᵧ = 0.505 + 0.8ε ,   ε ~ N(0, 1)</a:t>
            </a:r>
          </a:p>
        </p:txBody>
      </p:sp>
      <p:graphicFrame>
        <p:nvGraphicFramePr>
          <p:cNvPr id="18" name=""/>
          <p:cNvGraphicFramePr/>
          <p:nvPr/>
        </p:nvGraphicFramePr>
        <p:xfrm>
          <a:off xmlns:a="http://schemas.openxmlformats.org/drawingml/2006/main" x="514350" y="3352800"/>
          <a:ext xmlns:a="http://schemas.openxmlformats.org/drawingml/2006/main" cx="11163300" cy="2047875"/>
        </p:xfrm>
        <a:graphic xmlns:a="http://schemas.openxmlformats.org/drawingml/2006/main">
          <a:graphicData uri="http://schemas.openxmlformats.org/drawingml/2006/table">
            <a:tbl>
              <a:tblPr/>
              <a:tblGrid>
                <a:gridCol w="3721100"/>
                <a:gridCol w="3721100"/>
                <a:gridCol w="3721100"/>
              </a:tblGrid>
              <a:tr h="511969">
                <a:tc>
                  <a:txBody>
                    <a:bodyPr/>
                    <a:lstStyle/>
                    <a:p>
                      <a:pPr algn="ctr"/>
                      <a:r>
                        <a:rPr sz="2100" b="1">
                          <a:solidFill>
                            <a:srgbClr val="2E7D5B"/>
                          </a:solidFill>
                          <a:latin typeface="Noto Sans JP"/>
                          <a:ea typeface="Noto Sans JP"/>
                          <a:cs typeface="Noto Sans JP"/>
                        </a:rPr>
                        <a:t>説明用のε</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潜在値zᵧ</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体重の位置 v = Φ(zᵧ)</a:t>
                      </a:r>
                    </a:p>
                  </a:txBody>
                  <a:tcPr marL="91440" marR="91440" marT="45720" marB="45720" anchor="ctr">
                    <a:solidFill>
                      <a:srgbClr val="E7F2EC"/>
                    </a:solidFill>
                  </a:tcPr>
                </a:tc>
              </a:tr>
              <a:tr h="511969">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−0.295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約0.384</a:t>
                      </a:r>
                    </a:p>
                  </a:txBody>
                  <a:tcPr marL="91440" marR="91440" marT="45720" marB="45720" anchor="ctr">
                    <a:solidFill>
                      <a:srgbClr val="FFFFFF"/>
                    </a:solidFill>
                  </a:tcPr>
                </a:tc>
              </a:tr>
              <a:tr h="511969">
                <a:tc>
                  <a:txBody>
                    <a:bodyPr/>
                    <a:lstStyle/>
                    <a:p>
                      <a:pPr algn="ctr"/>
                      <a:r>
                        <a:rPr sz="2100" b="0">
                          <a:solidFill>
                            <a:srgbClr val="222222"/>
                          </a:solidFill>
                          <a:latin typeface="Noto Sans JP"/>
                          <a:ea typeface="Noto Sans JP"/>
                          <a:cs typeface="Noto Sans JP"/>
                        </a:rPr>
                        <a:t>0</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0.505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約0.693</a:t>
                      </a:r>
                    </a:p>
                  </a:txBody>
                  <a:tcPr marL="91440" marR="91440" marT="45720" marB="45720" anchor="ctr">
                    <a:solidFill>
                      <a:srgbClr val="F6F6F6"/>
                    </a:solidFill>
                  </a:tcPr>
                </a:tc>
              </a:tr>
              <a:tr h="511969">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1.305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約0.904</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6DEE3599-9751-44F4-B84A-B50E9463A1F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D794CD8-DCF0-42C1-9AC4-31012B27A67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同じ身長でも、関係を反映しながら複数の体重を作れる</a:t>
            </a:r>
          </a:p>
        </p:txBody>
      </p:sp>
    </p:spTree>
    <p:extLst>
      <p:ext uri="{BB962C8B-B14F-4D97-AF65-F5344CB8AC3E}">
        <p14:creationId xmlns:p14="http://schemas.microsoft.com/office/powerpoint/2010/main" val="1525712433"/>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AE5FD7-703B-414E-B65D-1905F56EAE1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最後に、位置を元の単位へ戻す</a:t>
            </a:r>
          </a:p>
        </p:txBody>
      </p:sp>
      <p:sp>
        <p:nvSpPr>
          <p:cNvPr id="2" name="">
            <a:extLst xmlns:a="http://schemas.openxmlformats.org/drawingml/2006/main">
              <a:ext uri="{FF2B5EF4-FFF2-40B4-BE49-F238E27FC236}">
                <a16:creationId xmlns:a16="http://schemas.microsoft.com/office/drawing/2014/main" id="{38B29099-E96D-4009-8656-0A36C62BFF8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091B4F-8380-44A0-9768-F3F4B59E775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各列で覚えておいた逆累積分布を使う。</a:t>
            </a:r>
          </a:p>
        </p:txBody>
      </p:sp>
      <p:sp>
        <p:nvSpPr>
          <p:cNvPr id="4" name="">
            <a:extLst xmlns:a="http://schemas.openxmlformats.org/drawingml/2006/main">
              <a:ext uri="{FF2B5EF4-FFF2-40B4-BE49-F238E27FC236}">
                <a16:creationId xmlns:a16="http://schemas.microsoft.com/office/drawing/2014/main" id="{DBBCA657-130B-40D0-8D5A-9C7C1F398D8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4FDA3A48-5BB6-4C29-887F-777EB6838B7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31</a:t>
            </a:r>
          </a:p>
        </p:txBody>
      </p:sp>
      <p:sp>
        <p:nvSpPr>
          <p:cNvPr id="6" name="">
            <a:extLst xmlns:a="http://schemas.openxmlformats.org/drawingml/2006/main">
              <a:ext uri="{FF2B5EF4-FFF2-40B4-BE49-F238E27FC236}">
                <a16:creationId xmlns:a16="http://schemas.microsoft.com/office/drawing/2014/main" id="{BDE9975C-B98D-4C75-BD15-12620B014587}"/>
              </a:ext>
            </a:extLst>
          </p:cNvPr>
          <p:cNvSpPr>
            <a:spLocks xmlns:a="http://schemas.openxmlformats.org/drawingml/2006/main" noGrp="1"/>
          </p:cNvSpPr>
          <p:nvPr/>
        </p:nvSpPr>
        <p:spPr>
          <a:xfrm xmlns:a="http://schemas.openxmlformats.org/drawingml/2006/main">
            <a:off x="514350" y="19335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3E6BCC-BF9E-48EF-B395-FA38D1681B9B}"/>
              </a:ext>
            </a:extLst>
          </p:cNvPr>
          <p:cNvSpPr>
            <a:spLocks xmlns:a="http://schemas.openxmlformats.org/drawingml/2006/main" noGrp="1"/>
          </p:cNvSpPr>
          <p:nvPr/>
        </p:nvSpPr>
        <p:spPr>
          <a:xfrm xmlns:a="http://schemas.openxmlformats.org/drawingml/2006/main">
            <a:off x="704850" y="20288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B6777"/>
                </a:solidFill>
                <a:latin typeface="Noto Sans JP"/>
                <a:ea typeface="Noto Sans JP"/>
                <a:cs typeface="Noto Sans JP"/>
              </a:defRPr>
            </a:pPr>
            <a:r>
              <a:rPr sz="3300" b="1">
                <a:solidFill>
                  <a:srgbClr val="2B6777"/>
                </a:solidFill>
                <a:latin typeface="Noto Sans JP"/>
                <a:ea typeface="Noto Sans JP"/>
                <a:cs typeface="Noto Sans JP"/>
              </a:rPr>
              <a:t>体重の生成値 y′ = Fᵧ⁻¹(v)</a:t>
            </a:r>
          </a:p>
        </p:txBody>
      </p:sp>
      <p:sp>
        <p:nvSpPr>
          <p:cNvPr id="8" name="">
            <a:extLst xmlns:a="http://schemas.openxmlformats.org/drawingml/2006/main">
              <a:ext uri="{FF2B5EF4-FFF2-40B4-BE49-F238E27FC236}">
                <a16:creationId xmlns:a16="http://schemas.microsoft.com/office/drawing/2014/main" id="{999047A5-6461-4B47-8B3D-0EA27B5566FC}"/>
              </a:ext>
            </a:extLst>
          </p:cNvPr>
          <p:cNvSpPr>
            <a:spLocks xmlns:a="http://schemas.openxmlformats.org/drawingml/2006/main" noGrp="1"/>
          </p:cNvSpPr>
          <p:nvPr/>
        </p:nvSpPr>
        <p:spPr>
          <a:xfrm xmlns:a="http://schemas.openxmlformats.org/drawingml/2006/main">
            <a:off x="628650" y="30765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説明用：Y ~ N(65, 10²) と仮定 → y′ = 65 + 10 Φ⁻¹(v)</a:t>
            </a:r>
          </a:p>
        </p:txBody>
      </p:sp>
      <p:graphicFrame>
        <p:nvGraphicFramePr>
          <p:cNvPr id="20" name=""/>
          <p:cNvGraphicFramePr/>
          <p:nvPr/>
        </p:nvGraphicFramePr>
        <p:xfrm>
          <a:off xmlns:a="http://schemas.openxmlformats.org/drawingml/2006/main" x="514350" y="3571875"/>
          <a:ext xmlns:a="http://schemas.openxmlformats.org/drawingml/2006/main" cx="11163300" cy="1781175"/>
        </p:xfrm>
        <a:graphic xmlns:a="http://schemas.openxmlformats.org/drawingml/2006/main">
          <a:graphicData uri="http://schemas.openxmlformats.org/drawingml/2006/table">
            <a:tbl>
              <a:tblPr/>
              <a:tblGrid>
                <a:gridCol w="3721100"/>
                <a:gridCol w="3721100"/>
                <a:gridCol w="3721100"/>
              </a:tblGrid>
              <a:tr h="445294">
                <a:tc>
                  <a:txBody>
                    <a:bodyPr/>
                    <a:lstStyle/>
                    <a:p>
                      <a:pPr algn="ctr"/>
                      <a:r>
                        <a:rPr sz="2025" b="1">
                          <a:solidFill>
                            <a:srgbClr val="2E7D5B"/>
                          </a:solidFill>
                          <a:latin typeface="Noto Sans JP"/>
                          <a:ea typeface="Noto Sans JP"/>
                          <a:cs typeface="Noto Sans JP"/>
                        </a:rPr>
                        <a:t>位置v</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説明用の体重分布から戻す</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生成した行</a:t>
                      </a:r>
                    </a:p>
                  </a:txBody>
                  <a:tcPr marL="91440" marR="91440" marT="45720" marB="45720" anchor="ctr">
                    <a:solidFill>
                      <a:srgbClr val="E7F2EC"/>
                    </a:solidFill>
                  </a:tcPr>
                </a:tc>
              </a:tr>
              <a:tr h="445294">
                <a:tc>
                  <a:txBody>
                    <a:bodyPr/>
                    <a:lstStyle/>
                    <a:p>
                      <a:pPr algn="ctr"/>
                      <a:r>
                        <a:rPr sz="2025" b="0">
                          <a:solidFill>
                            <a:srgbClr val="222222"/>
                          </a:solidFill>
                          <a:latin typeface="Noto Sans JP"/>
                          <a:ea typeface="Noto Sans JP"/>
                          <a:cs typeface="Noto Sans JP"/>
                        </a:rPr>
                        <a:t>0.384</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約62.0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175 cm, 62.0 kg</a:t>
                      </a:r>
                    </a:p>
                  </a:txBody>
                  <a:tcPr marL="91440" marR="91440" marT="45720" marB="45720" anchor="ctr">
                    <a:solidFill>
                      <a:srgbClr val="FFFFFF"/>
                    </a:solidFill>
                  </a:tcPr>
                </a:tc>
              </a:tr>
              <a:tr h="445294">
                <a:tc>
                  <a:txBody>
                    <a:bodyPr/>
                    <a:lstStyle/>
                    <a:p>
                      <a:pPr algn="ctr"/>
                      <a:r>
                        <a:rPr sz="2025" b="0">
                          <a:solidFill>
                            <a:srgbClr val="222222"/>
                          </a:solidFill>
                          <a:latin typeface="Noto Sans JP"/>
                          <a:ea typeface="Noto Sans JP"/>
                          <a:cs typeface="Noto Sans JP"/>
                        </a:rPr>
                        <a:t>0.693</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約70.0 kg</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175 cm, 70.0 kg</a:t>
                      </a:r>
                    </a:p>
                  </a:txBody>
                  <a:tcPr marL="91440" marR="91440" marT="45720" marB="45720" anchor="ctr">
                    <a:solidFill>
                      <a:srgbClr val="F6F6F6"/>
                    </a:solidFill>
                  </a:tcPr>
                </a:tc>
              </a:tr>
              <a:tr h="445294">
                <a:tc>
                  <a:txBody>
                    <a:bodyPr/>
                    <a:lstStyle/>
                    <a:p>
                      <a:pPr algn="ctr"/>
                      <a:r>
                        <a:rPr sz="2025" b="0">
                          <a:solidFill>
                            <a:srgbClr val="222222"/>
                          </a:solidFill>
                          <a:latin typeface="Noto Sans JP"/>
                          <a:ea typeface="Noto Sans JP"/>
                          <a:cs typeface="Noto Sans JP"/>
                        </a:rPr>
                        <a:t>0.904</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約78.0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175 cm, 78.0 kg</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9D858ACC-68A1-4A67-83E9-C9DCD8C17E7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A9C81F6-6E8D-41FC-9A71-5237099D3CA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実装では、ラベルなし訓練データの経験分位点で元スケールへ戻す</a:t>
            </a:r>
          </a:p>
        </p:txBody>
      </p:sp>
    </p:spTree>
    <p:extLst>
      <p:ext uri="{BB962C8B-B14F-4D97-AF65-F5344CB8AC3E}">
        <p14:creationId xmlns:p14="http://schemas.microsoft.com/office/powerpoint/2010/main" val="395723798"/>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9D45E04-20DE-4B64-9C45-E252910FB1B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複数のマスク列も、一緒に生成する</a:t>
            </a:r>
          </a:p>
        </p:txBody>
      </p:sp>
      <p:sp>
        <p:nvSpPr>
          <p:cNvPr id="2" name="">
            <a:extLst xmlns:a="http://schemas.openxmlformats.org/drawingml/2006/main">
              <a:ext uri="{FF2B5EF4-FFF2-40B4-BE49-F238E27FC236}">
                <a16:creationId xmlns:a16="http://schemas.microsoft.com/office/drawing/2014/main" id="{198744EA-A3E3-4C87-94BC-08E4220C088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22C5C45-A975-4CB2-95B3-8523FC60455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身長を残し、体重と腹囲を置換するなら、2列を同時に引く。</a:t>
            </a:r>
          </a:p>
        </p:txBody>
      </p:sp>
      <p:sp>
        <p:nvSpPr>
          <p:cNvPr id="4" name="">
            <a:extLst xmlns:a="http://schemas.openxmlformats.org/drawingml/2006/main">
              <a:ext uri="{FF2B5EF4-FFF2-40B4-BE49-F238E27FC236}">
                <a16:creationId xmlns:a16="http://schemas.microsoft.com/office/drawing/2014/main" id="{766C26D4-2FC8-4D61-9193-F071D1348B1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27842B5E-796F-45D2-92D3-F5AAC122D3A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32</a:t>
            </a:r>
          </a:p>
        </p:txBody>
      </p:sp>
      <p:sp>
        <p:nvSpPr>
          <p:cNvPr id="6" name="">
            <a:extLst xmlns:a="http://schemas.openxmlformats.org/drawingml/2006/main">
              <a:ext uri="{FF2B5EF4-FFF2-40B4-BE49-F238E27FC236}">
                <a16:creationId xmlns:a16="http://schemas.microsoft.com/office/drawing/2014/main" id="{71DC5577-BF92-4C8C-A162-3AA78E4F053C}"/>
              </a:ext>
            </a:extLst>
          </p:cNvPr>
          <p:cNvSpPr>
            <a:spLocks xmlns:a="http://schemas.openxmlformats.org/drawingml/2006/main" noGrp="1"/>
          </p:cNvSpPr>
          <p:nvPr/>
        </p:nvSpPr>
        <p:spPr>
          <a:xfrm xmlns:a="http://schemas.openxmlformats.org/drawingml/2006/main">
            <a:off x="514350" y="2019300"/>
            <a:ext cx="5314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1B2CE0D-C7CC-49BF-BC61-155526F9F66E}"/>
              </a:ext>
            </a:extLst>
          </p:cNvPr>
          <p:cNvSpPr>
            <a:spLocks xmlns:a="http://schemas.openxmlformats.org/drawingml/2006/main" noGrp="1"/>
          </p:cNvSpPr>
          <p:nvPr/>
        </p:nvSpPr>
        <p:spPr>
          <a:xfrm xmlns:a="http://schemas.openxmlformats.org/drawingml/2006/main">
            <a:off x="704850" y="21336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個別に引くと</a:t>
            </a:r>
          </a:p>
        </p:txBody>
      </p:sp>
      <p:sp>
        <p:nvSpPr>
          <p:cNvPr id="8" name="">
            <a:extLst xmlns:a="http://schemas.openxmlformats.org/drawingml/2006/main">
              <a:ext uri="{FF2B5EF4-FFF2-40B4-BE49-F238E27FC236}">
                <a16:creationId xmlns:a16="http://schemas.microsoft.com/office/drawing/2014/main" id="{9219750A-E68C-45C4-A12C-DB7DB08A0158}"/>
              </a:ext>
            </a:extLst>
          </p:cNvPr>
          <p:cNvSpPr>
            <a:spLocks xmlns:a="http://schemas.openxmlformats.org/drawingml/2006/main" noGrp="1"/>
          </p:cNvSpPr>
          <p:nvPr/>
        </p:nvSpPr>
        <p:spPr>
          <a:xfrm xmlns:a="http://schemas.openxmlformats.org/drawingml/2006/main">
            <a:off x="704850" y="2686050"/>
            <a:ext cx="4933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 → 体重を生成</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 → 腹囲を生成</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体重と腹囲の、残った依存を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無視することがある。</a:t>
            </a:r>
          </a:p>
        </p:txBody>
      </p:sp>
      <p:sp>
        <p:nvSpPr>
          <p:cNvPr id="9" name="">
            <a:extLst xmlns:a="http://schemas.openxmlformats.org/drawingml/2006/main">
              <a:ext uri="{FF2B5EF4-FFF2-40B4-BE49-F238E27FC236}">
                <a16:creationId xmlns:a16="http://schemas.microsoft.com/office/drawing/2014/main" id="{BF280AF9-D39C-4275-AF4F-F4EBCF760762}"/>
              </a:ext>
            </a:extLst>
          </p:cNvPr>
          <p:cNvSpPr>
            <a:spLocks xmlns:a="http://schemas.openxmlformats.org/drawingml/2006/main" noGrp="1"/>
          </p:cNvSpPr>
          <p:nvPr/>
        </p:nvSpPr>
        <p:spPr>
          <a:xfrm xmlns:a="http://schemas.openxmlformats.org/drawingml/2006/main">
            <a:off x="6076950" y="2019300"/>
            <a:ext cx="560070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0A47B73-721A-46C6-A1CB-C15019AB7314}"/>
              </a:ext>
            </a:extLst>
          </p:cNvPr>
          <p:cNvSpPr>
            <a:spLocks xmlns:a="http://schemas.openxmlformats.org/drawingml/2006/main" noGrp="1"/>
          </p:cNvSpPr>
          <p:nvPr/>
        </p:nvSpPr>
        <p:spPr>
          <a:xfrm xmlns:a="http://schemas.openxmlformats.org/drawingml/2006/main">
            <a:off x="6267450" y="21336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今回の生成</a:t>
            </a:r>
          </a:p>
        </p:txBody>
      </p:sp>
      <p:sp>
        <p:nvSpPr>
          <p:cNvPr id="11" name="">
            <a:extLst xmlns:a="http://schemas.openxmlformats.org/drawingml/2006/main">
              <a:ext uri="{FF2B5EF4-FFF2-40B4-BE49-F238E27FC236}">
                <a16:creationId xmlns:a16="http://schemas.microsoft.com/office/drawing/2014/main" id="{09F3ABA7-537C-4C42-BC9F-04DD45AA34F1}"/>
              </a:ext>
            </a:extLst>
          </p:cNvPr>
          <p:cNvSpPr>
            <a:spLocks xmlns:a="http://schemas.openxmlformats.org/drawingml/2006/main" noGrp="1"/>
          </p:cNvSpPr>
          <p:nvPr/>
        </p:nvSpPr>
        <p:spPr>
          <a:xfrm xmlns:a="http://schemas.openxmlformats.org/drawingml/2006/main">
            <a:off x="6267450" y="2686050"/>
            <a:ext cx="52197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身長を条件に、</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（体重・腹囲）の組を引く。</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条件付き平均だけでなく、</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条件付き共分散も使う。</a:t>
            </a:r>
          </a:p>
        </p:txBody>
      </p:sp>
      <p:sp>
        <p:nvSpPr>
          <p:cNvPr id="12" name="">
            <a:extLst xmlns:a="http://schemas.openxmlformats.org/drawingml/2006/main">
              <a:ext uri="{FF2B5EF4-FFF2-40B4-BE49-F238E27FC236}">
                <a16:creationId xmlns:a16="http://schemas.microsoft.com/office/drawing/2014/main" id="{44B5869B-25B6-40F6-BAD3-C65E323739C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010DA88-CF1F-41A6-A31A-C013FA941F1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観測列との関係と、置換列どうしの関係を両方扱う</a:t>
            </a:r>
          </a:p>
        </p:txBody>
      </p:sp>
    </p:spTree>
    <p:extLst>
      <p:ext uri="{BB962C8B-B14F-4D97-AF65-F5344CB8AC3E}">
        <p14:creationId xmlns:p14="http://schemas.microsoft.com/office/powerpoint/2010/main" val="867725565"/>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48BB868-7E66-4411-B06E-C120734D732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VIMEのどこに組み込むか</a:t>
            </a:r>
          </a:p>
        </p:txBody>
      </p:sp>
      <p:sp>
        <p:nvSpPr>
          <p:cNvPr id="2" name="">
            <a:extLst xmlns:a="http://schemas.openxmlformats.org/drawingml/2006/main">
              <a:ext uri="{FF2B5EF4-FFF2-40B4-BE49-F238E27FC236}">
                <a16:creationId xmlns:a16="http://schemas.microsoft.com/office/drawing/2014/main" id="{36EB9850-EDB6-4C8A-B3AE-D45A70C5992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5385CA1-F391-491A-8E33-62DD0BFFA5D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学習課題を揃え、置換器だけを変更した比較を行う。</a:t>
            </a:r>
          </a:p>
        </p:txBody>
      </p:sp>
      <p:sp>
        <p:nvSpPr>
          <p:cNvPr id="4" name="">
            <a:extLst xmlns:a="http://schemas.openxmlformats.org/drawingml/2006/main">
              <a:ext uri="{FF2B5EF4-FFF2-40B4-BE49-F238E27FC236}">
                <a16:creationId xmlns:a16="http://schemas.microsoft.com/office/drawing/2014/main" id="{1876A2BB-5B92-47B3-8278-10E299DD942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DCBDA7FF-0ECD-4F00-8957-EC096E4767D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33</a:t>
            </a:r>
          </a:p>
        </p:txBody>
      </p:sp>
      <p:sp>
        <p:nvSpPr>
          <p:cNvPr id="6" name="">
            <a:extLst xmlns:a="http://schemas.openxmlformats.org/drawingml/2006/main">
              <a:ext uri="{FF2B5EF4-FFF2-40B4-BE49-F238E27FC236}">
                <a16:creationId xmlns:a16="http://schemas.microsoft.com/office/drawing/2014/main" id="{FE7EF960-3F86-464E-88C2-B269FF428FFE}"/>
              </a:ext>
            </a:extLst>
          </p:cNvPr>
          <p:cNvSpPr>
            <a:spLocks xmlns:a="http://schemas.openxmlformats.org/drawingml/2006/main" noGrp="1"/>
          </p:cNvSpPr>
          <p:nvPr/>
        </p:nvSpPr>
        <p:spPr>
          <a:xfrm xmlns:a="http://schemas.openxmlformats.org/drawingml/2006/main">
            <a:off x="552450" y="1933575"/>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37CAC139-D2C7-4A34-AC1E-678D31E19A74}"/>
              </a:ext>
            </a:extLst>
          </p:cNvPr>
          <p:cNvSpPr>
            <a:spLocks xmlns:a="http://schemas.openxmlformats.org/drawingml/2006/main" noGrp="1"/>
          </p:cNvSpPr>
          <p:nvPr/>
        </p:nvSpPr>
        <p:spPr>
          <a:xfrm xmlns:a="http://schemas.openxmlformats.org/drawingml/2006/main">
            <a:off x="1257300" y="1933575"/>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準備：ラベルなし訓練データで周辺分布・Rを学習。</a:t>
            </a:r>
          </a:p>
        </p:txBody>
      </p:sp>
      <p:sp>
        <p:nvSpPr>
          <p:cNvPr id="8" name="">
            <a:extLst xmlns:a="http://schemas.openxmlformats.org/drawingml/2006/main">
              <a:ext uri="{FF2B5EF4-FFF2-40B4-BE49-F238E27FC236}">
                <a16:creationId xmlns:a16="http://schemas.microsoft.com/office/drawing/2014/main" id="{C59EBFE0-C7BD-49A5-BD54-DFCD3CF5057E}"/>
              </a:ext>
            </a:extLst>
          </p:cNvPr>
          <p:cNvSpPr>
            <a:spLocks xmlns:a="http://schemas.openxmlformats.org/drawingml/2006/main" noGrp="1"/>
          </p:cNvSpPr>
          <p:nvPr/>
        </p:nvSpPr>
        <p:spPr>
          <a:xfrm xmlns:a="http://schemas.openxmlformats.org/drawingml/2006/main">
            <a:off x="552450" y="2767013"/>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ED120D07-71DC-4F4F-8C21-DF0046A13FBB}"/>
              </a:ext>
            </a:extLst>
          </p:cNvPr>
          <p:cNvSpPr>
            <a:spLocks xmlns:a="http://schemas.openxmlformats.org/drawingml/2006/main" noGrp="1"/>
          </p:cNvSpPr>
          <p:nvPr/>
        </p:nvSpPr>
        <p:spPr>
          <a:xfrm xmlns:a="http://schemas.openxmlformats.org/drawingml/2006/main">
            <a:off x="1257300" y="2767013"/>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自己教師あり：マスク → 条件付き置換 → マスク推定・元値復元。</a:t>
            </a:r>
          </a:p>
        </p:txBody>
      </p:sp>
      <p:sp>
        <p:nvSpPr>
          <p:cNvPr id="10" name="">
            <a:extLst xmlns:a="http://schemas.openxmlformats.org/drawingml/2006/main">
              <a:ext uri="{FF2B5EF4-FFF2-40B4-BE49-F238E27FC236}">
                <a16:creationId xmlns:a16="http://schemas.microsoft.com/office/drawing/2014/main" id="{4D858634-9E8C-455C-AD36-0C9678F7752D}"/>
              </a:ext>
            </a:extLst>
          </p:cNvPr>
          <p:cNvSpPr>
            <a:spLocks xmlns:a="http://schemas.openxmlformats.org/drawingml/2006/main" noGrp="1"/>
          </p:cNvSpPr>
          <p:nvPr/>
        </p:nvSpPr>
        <p:spPr>
          <a:xfrm xmlns:a="http://schemas.openxmlformats.org/drawingml/2006/main">
            <a:off x="552450" y="3600450"/>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97A25226-64A3-44DC-ADCB-B9AE3806D4FE}"/>
              </a:ext>
            </a:extLst>
          </p:cNvPr>
          <p:cNvSpPr>
            <a:spLocks xmlns:a="http://schemas.openxmlformats.org/drawingml/2006/main" noGrp="1"/>
          </p:cNvSpPr>
          <p:nvPr/>
        </p:nvSpPr>
        <p:spPr>
          <a:xfrm xmlns:a="http://schemas.openxmlformats.org/drawingml/2006/main">
            <a:off x="1257300" y="3600450"/>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半教師あり：同じ行の複数拡張に対する予測を揃える。</a:t>
            </a:r>
          </a:p>
        </p:txBody>
      </p:sp>
      <p:sp>
        <p:nvSpPr>
          <p:cNvPr id="12" name="">
            <a:extLst xmlns:a="http://schemas.openxmlformats.org/drawingml/2006/main">
              <a:ext uri="{FF2B5EF4-FFF2-40B4-BE49-F238E27FC236}">
                <a16:creationId xmlns:a16="http://schemas.microsoft.com/office/drawing/2014/main" id="{EA8D339A-47F9-498C-B8FF-B736B1B98265}"/>
              </a:ext>
            </a:extLst>
          </p:cNvPr>
          <p:cNvSpPr>
            <a:spLocks xmlns:a="http://schemas.openxmlformats.org/drawingml/2006/main" noGrp="1"/>
          </p:cNvSpPr>
          <p:nvPr/>
        </p:nvSpPr>
        <p:spPr>
          <a:xfrm xmlns:a="http://schemas.openxmlformats.org/drawingml/2006/main">
            <a:off x="552450" y="4433888"/>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74A8FB28-FC28-48D7-BE59-E488AB27ADDC}"/>
              </a:ext>
            </a:extLst>
          </p:cNvPr>
          <p:cNvSpPr>
            <a:spLocks xmlns:a="http://schemas.openxmlformats.org/drawingml/2006/main" noGrp="1"/>
          </p:cNvSpPr>
          <p:nvPr/>
        </p:nvSpPr>
        <p:spPr>
          <a:xfrm xmlns:a="http://schemas.openxmlformats.org/drawingml/2006/main">
            <a:off x="1257300" y="4433888"/>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最終評価：学習に未使用のテストデータで分類性能を測る。</a:t>
            </a:r>
          </a:p>
        </p:txBody>
      </p:sp>
      <p:sp>
        <p:nvSpPr>
          <p:cNvPr id="14" name="">
            <a:extLst xmlns:a="http://schemas.openxmlformats.org/drawingml/2006/main">
              <a:ext uri="{FF2B5EF4-FFF2-40B4-BE49-F238E27FC236}">
                <a16:creationId xmlns:a16="http://schemas.microsoft.com/office/drawing/2014/main" id="{A71A8AD1-BF13-4489-9C4E-F6B02C69A93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9968151-4C42-4A84-910E-587BF24E02A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独立な列置換 → Gaussian copulaの条件付き置換へ変更</a:t>
            </a:r>
          </a:p>
        </p:txBody>
      </p:sp>
    </p:spTree>
    <p:extLst>
      <p:ext uri="{BB962C8B-B14F-4D97-AF65-F5344CB8AC3E}">
        <p14:creationId xmlns:p14="http://schemas.microsoft.com/office/powerpoint/2010/main" val="969927995"/>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164826-CD4E-414C-9635-BAA9D7CBC06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コピュラと「潜在空間での生成」</a:t>
            </a:r>
          </a:p>
        </p:txBody>
      </p:sp>
      <p:sp>
        <p:nvSpPr>
          <p:cNvPr id="2" name="">
            <a:extLst xmlns:a="http://schemas.openxmlformats.org/drawingml/2006/main">
              <a:ext uri="{FF2B5EF4-FFF2-40B4-BE49-F238E27FC236}">
                <a16:creationId xmlns:a16="http://schemas.microsoft.com/office/drawing/2014/main" id="{0830AA42-A378-4E83-B265-13C5620807D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360D9D-FF2A-4E33-9055-620B8F10838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コピュラも潜在変数を使える。違いは、何をモデル化するか。</a:t>
            </a:r>
          </a:p>
        </p:txBody>
      </p:sp>
      <p:sp>
        <p:nvSpPr>
          <p:cNvPr id="4" name="">
            <a:extLst xmlns:a="http://schemas.openxmlformats.org/drawingml/2006/main">
              <a:ext uri="{FF2B5EF4-FFF2-40B4-BE49-F238E27FC236}">
                <a16:creationId xmlns:a16="http://schemas.microsoft.com/office/drawing/2014/main" id="{8DDB6EFC-45D7-461A-BFAA-9911E5486D8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A909EC64-CC52-4386-8D8C-AF7164307DB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34</a:t>
            </a:r>
          </a:p>
        </p:txBody>
      </p:sp>
      <p:graphicFrame>
        <p:nvGraphicFramePr>
          <p:cNvPr id="14" name=""/>
          <p:cNvGraphicFramePr/>
          <p:nvPr/>
        </p:nvGraphicFramePr>
        <p:xfrm>
          <a:off xmlns:a="http://schemas.openxmlformats.org/drawingml/2006/main" x="514350" y="1943100"/>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75"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Gaussian copulaの今回の実装</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encoder等の潜在生成</a:t>
                      </a:r>
                    </a:p>
                  </a:txBody>
                  <a:tcPr marL="91440" marR="91440" marT="45720" marB="45720" anchor="ctr">
                    <a:solidFill>
                      <a:srgbClr val="E7F2EC"/>
                    </a:solidFill>
                  </a:tcPr>
                </a:tc>
              </a:tr>
              <a:tr h="666750">
                <a:tc>
                  <a:txBody>
                    <a:bodyPr/>
                    <a:lstStyle/>
                    <a:p>
                      <a:pPr algn="ctr"/>
                      <a:r>
                        <a:rPr sz="1875" b="0">
                          <a:solidFill>
                            <a:srgbClr val="222222"/>
                          </a:solidFill>
                          <a:latin typeface="Noto Sans JP"/>
                          <a:ea typeface="Noto Sans JP"/>
                          <a:cs typeface="Noto Sans JP"/>
                        </a:rPr>
                        <a:t>変換</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各列の累積分布 → 逆正規</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学習したencoderで表現</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依存のモデル</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潜在正規の相関行列R</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モデル設計次第</a:t>
                      </a:r>
                    </a:p>
                  </a:txBody>
                  <a:tcPr marL="91440" marR="91440" marT="45720" marB="45720" anchor="ctr">
                    <a:solidFill>
                      <a:srgbClr val="F6F6F6"/>
                    </a:solidFill>
                  </a:tcPr>
                </a:tc>
              </a:tr>
              <a:tr h="666750">
                <a:tc>
                  <a:txBody>
                    <a:bodyPr/>
                    <a:lstStyle/>
                    <a:p>
                      <a:pPr algn="ctr"/>
                      <a:r>
                        <a:rPr sz="1875" b="0">
                          <a:solidFill>
                            <a:srgbClr val="222222"/>
                          </a:solidFill>
                          <a:latin typeface="Noto Sans JP"/>
                          <a:ea typeface="Noto Sans JP"/>
                          <a:cs typeface="Noto Sans JP"/>
                        </a:rPr>
                        <a:t>元へ戻す</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各列の逆累積分布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decoder等</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条件</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残す元特徴の位置</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潜在表現・ラベル等、設計次第</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9C1D4258-94AD-4B2F-BC40-A18B7B515D5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3FB8A58-7CCD-4484-8503-AB57627579F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「潜在」は共通でも、コピュラには周辺と依存を分ける構造がある</a:t>
            </a:r>
          </a:p>
        </p:txBody>
      </p:sp>
    </p:spTree>
    <p:extLst>
      <p:ext uri="{BB962C8B-B14F-4D97-AF65-F5344CB8AC3E}">
        <p14:creationId xmlns:p14="http://schemas.microsoft.com/office/powerpoint/2010/main" val="173786624"/>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CC63ACE-F40F-4564-B456-02A53264E9F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今の実装でできること・未解決なこと</a:t>
            </a:r>
          </a:p>
        </p:txBody>
      </p:sp>
      <p:sp>
        <p:nvSpPr>
          <p:cNvPr id="2" name="">
            <a:extLst xmlns:a="http://schemas.openxmlformats.org/drawingml/2006/main">
              <a:ext uri="{FF2B5EF4-FFF2-40B4-BE49-F238E27FC236}">
                <a16:creationId xmlns:a16="http://schemas.microsoft.com/office/drawing/2014/main" id="{004969E3-9176-40F9-B812-7DD57AF9841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D23C725-4D76-49B3-BCA4-2C0AC75D502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自然な特徴の組合せを作ることと、クラスを保つことは別。</a:t>
            </a:r>
          </a:p>
        </p:txBody>
      </p:sp>
      <p:sp>
        <p:nvSpPr>
          <p:cNvPr id="4" name="">
            <a:extLst xmlns:a="http://schemas.openxmlformats.org/drawingml/2006/main">
              <a:ext uri="{FF2B5EF4-FFF2-40B4-BE49-F238E27FC236}">
                <a16:creationId xmlns:a16="http://schemas.microsoft.com/office/drawing/2014/main" id="{FFC0DDA4-A72B-4C84-A613-209288DDB62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DB7F89F6-2F99-40EC-AEEB-5734A0905B7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35</a:t>
            </a:r>
          </a:p>
        </p:txBody>
      </p:sp>
      <p:sp>
        <p:nvSpPr>
          <p:cNvPr id="6" name="">
            <a:extLst xmlns:a="http://schemas.openxmlformats.org/drawingml/2006/main">
              <a:ext uri="{FF2B5EF4-FFF2-40B4-BE49-F238E27FC236}">
                <a16:creationId xmlns:a16="http://schemas.microsoft.com/office/drawing/2014/main" id="{6B9F83FD-A2A9-41CD-B070-CFE5E716583A}"/>
              </a:ext>
            </a:extLst>
          </p:cNvPr>
          <p:cNvSpPr>
            <a:spLocks xmlns:a="http://schemas.openxmlformats.org/drawingml/2006/main" noGrp="1"/>
          </p:cNvSpPr>
          <p:nvPr/>
        </p:nvSpPr>
        <p:spPr>
          <a:xfrm xmlns:a="http://schemas.openxmlformats.org/drawingml/2006/main">
            <a:off x="514350" y="1990725"/>
            <a:ext cx="5314950" cy="31718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C0F9468-610E-431B-82B2-42ADA837D96D}"/>
              </a:ext>
            </a:extLst>
          </p:cNvPr>
          <p:cNvSpPr>
            <a:spLocks xmlns:a="http://schemas.openxmlformats.org/drawingml/2006/main" noGrp="1"/>
          </p:cNvSpPr>
          <p:nvPr/>
        </p:nvSpPr>
        <p:spPr>
          <a:xfrm xmlns:a="http://schemas.openxmlformats.org/drawingml/2006/main">
            <a:off x="704850" y="21050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現在の対象</a:t>
            </a:r>
          </a:p>
        </p:txBody>
      </p:sp>
      <p:sp>
        <p:nvSpPr>
          <p:cNvPr id="8" name="">
            <a:extLst xmlns:a="http://schemas.openxmlformats.org/drawingml/2006/main">
              <a:ext uri="{FF2B5EF4-FFF2-40B4-BE49-F238E27FC236}">
                <a16:creationId xmlns:a16="http://schemas.microsoft.com/office/drawing/2014/main" id="{47006634-706D-48B7-A9E5-9BCC72573C62}"/>
              </a:ext>
            </a:extLst>
          </p:cNvPr>
          <p:cNvSpPr>
            <a:spLocks xmlns:a="http://schemas.openxmlformats.org/drawingml/2006/main" noGrp="1"/>
          </p:cNvSpPr>
          <p:nvPr/>
        </p:nvSpPr>
        <p:spPr>
          <a:xfrm xmlns:a="http://schemas.openxmlformats.org/drawingml/2006/main">
            <a:off x="704850" y="2657475"/>
            <a:ext cx="493395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有限値の連続特徴。</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残した特徴は変更しない。</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マスク列は同時生成。</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列置換との、同一条件比較を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実装済み。</a:t>
            </a:r>
          </a:p>
        </p:txBody>
      </p:sp>
      <p:sp>
        <p:nvSpPr>
          <p:cNvPr id="9" name="">
            <a:extLst xmlns:a="http://schemas.openxmlformats.org/drawingml/2006/main">
              <a:ext uri="{FF2B5EF4-FFF2-40B4-BE49-F238E27FC236}">
                <a16:creationId xmlns:a16="http://schemas.microsoft.com/office/drawing/2014/main" id="{F9504E1D-BCBF-4410-BBB9-4E2791CDE495}"/>
              </a:ext>
            </a:extLst>
          </p:cNvPr>
          <p:cNvSpPr>
            <a:spLocks xmlns:a="http://schemas.openxmlformats.org/drawingml/2006/main" noGrp="1"/>
          </p:cNvSpPr>
          <p:nvPr/>
        </p:nvSpPr>
        <p:spPr>
          <a:xfrm xmlns:a="http://schemas.openxmlformats.org/drawingml/2006/main">
            <a:off x="6076950" y="1990725"/>
            <a:ext cx="5600700" cy="31718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744B138-41D0-4068-AE87-EE477C11570E}"/>
              </a:ext>
            </a:extLst>
          </p:cNvPr>
          <p:cNvSpPr>
            <a:spLocks xmlns:a="http://schemas.openxmlformats.org/drawingml/2006/main" noGrp="1"/>
          </p:cNvSpPr>
          <p:nvPr/>
        </p:nvSpPr>
        <p:spPr>
          <a:xfrm xmlns:a="http://schemas.openxmlformats.org/drawingml/2006/main">
            <a:off x="6267450" y="21050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未解決の問い</a:t>
            </a:r>
          </a:p>
        </p:txBody>
      </p:sp>
      <p:sp>
        <p:nvSpPr>
          <p:cNvPr id="11" name="">
            <a:extLst xmlns:a="http://schemas.openxmlformats.org/drawingml/2006/main">
              <a:ext uri="{FF2B5EF4-FFF2-40B4-BE49-F238E27FC236}">
                <a16:creationId xmlns:a16="http://schemas.microsoft.com/office/drawing/2014/main" id="{228B9B7D-08F9-49EE-BCE2-8FE4AF1CED19}"/>
              </a:ext>
            </a:extLst>
          </p:cNvPr>
          <p:cNvSpPr>
            <a:spLocks xmlns:a="http://schemas.openxmlformats.org/drawingml/2006/main" noGrp="1"/>
          </p:cNvSpPr>
          <p:nvPr/>
        </p:nvSpPr>
        <p:spPr>
          <a:xfrm xmlns:a="http://schemas.openxmlformats.org/drawingml/2006/main">
            <a:off x="6267450" y="26574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生成で正解クラスは保たれるか。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カテゴリ・順序列をどう扱うか。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非正規の依存はどこまで表せるか。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置換が弱すぎ／強すぎないか。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分類性能改善は、まだ仮説。</a:t>
            </a:r>
          </a:p>
        </p:txBody>
      </p:sp>
      <p:sp>
        <p:nvSpPr>
          <p:cNvPr id="12" name="">
            <a:extLst xmlns:a="http://schemas.openxmlformats.org/drawingml/2006/main">
              <a:ext uri="{FF2B5EF4-FFF2-40B4-BE49-F238E27FC236}">
                <a16:creationId xmlns:a16="http://schemas.microsoft.com/office/drawing/2014/main" id="{B51E7340-A8C8-487D-AC9F-5487F379003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2ABB2C8-318C-43C0-9982-90BD4B2B179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確証バイアスを「解決済み」とはせず、クラス保持も別に評価する</a:t>
            </a:r>
          </a:p>
        </p:txBody>
      </p:sp>
    </p:spTree>
    <p:extLst>
      <p:ext uri="{BB962C8B-B14F-4D97-AF65-F5344CB8AC3E}">
        <p14:creationId xmlns:p14="http://schemas.microsoft.com/office/powerpoint/2010/main" val="1409721294"/>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62FB837-B580-49E8-944D-9756DE19180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動作確認：置換後の関係を図で見る</a:t>
            </a:r>
          </a:p>
        </p:txBody>
      </p:sp>
      <p:sp>
        <p:nvSpPr>
          <p:cNvPr id="2" name="">
            <a:extLst xmlns:a="http://schemas.openxmlformats.org/drawingml/2006/main">
              <a:ext uri="{FF2B5EF4-FFF2-40B4-BE49-F238E27FC236}">
                <a16:creationId xmlns:a16="http://schemas.microsoft.com/office/drawing/2014/main" id="{64123AAD-EA74-4F64-BD86-B3EFF561873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101EE9-726E-4F92-82CF-2F3AF04490F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既知の依存を持つ合成データで、同じ列を置換した。</a:t>
            </a:r>
          </a:p>
        </p:txBody>
      </p:sp>
      <p:sp>
        <p:nvSpPr>
          <p:cNvPr id="4" name="">
            <a:extLst xmlns:a="http://schemas.openxmlformats.org/drawingml/2006/main">
              <a:ext uri="{FF2B5EF4-FFF2-40B4-BE49-F238E27FC236}">
                <a16:creationId xmlns:a16="http://schemas.microsoft.com/office/drawing/2014/main" id="{43F8A4B1-4F51-491E-BE61-86DD923699B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2D400383-269E-41B0-8DD0-EED4E02290E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36</a:t>
            </a:r>
          </a:p>
        </p:txBody>
      </p:sp>
      <p:sp>
        <p:nvSpPr>
          <p:cNvPr id="6" name="">
            <a:extLst xmlns:a="http://schemas.openxmlformats.org/drawingml/2006/main">
              <a:ext uri="{FF2B5EF4-FFF2-40B4-BE49-F238E27FC236}">
                <a16:creationId xmlns:a16="http://schemas.microsoft.com/office/drawing/2014/main" id="{D22DB59C-E614-4D7D-83D4-4066675A52BE}"/>
              </a:ext>
            </a:extLst>
          </p:cNvPr>
          <p:cNvSpPr>
            <a:spLocks xmlns:a="http://schemas.openxmlformats.org/drawingml/2006/main" noGrp="1"/>
          </p:cNvSpPr>
          <p:nvPr/>
        </p:nvSpPr>
        <p:spPr>
          <a:xfrm xmlns:a="http://schemas.openxmlformats.org/drawingml/2006/main">
            <a:off x="514350"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元データ</a:t>
            </a:r>
          </a:p>
        </p:txBody>
      </p:sp>
      <p:graphicFrame>
        <p:nvGraphicFramePr>
          <p:cNvPr id="23" name="Chart"/>
          <p:cNvGraphicFramePr/>
          <p:nvPr/>
        </p:nvGraphicFramePr>
        <p:xfrm>
          <a:off xmlns:a="http://schemas.openxmlformats.org/drawingml/2006/main" x="514350"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f68b04a34b5545d4"/>
          </a:graphicData>
        </a:graphic>
      </p:graphicFrame>
      <p:sp>
        <p:nvSpPr>
          <p:cNvPr id="8" name="">
            <a:extLst xmlns:a="http://schemas.openxmlformats.org/drawingml/2006/main">
              <a:ext uri="{FF2B5EF4-FFF2-40B4-BE49-F238E27FC236}">
                <a16:creationId xmlns:a16="http://schemas.microsoft.com/office/drawing/2014/main" id="{EB679919-3AC4-45BB-9294-545D26890035}"/>
              </a:ext>
            </a:extLst>
          </p:cNvPr>
          <p:cNvSpPr>
            <a:spLocks xmlns:a="http://schemas.openxmlformats.org/drawingml/2006/main" noGrp="1"/>
          </p:cNvSpPr>
          <p:nvPr/>
        </p:nvSpPr>
        <p:spPr>
          <a:xfrm xmlns:a="http://schemas.openxmlformats.org/drawingml/2006/main">
            <a:off x="51435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0.805</a:t>
            </a:r>
          </a:p>
        </p:txBody>
      </p:sp>
      <p:sp>
        <p:nvSpPr>
          <p:cNvPr id="9" name="">
            <a:extLst xmlns:a="http://schemas.openxmlformats.org/drawingml/2006/main">
              <a:ext uri="{FF2B5EF4-FFF2-40B4-BE49-F238E27FC236}">
                <a16:creationId xmlns:a16="http://schemas.microsoft.com/office/drawing/2014/main" id="{05B1249A-E796-4792-B340-F0471BF0D63C}"/>
              </a:ext>
            </a:extLst>
          </p:cNvPr>
          <p:cNvSpPr>
            <a:spLocks xmlns:a="http://schemas.openxmlformats.org/drawingml/2006/main" noGrp="1"/>
          </p:cNvSpPr>
          <p:nvPr/>
        </p:nvSpPr>
        <p:spPr>
          <a:xfrm xmlns:a="http://schemas.openxmlformats.org/drawingml/2006/main">
            <a:off x="4295775"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列置換</a:t>
            </a:r>
          </a:p>
        </p:txBody>
      </p:sp>
      <p:graphicFrame>
        <p:nvGraphicFramePr>
          <p:cNvPr id="26" name="Chart"/>
          <p:cNvGraphicFramePr/>
          <p:nvPr/>
        </p:nvGraphicFramePr>
        <p:xfrm>
          <a:off xmlns:a="http://schemas.openxmlformats.org/drawingml/2006/main" x="4295775"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f36e53ca241a4b59"/>
          </a:graphicData>
        </a:graphic>
      </p:graphicFrame>
      <p:sp>
        <p:nvSpPr>
          <p:cNvPr id="11" name="">
            <a:extLst xmlns:a="http://schemas.openxmlformats.org/drawingml/2006/main">
              <a:ext uri="{FF2B5EF4-FFF2-40B4-BE49-F238E27FC236}">
                <a16:creationId xmlns:a16="http://schemas.microsoft.com/office/drawing/2014/main" id="{CC579380-46E8-485C-B3D7-1E6E69776482}"/>
              </a:ext>
            </a:extLst>
          </p:cNvPr>
          <p:cNvSpPr>
            <a:spLocks xmlns:a="http://schemas.openxmlformats.org/drawingml/2006/main" noGrp="1"/>
          </p:cNvSpPr>
          <p:nvPr/>
        </p:nvSpPr>
        <p:spPr>
          <a:xfrm xmlns:a="http://schemas.openxmlformats.org/drawingml/2006/main">
            <a:off x="4295775"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-0.014</a:t>
            </a:r>
          </a:p>
        </p:txBody>
      </p:sp>
      <p:sp>
        <p:nvSpPr>
          <p:cNvPr id="12" name="">
            <a:extLst xmlns:a="http://schemas.openxmlformats.org/drawingml/2006/main">
              <a:ext uri="{FF2B5EF4-FFF2-40B4-BE49-F238E27FC236}">
                <a16:creationId xmlns:a16="http://schemas.microsoft.com/office/drawing/2014/main" id="{562B430D-76AD-47CB-918E-358266E80FFF}"/>
              </a:ext>
            </a:extLst>
          </p:cNvPr>
          <p:cNvSpPr>
            <a:spLocks xmlns:a="http://schemas.openxmlformats.org/drawingml/2006/main" noGrp="1"/>
          </p:cNvSpPr>
          <p:nvPr/>
        </p:nvSpPr>
        <p:spPr>
          <a:xfrm xmlns:a="http://schemas.openxmlformats.org/drawingml/2006/main">
            <a:off x="8077200"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Gaussian copula</a:t>
            </a:r>
          </a:p>
        </p:txBody>
      </p:sp>
      <p:graphicFrame>
        <p:nvGraphicFramePr>
          <p:cNvPr id="29" name="Chart"/>
          <p:cNvGraphicFramePr/>
          <p:nvPr/>
        </p:nvGraphicFramePr>
        <p:xfrm>
          <a:off xmlns:a="http://schemas.openxmlformats.org/drawingml/2006/main" x="8077200"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f912ffc0024c464b"/>
          </a:graphicData>
        </a:graphic>
      </p:graphicFrame>
      <p:sp>
        <p:nvSpPr>
          <p:cNvPr id="14" name="">
            <a:extLst xmlns:a="http://schemas.openxmlformats.org/drawingml/2006/main">
              <a:ext uri="{FF2B5EF4-FFF2-40B4-BE49-F238E27FC236}">
                <a16:creationId xmlns:a16="http://schemas.microsoft.com/office/drawing/2014/main" id="{67F3476E-0AAD-43DD-90CF-DF43352702B5}"/>
              </a:ext>
            </a:extLst>
          </p:cNvPr>
          <p:cNvSpPr>
            <a:spLocks xmlns:a="http://schemas.openxmlformats.org/drawingml/2006/main" noGrp="1"/>
          </p:cNvSpPr>
          <p:nvPr/>
        </p:nvSpPr>
        <p:spPr>
          <a:xfrm xmlns:a="http://schemas.openxmlformats.org/drawingml/2006/main">
            <a:off x="807720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0.761</a:t>
            </a:r>
          </a:p>
        </p:txBody>
      </p:sp>
      <p:sp>
        <p:nvSpPr>
          <p:cNvPr id="15" name="">
            <a:extLst xmlns:a="http://schemas.openxmlformats.org/drawingml/2006/main">
              <a:ext uri="{FF2B5EF4-FFF2-40B4-BE49-F238E27FC236}">
                <a16:creationId xmlns:a16="http://schemas.microsoft.com/office/drawing/2014/main" id="{774AAC72-F7A4-46FC-B6D1-D989EF217E4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E0BC745-597E-4C7A-B3BA-75EA3B91C41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この設定では、列置換で関係が崩れ、条件付き置換では関係が残る</a:t>
            </a:r>
          </a:p>
        </p:txBody>
      </p:sp>
    </p:spTree>
    <p:extLst>
      <p:ext uri="{BB962C8B-B14F-4D97-AF65-F5344CB8AC3E}">
        <p14:creationId xmlns:p14="http://schemas.microsoft.com/office/powerpoint/2010/main" val="1681788019"/>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87547EF-B05E-458B-A3FD-624E0276A83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合成データの確認で、何が分かるか</a:t>
            </a:r>
          </a:p>
        </p:txBody>
      </p:sp>
      <p:sp>
        <p:nvSpPr>
          <p:cNvPr id="2" name="">
            <a:extLst xmlns:a="http://schemas.openxmlformats.org/drawingml/2006/main">
              <a:ext uri="{FF2B5EF4-FFF2-40B4-BE49-F238E27FC236}">
                <a16:creationId xmlns:a16="http://schemas.microsoft.com/office/drawing/2014/main" id="{9D0374B9-F13D-4C55-8949-CAB9AC03FB9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A723E7-CB27-4363-BC7B-5B5D9F90A11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分類性能の証明ではなく、条件付き生成の動作を確認する実験。</a:t>
            </a:r>
          </a:p>
        </p:txBody>
      </p:sp>
      <p:sp>
        <p:nvSpPr>
          <p:cNvPr id="4" name="">
            <a:extLst xmlns:a="http://schemas.openxmlformats.org/drawingml/2006/main">
              <a:ext uri="{FF2B5EF4-FFF2-40B4-BE49-F238E27FC236}">
                <a16:creationId xmlns:a16="http://schemas.microsoft.com/office/drawing/2014/main" id="{EBDDB26F-CF6F-45AE-9262-13015EEB663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F4E5179D-7244-43ED-A7F7-D3086B32AE8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37</a:t>
            </a:r>
          </a:p>
        </p:txBody>
      </p:sp>
      <p:graphicFrame>
        <p:nvGraphicFramePr>
          <p:cNvPr id="15" name=""/>
          <p:cNvGraphicFramePr/>
          <p:nvPr/>
        </p:nvGraphicFramePr>
        <p:xfrm>
          <a:off xmlns:a="http://schemas.openxmlformats.org/drawingml/2006/main" x="514350" y="2085975"/>
          <a:ext xmlns:a="http://schemas.openxmlformats.org/drawingml/2006/main" cx="11163300" cy="2533650"/>
        </p:xfrm>
        <a:graphic xmlns:a="http://schemas.openxmlformats.org/drawingml/2006/main">
          <a:graphicData uri="http://schemas.openxmlformats.org/drawingml/2006/table">
            <a:tbl>
              <a:tblPr/>
              <a:tblGrid>
                <a:gridCol w="3721100"/>
                <a:gridCol w="3721100"/>
                <a:gridCol w="3721100"/>
              </a:tblGrid>
              <a:tr h="633413">
                <a:tc>
                  <a:txBody>
                    <a:bodyPr/>
                    <a:lstStyle/>
                    <a:p>
                      <a:pPr algn="ctr"/>
                      <a:r>
                        <a:rPr sz="2175" b="1">
                          <a:solidFill>
                            <a:srgbClr val="2E7D5B"/>
                          </a:solidFill>
                          <a:latin typeface="Noto Sans JP"/>
                          <a:ea typeface="Noto Sans JP"/>
                          <a:cs typeface="Noto Sans JP"/>
                        </a:rPr>
                        <a:t>対象</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相関</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E[(X₂′ − 0.8 X₁)²]</a:t>
                      </a:r>
                    </a:p>
                  </a:txBody>
                  <a:tcPr marL="91440" marR="91440" marT="45720" marB="45720" anchor="ctr">
                    <a:solidFill>
                      <a:srgbClr val="E7F2EC"/>
                    </a:solidFill>
                  </a:tcPr>
                </a:tc>
              </a:tr>
              <a:tr h="633413">
                <a:tc>
                  <a:txBody>
                    <a:bodyPr/>
                    <a:lstStyle/>
                    <a:p>
                      <a:pPr algn="ctr"/>
                      <a:r>
                        <a:rPr sz="2175" b="0">
                          <a:solidFill>
                            <a:srgbClr val="222222"/>
                          </a:solidFill>
                          <a:latin typeface="Noto Sans JP"/>
                          <a:ea typeface="Noto Sans JP"/>
                          <a:cs typeface="Noto Sans JP"/>
                        </a:rPr>
                        <a:t>元データ</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0.805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0.352</a:t>
                      </a:r>
                    </a:p>
                  </a:txBody>
                  <a:tcPr marL="91440" marR="91440" marT="45720" marB="45720" anchor="ctr">
                    <a:solidFill>
                      <a:srgbClr val="FFFFFF"/>
                    </a:solidFill>
                  </a:tcPr>
                </a:tc>
              </a:tr>
              <a:tr h="633413">
                <a:tc>
                  <a:txBody>
                    <a:bodyPr/>
                    <a:lstStyle/>
                    <a:p>
                      <a:pPr algn="ctr"/>
                      <a:r>
                        <a:rPr sz="2175" b="0">
                          <a:solidFill>
                            <a:srgbClr val="222222"/>
                          </a:solidFill>
                          <a:latin typeface="Noto Sans JP"/>
                          <a:ea typeface="Noto Sans JP"/>
                          <a:cs typeface="Noto Sans JP"/>
                        </a:rPr>
                        <a:t>列置換</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-0.014</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1.653</a:t>
                      </a:r>
                    </a:p>
                  </a:txBody>
                  <a:tcPr marL="91440" marR="91440" marT="45720" marB="45720" anchor="ctr">
                    <a:solidFill>
                      <a:srgbClr val="F6F6F6"/>
                    </a:solidFill>
                  </a:tcPr>
                </a:tc>
              </a:tr>
              <a:tr h="633413">
                <a:tc>
                  <a:txBody>
                    <a:bodyPr/>
                    <a:lstStyle/>
                    <a:p>
                      <a:pPr algn="ctr"/>
                      <a:r>
                        <a:rPr sz="2175" b="0">
                          <a:solidFill>
                            <a:srgbClr val="222222"/>
                          </a:solidFill>
                          <a:latin typeface="Noto Sans JP"/>
                          <a:ea typeface="Noto Sans JP"/>
                          <a:cs typeface="Noto Sans JP"/>
                        </a:rPr>
                        <a:t>Gaussian copula</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0.761</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0.409</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FCDEB3B-80C8-445D-AB9F-B43A90DCA59D}"/>
              </a:ext>
            </a:extLst>
          </p:cNvPr>
          <p:cNvSpPr>
            <a:spLocks xmlns:a="http://schemas.openxmlformats.org/drawingml/2006/main" noGrp="1"/>
          </p:cNvSpPr>
          <p:nvPr/>
        </p:nvSpPr>
        <p:spPr>
          <a:xfrm xmlns:a="http://schemas.openxmlformats.org/drawingml/2006/main">
            <a:off x="619125" y="48672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観測列X₁は両手法で不変。数値は2,500行全体で集計。</a:t>
            </a:r>
          </a:p>
        </p:txBody>
      </p:sp>
      <p:sp>
        <p:nvSpPr>
          <p:cNvPr id="8" name="">
            <a:extLst xmlns:a="http://schemas.openxmlformats.org/drawingml/2006/main">
              <a:ext uri="{FF2B5EF4-FFF2-40B4-BE49-F238E27FC236}">
                <a16:creationId xmlns:a16="http://schemas.microsoft.com/office/drawing/2014/main" id="{ADB09059-AB5A-4138-9E32-CE278E5300B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6A74407-EA54-497F-99DD-E9193161469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Gaussianの仮定に合う例での確認。実データやクラス保持は別に検証する</a:t>
            </a:r>
          </a:p>
        </p:txBody>
      </p:sp>
    </p:spTree>
    <p:extLst>
      <p:ext uri="{BB962C8B-B14F-4D97-AF65-F5344CB8AC3E}">
        <p14:creationId xmlns:p14="http://schemas.microsoft.com/office/powerpoint/2010/main" val="549875233"/>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A7670A-8033-401C-BB47-3CAA933262E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比較実験：条件を何に揃えたか</a:t>
            </a:r>
          </a:p>
        </p:txBody>
      </p:sp>
      <p:sp>
        <p:nvSpPr>
          <p:cNvPr id="2" name="">
            <a:extLst xmlns:a="http://schemas.openxmlformats.org/drawingml/2006/main">
              <a:ext uri="{FF2B5EF4-FFF2-40B4-BE49-F238E27FC236}">
                <a16:creationId xmlns:a16="http://schemas.microsoft.com/office/drawing/2014/main" id="{FB052858-E1D5-45AD-A311-02C41D7CE4E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F2AE17-7978-4714-A76F-83902481A50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保存済みの探索的実験。原論文の結果の再現ではない。</a:t>
            </a:r>
          </a:p>
        </p:txBody>
      </p:sp>
      <p:sp>
        <p:nvSpPr>
          <p:cNvPr id="4" name="">
            <a:extLst xmlns:a="http://schemas.openxmlformats.org/drawingml/2006/main">
              <a:ext uri="{FF2B5EF4-FFF2-40B4-BE49-F238E27FC236}">
                <a16:creationId xmlns:a16="http://schemas.microsoft.com/office/drawing/2014/main" id="{7DC13D6A-6ADE-4D30-9B9F-578AB37DB8D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5E3DF4B7-5ABE-4005-8856-64A4DDF61FE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38</a:t>
            </a:r>
          </a:p>
        </p:txBody>
      </p:sp>
      <p:graphicFrame>
        <p:nvGraphicFramePr>
          <p:cNvPr id="14" name=""/>
          <p:cNvGraphicFramePr/>
          <p:nvPr/>
        </p:nvGraphicFramePr>
        <p:xfrm>
          <a:off xmlns:a="http://schemas.openxmlformats.org/drawingml/2006/main" x="514350" y="1924050"/>
          <a:ext xmlns:a="http://schemas.openxmlformats.org/drawingml/2006/main" cx="11163300" cy="3438525"/>
        </p:xfrm>
        <a:graphic xmlns:a="http://schemas.openxmlformats.org/drawingml/2006/main">
          <a:graphicData uri="http://schemas.openxmlformats.org/drawingml/2006/table">
            <a:tbl>
              <a:tblPr/>
              <a:tblGrid>
                <a:gridCol w="2667000"/>
                <a:gridCol w="8496300"/>
              </a:tblGrid>
              <a:tr h="573088">
                <a:tc>
                  <a:txBody>
                    <a:bodyPr/>
                    <a:lstStyle/>
                    <a:p>
                      <a:pPr algn="ctr"/>
                      <a:r>
                        <a:rPr sz="18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共通条件</a:t>
                      </a:r>
                    </a:p>
                  </a:txBody>
                  <a:tcPr marL="91440" marR="91440" marT="45720" marB="45720" anchor="ctr">
                    <a:solidFill>
                      <a:srgbClr val="E7F2EC"/>
                    </a:solidFill>
                  </a:tcPr>
                </a:tc>
              </a:tr>
              <a:tr h="573088">
                <a:tc>
                  <a:txBody>
                    <a:bodyPr/>
                    <a:lstStyle/>
                    <a:p>
                      <a:pPr algn="ctr"/>
                      <a:r>
                        <a:rPr sz="1800" b="0">
                          <a:solidFill>
                            <a:srgbClr val="222222"/>
                          </a:solidFill>
                          <a:latin typeface="Noto Sans JP"/>
                          <a:ea typeface="Noto Sans JP"/>
                          <a:cs typeface="Noto Sans JP"/>
                        </a:rPr>
                        <a:t>データ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Breast Cancer：569行・30列・2クラス / Wine：178行・13列・3クラス</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分割</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訓練80%・テスト20%、訓練内ラベルあり30%（層化）</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seed = 11, 23, 37, 51, 67 の5回</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モデル・学習</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4層×32幅MLP、自己教師あり15 epoch、半教師あり300反復</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前処理・拡張</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訓練だけでMinMax、batch 64、マスク確率0.4、CPU</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B064723-5E7D-4AC4-A2F6-F1E3C6F28BB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F344DB-C960-4A3F-9EA0-CF5BC64C9C2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因果的に比べたい部分：同じ学習枠組み内の「置換器」の違い</a:t>
            </a:r>
          </a:p>
        </p:txBody>
      </p:sp>
    </p:spTree>
    <p:extLst>
      <p:ext uri="{BB962C8B-B14F-4D97-AF65-F5344CB8AC3E}">
        <p14:creationId xmlns:p14="http://schemas.microsoft.com/office/powerpoint/2010/main" val="479115952"/>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44F37A-6311-4E4B-A516-386B6C45668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今回の再実行：同じ学習枠組みで比較</a:t>
            </a:r>
          </a:p>
        </p:txBody>
      </p:sp>
      <p:sp>
        <p:nvSpPr>
          <p:cNvPr id="2" name="">
            <a:extLst xmlns:a="http://schemas.openxmlformats.org/drawingml/2006/main">
              <a:ext uri="{FF2B5EF4-FFF2-40B4-BE49-F238E27FC236}">
                <a16:creationId xmlns:a16="http://schemas.microsoft.com/office/drawing/2014/main" id="{B5BE777E-0F09-4DC7-BFFF-39D6280F2F6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CD38FF-6F98-47EC-A934-FB0F24B0E63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2026年10月4日、VIME内の2種類の置換器を5 seedで実行。</a:t>
            </a:r>
          </a:p>
        </p:txBody>
      </p:sp>
      <p:sp>
        <p:nvSpPr>
          <p:cNvPr id="4" name="">
            <a:extLst xmlns:a="http://schemas.openxmlformats.org/drawingml/2006/main">
              <a:ext uri="{FF2B5EF4-FFF2-40B4-BE49-F238E27FC236}">
                <a16:creationId xmlns:a16="http://schemas.microsoft.com/office/drawing/2014/main" id="{F88FFF61-47A9-4848-956D-7F6F7BBEBD3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FB8ECA0E-59B0-4B88-A79B-8D91775CC40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39</a:t>
            </a:r>
          </a:p>
        </p:txBody>
      </p:sp>
      <p:graphicFrame>
        <p:nvGraphicFramePr>
          <p:cNvPr id="15" name=""/>
          <p:cNvGraphicFramePr/>
          <p:nvPr/>
        </p:nvGraphicFramePr>
        <p:xfrm>
          <a:off xmlns:a="http://schemas.openxmlformats.org/drawingml/2006/main" x="514350" y="2076450"/>
          <a:ext xmlns:a="http://schemas.openxmlformats.org/drawingml/2006/main" cx="11163300" cy="2428875"/>
        </p:xfrm>
        <a:graphic xmlns:a="http://schemas.openxmlformats.org/drawingml/2006/main">
          <a:graphicData uri="http://schemas.openxmlformats.org/drawingml/2006/table">
            <a:tbl>
              <a:tblPr/>
              <a:tblGrid>
                <a:gridCol w="2790825"/>
                <a:gridCol w="2790825"/>
                <a:gridCol w="2790825"/>
                <a:gridCol w="2790825"/>
              </a:tblGrid>
              <a:tr h="809625">
                <a:tc>
                  <a:txBody>
                    <a:bodyPr/>
                    <a:lstStyle/>
                    <a:p>
                      <a:pPr algn="ctr"/>
                      <a:r>
                        <a:rPr sz="1950" b="1">
                          <a:solidFill>
                            <a:srgbClr val="2E7D5B"/>
                          </a:solidFill>
                          <a:latin typeface="Noto Sans JP"/>
                          <a:ea typeface="Noto Sans JP"/>
                          <a:cs typeface="Noto Sans JP"/>
                        </a:rPr>
                        <a:t>データ / ROC-AUC</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Gaussian copula</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差の95% CI</a:t>
                      </a:r>
                    </a:p>
                  </a:txBody>
                  <a:tcPr marL="91440" marR="91440" marT="45720" marB="45720" anchor="ctr">
                    <a:solidFill>
                      <a:srgbClr val="E7F2EC"/>
                    </a:solidFill>
                  </a:tcPr>
                </a:tc>
              </a:tr>
              <a:tr h="809625">
                <a:tc>
                  <a:txBody>
                    <a:bodyPr/>
                    <a:lstStyle/>
                    <a:p>
                      <a:pPr algn="ctr"/>
                      <a:r>
                        <a:rPr sz="1950"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[−0.005, +0.011]</a:t>
                      </a:r>
                    </a:p>
                  </a:txBody>
                  <a:tcPr marL="91440" marR="91440" marT="45720" marB="45720" anchor="ctr">
                    <a:solidFill>
                      <a:srgbClr val="FFFFFF"/>
                    </a:solidFill>
                  </a:tcPr>
                </a:tc>
              </a:tr>
              <a:tr h="809625">
                <a:tc>
                  <a:txBody>
                    <a:bodyPr/>
                    <a:lstStyle/>
                    <a:p>
                      <a:pPr algn="ctr"/>
                      <a:r>
                        <a:rPr sz="1950"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[−0.079, +0.109]</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4F4C440D-FA24-4A39-8AB3-5433B2C958EA}"/>
              </a:ext>
            </a:extLst>
          </p:cNvPr>
          <p:cNvSpPr>
            <a:spLocks xmlns:a="http://schemas.openxmlformats.org/drawingml/2006/main" noGrp="1"/>
          </p:cNvSpPr>
          <p:nvPr/>
        </p:nvSpPr>
        <p:spPr>
          <a:xfrm xmlns:a="http://schemas.openxmlformats.org/drawingml/2006/main">
            <a:off x="619125" y="4781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平均差：Breast Cancer +0.003 / Wine +0.021</a:t>
            </a:r>
          </a:p>
        </p:txBody>
      </p:sp>
      <p:sp>
        <p:nvSpPr>
          <p:cNvPr id="8" name="">
            <a:extLst xmlns:a="http://schemas.openxmlformats.org/drawingml/2006/main">
              <a:ext uri="{FF2B5EF4-FFF2-40B4-BE49-F238E27FC236}">
                <a16:creationId xmlns:a16="http://schemas.microsoft.com/office/drawing/2014/main" id="{D9ED386F-F0A4-4D01-8A66-C17FB412487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095F01C-0C47-430F-BFA6-DCA5F3E2946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今回の比較だけで優位性は確定しない。再実行でもデータ・seedへの依存を確認</a:t>
            </a:r>
          </a:p>
        </p:txBody>
      </p:sp>
    </p:spTree>
    <p:extLst>
      <p:ext uri="{BB962C8B-B14F-4D97-AF65-F5344CB8AC3E}">
        <p14:creationId xmlns:p14="http://schemas.microsoft.com/office/powerpoint/2010/main" val="66974335"/>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1C567A5-411C-40D6-BD14-00045DC827B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再実行結果を、どう解釈するか</a:t>
            </a:r>
          </a:p>
        </p:txBody>
      </p:sp>
      <p:sp>
        <p:nvSpPr>
          <p:cNvPr id="2" name="">
            <a:extLst xmlns:a="http://schemas.openxmlformats.org/drawingml/2006/main">
              <a:ext uri="{FF2B5EF4-FFF2-40B4-BE49-F238E27FC236}">
                <a16:creationId xmlns:a16="http://schemas.microsoft.com/office/drawing/2014/main" id="{C77BC064-7B14-4530-9C04-A2D96CA35D4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E0A29F-2A0F-41BB-80F5-DDEA39F25A7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置換器を変えた効果は、仮定・データ・拡張強度によって変わる。</a:t>
            </a:r>
          </a:p>
        </p:txBody>
      </p:sp>
      <p:sp>
        <p:nvSpPr>
          <p:cNvPr id="4" name="">
            <a:extLst xmlns:a="http://schemas.openxmlformats.org/drawingml/2006/main">
              <a:ext uri="{FF2B5EF4-FFF2-40B4-BE49-F238E27FC236}">
                <a16:creationId xmlns:a16="http://schemas.microsoft.com/office/drawing/2014/main" id="{BF40E92D-9209-413B-84B4-68B6969098C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06324C07-E46E-4E90-ACD9-CF0190E19A6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40</a:t>
            </a:r>
          </a:p>
        </p:txBody>
      </p:sp>
      <p:sp>
        <p:nvSpPr>
          <p:cNvPr id="6" name="">
            <a:extLst xmlns:a="http://schemas.openxmlformats.org/drawingml/2006/main">
              <a:ext uri="{FF2B5EF4-FFF2-40B4-BE49-F238E27FC236}">
                <a16:creationId xmlns:a16="http://schemas.microsoft.com/office/drawing/2014/main" id="{A259BE13-D0B0-4FCE-A35B-B9487AC1AC95}"/>
              </a:ext>
            </a:extLst>
          </p:cNvPr>
          <p:cNvSpPr>
            <a:spLocks xmlns:a="http://schemas.openxmlformats.org/drawingml/2006/main" noGrp="1"/>
          </p:cNvSpPr>
          <p:nvPr/>
        </p:nvSpPr>
        <p:spPr>
          <a:xfrm xmlns:a="http://schemas.openxmlformats.org/drawingml/2006/main">
            <a:off x="552450" y="195262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2B58377F-F4B9-4227-BA43-947DA65991A0}"/>
              </a:ext>
            </a:extLst>
          </p:cNvPr>
          <p:cNvSpPr>
            <a:spLocks xmlns:a="http://schemas.openxmlformats.org/drawingml/2006/main" noGrp="1"/>
          </p:cNvSpPr>
          <p:nvPr/>
        </p:nvSpPr>
        <p:spPr>
          <a:xfrm xmlns:a="http://schemas.openxmlformats.org/drawingml/2006/main">
            <a:off x="1257300" y="195262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2手法は、同じデータ分割・モデル・学習予算で比較した。</a:t>
            </a:r>
          </a:p>
        </p:txBody>
      </p:sp>
      <p:sp>
        <p:nvSpPr>
          <p:cNvPr id="8" name="">
            <a:extLst xmlns:a="http://schemas.openxmlformats.org/drawingml/2006/main">
              <a:ext uri="{FF2B5EF4-FFF2-40B4-BE49-F238E27FC236}">
                <a16:creationId xmlns:a16="http://schemas.microsoft.com/office/drawing/2014/main" id="{5020C6E2-66B6-4D57-980F-BB5AE62C2E11}"/>
              </a:ext>
            </a:extLst>
          </p:cNvPr>
          <p:cNvSpPr>
            <a:spLocks xmlns:a="http://schemas.openxmlformats.org/drawingml/2006/main" noGrp="1"/>
          </p:cNvSpPr>
          <p:nvPr/>
        </p:nvSpPr>
        <p:spPr>
          <a:xfrm xmlns:a="http://schemas.openxmlformats.org/drawingml/2006/main">
            <a:off x="552450" y="277177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E7C25854-5421-46BE-AB25-A20748ECACF4}"/>
              </a:ext>
            </a:extLst>
          </p:cNvPr>
          <p:cNvSpPr>
            <a:spLocks xmlns:a="http://schemas.openxmlformats.org/drawingml/2006/main" noGrp="1"/>
          </p:cNvSpPr>
          <p:nvPr/>
        </p:nvSpPr>
        <p:spPr>
          <a:xfrm xmlns:a="http://schemas.openxmlformats.org/drawingml/2006/main">
            <a:off x="1257300" y="277177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小さなデータではseedで結果が変わる。5回だけでは不十分。</a:t>
            </a:r>
          </a:p>
        </p:txBody>
      </p:sp>
      <p:sp>
        <p:nvSpPr>
          <p:cNvPr id="10" name="">
            <a:extLst xmlns:a="http://schemas.openxmlformats.org/drawingml/2006/main">
              <a:ext uri="{FF2B5EF4-FFF2-40B4-BE49-F238E27FC236}">
                <a16:creationId xmlns:a16="http://schemas.microsoft.com/office/drawing/2014/main" id="{1982AA94-BB63-48CC-A8A9-699924542192}"/>
              </a:ext>
            </a:extLst>
          </p:cNvPr>
          <p:cNvSpPr>
            <a:spLocks xmlns:a="http://schemas.openxmlformats.org/drawingml/2006/main" noGrp="1"/>
          </p:cNvSpPr>
          <p:nvPr/>
        </p:nvSpPr>
        <p:spPr>
          <a:xfrm xmlns:a="http://schemas.openxmlformats.org/drawingml/2006/main">
            <a:off x="552450" y="359092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CA8DDA01-28F0-45DC-8C64-92E19FC82029}"/>
              </a:ext>
            </a:extLst>
          </p:cNvPr>
          <p:cNvSpPr>
            <a:spLocks xmlns:a="http://schemas.openxmlformats.org/drawingml/2006/main" noGrp="1"/>
          </p:cNvSpPr>
          <p:nvPr/>
        </p:nvSpPr>
        <p:spPr>
          <a:xfrm xmlns:a="http://schemas.openxmlformats.org/drawingml/2006/main">
            <a:off x="1257300" y="359092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保存済みの2手法のAUCと、今回の再実行の値が一致した。</a:t>
            </a:r>
          </a:p>
        </p:txBody>
      </p:sp>
      <p:sp>
        <p:nvSpPr>
          <p:cNvPr id="12" name="">
            <a:extLst xmlns:a="http://schemas.openxmlformats.org/drawingml/2006/main">
              <a:ext uri="{FF2B5EF4-FFF2-40B4-BE49-F238E27FC236}">
                <a16:creationId xmlns:a16="http://schemas.microsoft.com/office/drawing/2014/main" id="{4400A3BE-07CE-484F-9DD0-A02D8C93C3D2}"/>
              </a:ext>
            </a:extLst>
          </p:cNvPr>
          <p:cNvSpPr>
            <a:spLocks xmlns:a="http://schemas.openxmlformats.org/drawingml/2006/main" noGrp="1"/>
          </p:cNvSpPr>
          <p:nvPr/>
        </p:nvSpPr>
        <p:spPr>
          <a:xfrm xmlns:a="http://schemas.openxmlformats.org/drawingml/2006/main">
            <a:off x="552450" y="441007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9F085519-A9CD-4F1E-9D27-A1E32B680FE8}"/>
              </a:ext>
            </a:extLst>
          </p:cNvPr>
          <p:cNvSpPr>
            <a:spLocks xmlns:a="http://schemas.openxmlformats.org/drawingml/2006/main" noGrp="1"/>
          </p:cNvSpPr>
          <p:nvPr/>
        </p:nvSpPr>
        <p:spPr>
          <a:xfrm xmlns:a="http://schemas.openxmlformats.org/drawingml/2006/main">
            <a:off x="1257300" y="441007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生成の関係保持と、分類への効果は切り分けて検証する。</a:t>
            </a:r>
          </a:p>
        </p:txBody>
      </p:sp>
      <p:sp>
        <p:nvSpPr>
          <p:cNvPr id="14" name="">
            <a:extLst xmlns:a="http://schemas.openxmlformats.org/drawingml/2006/main">
              <a:ext uri="{FF2B5EF4-FFF2-40B4-BE49-F238E27FC236}">
                <a16:creationId xmlns:a16="http://schemas.microsoft.com/office/drawing/2014/main" id="{5344836F-F146-423F-8E16-0E37509795B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12EFE8F-BD35-48BD-9FAC-CB6C11835B4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次は、何を保ち何を変えた拡張が学習に役立つかを検証する</a:t>
            </a:r>
          </a:p>
        </p:txBody>
      </p:sp>
    </p:spTree>
    <p:extLst>
      <p:ext uri="{BB962C8B-B14F-4D97-AF65-F5344CB8AC3E}">
        <p14:creationId xmlns:p14="http://schemas.microsoft.com/office/powerpoint/2010/main" val="1996351186"/>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88024EA-D799-4435-B96E-C8E48D2B4FA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次の検証：何が良くなれば研究になるか</a:t>
            </a:r>
          </a:p>
        </p:txBody>
      </p:sp>
      <p:sp>
        <p:nvSpPr>
          <p:cNvPr id="2" name="">
            <a:extLst xmlns:a="http://schemas.openxmlformats.org/drawingml/2006/main">
              <a:ext uri="{FF2B5EF4-FFF2-40B4-BE49-F238E27FC236}">
                <a16:creationId xmlns:a16="http://schemas.microsoft.com/office/drawing/2014/main" id="{99676DE7-B46B-4914-BAD3-CEAECA62910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A1292F6-BD1E-49CD-9126-DA5E67EED4E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分類性能だけでなく、生成の妥当性と学習課題の強度を測る。</a:t>
            </a:r>
          </a:p>
        </p:txBody>
      </p:sp>
      <p:sp>
        <p:nvSpPr>
          <p:cNvPr id="4" name="">
            <a:extLst xmlns:a="http://schemas.openxmlformats.org/drawingml/2006/main">
              <a:ext uri="{FF2B5EF4-FFF2-40B4-BE49-F238E27FC236}">
                <a16:creationId xmlns:a16="http://schemas.microsoft.com/office/drawing/2014/main" id="{4100C0E2-1F44-4C37-894A-AC52908BBD5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今後の検証</a:t>
            </a:r>
          </a:p>
        </p:txBody>
      </p:sp>
      <p:sp>
        <p:nvSpPr>
          <p:cNvPr id="5" name="">
            <a:extLst xmlns:a="http://schemas.openxmlformats.org/drawingml/2006/main">
              <a:ext uri="{FF2B5EF4-FFF2-40B4-BE49-F238E27FC236}">
                <a16:creationId xmlns:a16="http://schemas.microsoft.com/office/drawing/2014/main" id="{9510450E-37B5-42B3-8DC6-8CF1CF9D01F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41</a:t>
            </a:r>
          </a:p>
        </p:txBody>
      </p:sp>
      <p:sp>
        <p:nvSpPr>
          <p:cNvPr id="6" name="">
            <a:extLst xmlns:a="http://schemas.openxmlformats.org/drawingml/2006/main">
              <a:ext uri="{FF2B5EF4-FFF2-40B4-BE49-F238E27FC236}">
                <a16:creationId xmlns:a16="http://schemas.microsoft.com/office/drawing/2014/main" id="{2A811F71-0EA8-447D-BCCF-89FE735B2BD5}"/>
              </a:ext>
            </a:extLst>
          </p:cNvPr>
          <p:cNvSpPr>
            <a:spLocks xmlns:a="http://schemas.openxmlformats.org/drawingml/2006/main" noGrp="1"/>
          </p:cNvSpPr>
          <p:nvPr/>
        </p:nvSpPr>
        <p:spPr>
          <a:xfrm xmlns:a="http://schemas.openxmlformats.org/drawingml/2006/main">
            <a:off x="552450" y="1943100"/>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59C43D64-27D9-4186-912F-E90C957F2E0B}"/>
              </a:ext>
            </a:extLst>
          </p:cNvPr>
          <p:cNvSpPr>
            <a:spLocks xmlns:a="http://schemas.openxmlformats.org/drawingml/2006/main" noGrp="1"/>
          </p:cNvSpPr>
          <p:nvPr/>
        </p:nvSpPr>
        <p:spPr>
          <a:xfrm xmlns:a="http://schemas.openxmlformats.org/drawingml/2006/main">
            <a:off x="1257300" y="1943100"/>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生成品質：不自然な組合せ・近傍距離・変更量を確認。</a:t>
            </a:r>
          </a:p>
        </p:txBody>
      </p:sp>
      <p:sp>
        <p:nvSpPr>
          <p:cNvPr id="8" name="">
            <a:extLst xmlns:a="http://schemas.openxmlformats.org/drawingml/2006/main">
              <a:ext uri="{FF2B5EF4-FFF2-40B4-BE49-F238E27FC236}">
                <a16:creationId xmlns:a16="http://schemas.microsoft.com/office/drawing/2014/main" id="{9A73AFF9-D323-47FA-B2A6-A060C2E4D968}"/>
              </a:ext>
            </a:extLst>
          </p:cNvPr>
          <p:cNvSpPr>
            <a:spLocks xmlns:a="http://schemas.openxmlformats.org/drawingml/2006/main" noGrp="1"/>
          </p:cNvSpPr>
          <p:nvPr/>
        </p:nvSpPr>
        <p:spPr>
          <a:xfrm xmlns:a="http://schemas.openxmlformats.org/drawingml/2006/main">
            <a:off x="552450" y="2764631"/>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AC97C683-AA40-4CF6-99A6-6BF92C4D6127}"/>
              </a:ext>
            </a:extLst>
          </p:cNvPr>
          <p:cNvSpPr>
            <a:spLocks xmlns:a="http://schemas.openxmlformats.org/drawingml/2006/main" noGrp="1"/>
          </p:cNvSpPr>
          <p:nvPr/>
        </p:nvSpPr>
        <p:spPr>
          <a:xfrm xmlns:a="http://schemas.openxmlformats.org/drawingml/2006/main">
            <a:off x="1257300" y="2764631"/>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クラス保持：生成で意味が変わらないか、別途調べる。</a:t>
            </a:r>
          </a:p>
        </p:txBody>
      </p:sp>
      <p:sp>
        <p:nvSpPr>
          <p:cNvPr id="10" name="">
            <a:extLst xmlns:a="http://schemas.openxmlformats.org/drawingml/2006/main">
              <a:ext uri="{FF2B5EF4-FFF2-40B4-BE49-F238E27FC236}">
                <a16:creationId xmlns:a16="http://schemas.microsoft.com/office/drawing/2014/main" id="{32C89FF4-1023-4D68-AEA8-FFB4F23E7D1A}"/>
              </a:ext>
            </a:extLst>
          </p:cNvPr>
          <p:cNvSpPr>
            <a:spLocks xmlns:a="http://schemas.openxmlformats.org/drawingml/2006/main" noGrp="1"/>
          </p:cNvSpPr>
          <p:nvPr/>
        </p:nvSpPr>
        <p:spPr>
          <a:xfrm xmlns:a="http://schemas.openxmlformats.org/drawingml/2006/main">
            <a:off x="552450" y="3586163"/>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12ED8B15-037E-48CE-A6E4-35C639AFE886}"/>
              </a:ext>
            </a:extLst>
          </p:cNvPr>
          <p:cNvSpPr>
            <a:spLocks xmlns:a="http://schemas.openxmlformats.org/drawingml/2006/main" noGrp="1"/>
          </p:cNvSpPr>
          <p:nvPr/>
        </p:nvSpPr>
        <p:spPr>
          <a:xfrm xmlns:a="http://schemas.openxmlformats.org/drawingml/2006/main">
            <a:off x="1257300" y="3586163"/>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分類評価：データとseedを増やし、差の不確実性を見る。</a:t>
            </a:r>
          </a:p>
        </p:txBody>
      </p:sp>
      <p:sp>
        <p:nvSpPr>
          <p:cNvPr id="12" name="">
            <a:extLst xmlns:a="http://schemas.openxmlformats.org/drawingml/2006/main">
              <a:ext uri="{FF2B5EF4-FFF2-40B4-BE49-F238E27FC236}">
                <a16:creationId xmlns:a16="http://schemas.microsoft.com/office/drawing/2014/main" id="{6EE9CFAD-4819-4031-8879-A14012A45990}"/>
              </a:ext>
            </a:extLst>
          </p:cNvPr>
          <p:cNvSpPr>
            <a:spLocks xmlns:a="http://schemas.openxmlformats.org/drawingml/2006/main" noGrp="1"/>
          </p:cNvSpPr>
          <p:nvPr/>
        </p:nvSpPr>
        <p:spPr>
          <a:xfrm xmlns:a="http://schemas.openxmlformats.org/drawingml/2006/main">
            <a:off x="552450" y="4407694"/>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66AD7CA4-36D8-429B-9901-805647A46A81}"/>
              </a:ext>
            </a:extLst>
          </p:cNvPr>
          <p:cNvSpPr>
            <a:spLocks xmlns:a="http://schemas.openxmlformats.org/drawingml/2006/main" noGrp="1"/>
          </p:cNvSpPr>
          <p:nvPr/>
        </p:nvSpPr>
        <p:spPr>
          <a:xfrm xmlns:a="http://schemas.openxmlformats.org/drawingml/2006/main">
            <a:off x="1257300" y="4407694"/>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モデル仮定：Gaussianとt等を比較し、複雑化の効果を確認。</a:t>
            </a:r>
          </a:p>
        </p:txBody>
      </p:sp>
      <p:sp>
        <p:nvSpPr>
          <p:cNvPr id="14" name="">
            <a:extLst xmlns:a="http://schemas.openxmlformats.org/drawingml/2006/main">
              <a:ext uri="{FF2B5EF4-FFF2-40B4-BE49-F238E27FC236}">
                <a16:creationId xmlns:a16="http://schemas.microsoft.com/office/drawing/2014/main" id="{071A01F5-B07D-4302-8684-B67BB3E1206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DF20F85-EEC2-4BE2-80EB-7629DFA34F0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依存を使う → 生成が変わる → 学習が改善する、の各段階を検証</a:t>
            </a:r>
          </a:p>
        </p:txBody>
      </p:sp>
    </p:spTree>
    <p:extLst>
      <p:ext uri="{BB962C8B-B14F-4D97-AF65-F5344CB8AC3E}">
        <p14:creationId xmlns:p14="http://schemas.microsoft.com/office/powerpoint/2010/main" val="256460788"/>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2482041-1903-4D1D-A667-E4B0E0ABFD0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今回の進捗のまとめ</a:t>
            </a:r>
          </a:p>
        </p:txBody>
      </p:sp>
      <p:sp>
        <p:nvSpPr>
          <p:cNvPr id="2" name="">
            <a:extLst xmlns:a="http://schemas.openxmlformats.org/drawingml/2006/main">
              <a:ext uri="{FF2B5EF4-FFF2-40B4-BE49-F238E27FC236}">
                <a16:creationId xmlns:a16="http://schemas.microsoft.com/office/drawing/2014/main" id="{2A2EAAAD-911B-43DC-B661-1DA64DF3310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A84BD9-F67E-4A4E-9C3A-21E1CD6D200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「コピュラを使う予定」から、何を学びどう生成するかへ。</a:t>
            </a:r>
          </a:p>
        </p:txBody>
      </p:sp>
      <p:sp>
        <p:nvSpPr>
          <p:cNvPr id="4" name="">
            <a:extLst xmlns:a="http://schemas.openxmlformats.org/drawingml/2006/main">
              <a:ext uri="{FF2B5EF4-FFF2-40B4-BE49-F238E27FC236}">
                <a16:creationId xmlns:a16="http://schemas.microsoft.com/office/drawing/2014/main" id="{B9E23581-EAA0-45F2-9F23-7034C0F95F8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まとめ</a:t>
            </a:r>
          </a:p>
        </p:txBody>
      </p:sp>
      <p:sp>
        <p:nvSpPr>
          <p:cNvPr id="5" name="">
            <a:extLst xmlns:a="http://schemas.openxmlformats.org/drawingml/2006/main">
              <a:ext uri="{FF2B5EF4-FFF2-40B4-BE49-F238E27FC236}">
                <a16:creationId xmlns:a16="http://schemas.microsoft.com/office/drawing/2014/main" id="{DE098D5A-E37C-463E-A1DC-26D045F17AA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42</a:t>
            </a:r>
          </a:p>
        </p:txBody>
      </p:sp>
      <p:sp>
        <p:nvSpPr>
          <p:cNvPr id="6" name="">
            <a:extLst xmlns:a="http://schemas.openxmlformats.org/drawingml/2006/main">
              <a:ext uri="{FF2B5EF4-FFF2-40B4-BE49-F238E27FC236}">
                <a16:creationId xmlns:a16="http://schemas.microsoft.com/office/drawing/2014/main" id="{4F0F2AD5-D486-41F4-BDDE-5A94BA0D56D3}"/>
              </a:ext>
            </a:extLst>
          </p:cNvPr>
          <p:cNvSpPr>
            <a:spLocks xmlns:a="http://schemas.openxmlformats.org/drawingml/2006/main" noGrp="1"/>
          </p:cNvSpPr>
          <p:nvPr/>
        </p:nvSpPr>
        <p:spPr>
          <a:xfrm xmlns:a="http://schemas.openxmlformats.org/drawingml/2006/main">
            <a:off x="552450" y="1952625"/>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79356AFF-87D6-405F-891E-FE89026737D9}"/>
              </a:ext>
            </a:extLst>
          </p:cNvPr>
          <p:cNvSpPr>
            <a:spLocks xmlns:a="http://schemas.openxmlformats.org/drawingml/2006/main" noGrp="1"/>
          </p:cNvSpPr>
          <p:nvPr/>
        </p:nvSpPr>
        <p:spPr>
          <a:xfrm xmlns:a="http://schemas.openxmlformats.org/drawingml/2006/main">
            <a:off x="1257300" y="1952625"/>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コピュラ：各列の分布と、位置の依存を分けて表す。</a:t>
            </a:r>
          </a:p>
        </p:txBody>
      </p:sp>
      <p:sp>
        <p:nvSpPr>
          <p:cNvPr id="8" name="">
            <a:extLst xmlns:a="http://schemas.openxmlformats.org/drawingml/2006/main">
              <a:ext uri="{FF2B5EF4-FFF2-40B4-BE49-F238E27FC236}">
                <a16:creationId xmlns:a16="http://schemas.microsoft.com/office/drawing/2014/main" id="{D1CF2446-D54E-42B0-9665-78BB13BBA4EE}"/>
              </a:ext>
            </a:extLst>
          </p:cNvPr>
          <p:cNvSpPr>
            <a:spLocks xmlns:a="http://schemas.openxmlformats.org/drawingml/2006/main" noGrp="1"/>
          </p:cNvSpPr>
          <p:nvPr/>
        </p:nvSpPr>
        <p:spPr>
          <a:xfrm xmlns:a="http://schemas.openxmlformats.org/drawingml/2006/main">
            <a:off x="552450" y="2776538"/>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599C2FD9-8E40-474B-B1D1-BB7CAD0F4C8F}"/>
              </a:ext>
            </a:extLst>
          </p:cNvPr>
          <p:cNvSpPr>
            <a:spLocks xmlns:a="http://schemas.openxmlformats.org/drawingml/2006/main" noGrp="1"/>
          </p:cNvSpPr>
          <p:nvPr/>
        </p:nvSpPr>
        <p:spPr>
          <a:xfrm xmlns:a="http://schemas.openxmlformats.org/drawingml/2006/main">
            <a:off x="1257300" y="2776538"/>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Gaussian：位置を潜在正規へ変換し、相関Rを推定。</a:t>
            </a:r>
          </a:p>
        </p:txBody>
      </p:sp>
      <p:sp>
        <p:nvSpPr>
          <p:cNvPr id="10" name="">
            <a:extLst xmlns:a="http://schemas.openxmlformats.org/drawingml/2006/main">
              <a:ext uri="{FF2B5EF4-FFF2-40B4-BE49-F238E27FC236}">
                <a16:creationId xmlns:a16="http://schemas.microsoft.com/office/drawing/2014/main" id="{D1129841-4C80-46A6-BB7E-18F5B1964119}"/>
              </a:ext>
            </a:extLst>
          </p:cNvPr>
          <p:cNvSpPr>
            <a:spLocks xmlns:a="http://schemas.openxmlformats.org/drawingml/2006/main" noGrp="1"/>
          </p:cNvSpPr>
          <p:nvPr/>
        </p:nvSpPr>
        <p:spPr>
          <a:xfrm xmlns:a="http://schemas.openxmlformats.org/drawingml/2006/main">
            <a:off x="552450" y="3600450"/>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B2E381EE-851D-4C89-828D-27353C28DC2F}"/>
              </a:ext>
            </a:extLst>
          </p:cNvPr>
          <p:cNvSpPr>
            <a:spLocks xmlns:a="http://schemas.openxmlformats.org/drawingml/2006/main" noGrp="1"/>
          </p:cNvSpPr>
          <p:nvPr/>
        </p:nvSpPr>
        <p:spPr>
          <a:xfrm xmlns:a="http://schemas.openxmlformats.org/drawingml/2006/main">
            <a:off x="1257300" y="3600450"/>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拡張：残した列を条件に、マスク列を同時に生成。</a:t>
            </a:r>
          </a:p>
        </p:txBody>
      </p:sp>
      <p:sp>
        <p:nvSpPr>
          <p:cNvPr id="12" name="">
            <a:extLst xmlns:a="http://schemas.openxmlformats.org/drawingml/2006/main">
              <a:ext uri="{FF2B5EF4-FFF2-40B4-BE49-F238E27FC236}">
                <a16:creationId xmlns:a16="http://schemas.microsoft.com/office/drawing/2014/main" id="{823ECD8E-55AC-4448-8A11-9E3FE3A32323}"/>
              </a:ext>
            </a:extLst>
          </p:cNvPr>
          <p:cNvSpPr>
            <a:spLocks xmlns:a="http://schemas.openxmlformats.org/drawingml/2006/main" noGrp="1"/>
          </p:cNvSpPr>
          <p:nvPr/>
        </p:nvSpPr>
        <p:spPr>
          <a:xfrm xmlns:a="http://schemas.openxmlformats.org/drawingml/2006/main">
            <a:off x="552450" y="4424363"/>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F807F4DE-2EA5-4DDC-855A-D28B417E7E36}"/>
              </a:ext>
            </a:extLst>
          </p:cNvPr>
          <p:cNvSpPr>
            <a:spLocks xmlns:a="http://schemas.openxmlformats.org/drawingml/2006/main" noGrp="1"/>
          </p:cNvSpPr>
          <p:nvPr/>
        </p:nvSpPr>
        <p:spPr>
          <a:xfrm xmlns:a="http://schemas.openxmlformats.org/drawingml/2006/main">
            <a:off x="1257300" y="4424363"/>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未検証：ラベル保持と、分類性能への継続的な効果。</a:t>
            </a:r>
          </a:p>
        </p:txBody>
      </p:sp>
      <p:sp>
        <p:nvSpPr>
          <p:cNvPr id="14" name="">
            <a:extLst xmlns:a="http://schemas.openxmlformats.org/drawingml/2006/main">
              <a:ext uri="{FF2B5EF4-FFF2-40B4-BE49-F238E27FC236}">
                <a16:creationId xmlns:a16="http://schemas.microsoft.com/office/drawing/2014/main" id="{9B798374-B46F-4C0B-B3A6-CC00BBF7F14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261E3CD-6A2A-45B4-ADE9-756E75D6E28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提案の中心：VIMEの置換を、依存に基づく条件付き生成へ</a:t>
            </a:r>
          </a:p>
        </p:txBody>
      </p:sp>
    </p:spTree>
    <p:extLst>
      <p:ext uri="{BB962C8B-B14F-4D97-AF65-F5344CB8AC3E}">
        <p14:creationId xmlns:p14="http://schemas.microsoft.com/office/powerpoint/2010/main" val="198583012"/>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7F9129-8168-4D4C-8885-88D04095525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保存済み結果：優位性はまだ判断できない</a:t>
            </a:r>
          </a:p>
        </p:txBody>
      </p:sp>
      <p:sp>
        <p:nvSpPr>
          <p:cNvPr id="2" name="">
            <a:extLst xmlns:a="http://schemas.openxmlformats.org/drawingml/2006/main">
              <a:ext uri="{FF2B5EF4-FFF2-40B4-BE49-F238E27FC236}">
                <a16:creationId xmlns:a16="http://schemas.microsoft.com/office/drawing/2014/main" id="{C85D8A7E-1ADF-4726-87FF-929836DF33F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0E2DBA-28C0-4498-8ECC-8A1806E644E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主指標ROC-AUC。5回の平均 ± 標準偏差。</a:t>
            </a:r>
          </a:p>
        </p:txBody>
      </p:sp>
      <p:sp>
        <p:nvSpPr>
          <p:cNvPr id="4" name="">
            <a:extLst xmlns:a="http://schemas.openxmlformats.org/drawingml/2006/main">
              <a:ext uri="{FF2B5EF4-FFF2-40B4-BE49-F238E27FC236}">
                <a16:creationId xmlns:a16="http://schemas.microsoft.com/office/drawing/2014/main" id="{EB8C9FC5-D6B1-4F56-A299-DEC4B94D081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62CEEBEF-EDA3-4848-BD02-46B688EAFB7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43</a:t>
            </a:r>
          </a:p>
        </p:txBody>
      </p:sp>
      <p:graphicFrame>
        <p:nvGraphicFramePr>
          <p:cNvPr id="15" name=""/>
          <p:cNvGraphicFramePr/>
          <p:nvPr/>
        </p:nvGraphicFramePr>
        <p:xfrm>
          <a:off xmlns:a="http://schemas.openxmlformats.org/drawingml/2006/main" x="514350" y="2076450"/>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2025" b="1">
                          <a:solidFill>
                            <a:srgbClr val="2E7D5B"/>
                          </a:solidFill>
                          <a:latin typeface="Noto Sans JP"/>
                          <a:ea typeface="Noto Sans JP"/>
                          <a:cs typeface="Noto Sans JP"/>
                        </a:rPr>
                        <a:t>データ</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VIME：Gaussian copula</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差の95% CI</a:t>
                      </a:r>
                    </a:p>
                  </a:txBody>
                  <a:tcPr marL="91440" marR="91440" marT="45720" marB="45720" anchor="ctr">
                    <a:solidFill>
                      <a:srgbClr val="E7F2EC"/>
                    </a:solidFill>
                  </a:tcPr>
                </a:tc>
              </a:tr>
              <a:tr h="796925">
                <a:tc>
                  <a:txBody>
                    <a:bodyPr/>
                    <a:lstStyle/>
                    <a:p>
                      <a:pPr algn="ctr"/>
                      <a:r>
                        <a:rPr sz="202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[−0.005, +0.011]</a:t>
                      </a:r>
                    </a:p>
                  </a:txBody>
                  <a:tcPr marL="91440" marR="91440" marT="45720" marB="45720" anchor="ctr">
                    <a:solidFill>
                      <a:srgbClr val="FFFFFF"/>
                    </a:solidFill>
                  </a:tcPr>
                </a:tc>
              </a:tr>
              <a:tr h="796925">
                <a:tc>
                  <a:txBody>
                    <a:bodyPr/>
                    <a:lstStyle/>
                    <a:p>
                      <a:pPr algn="ctr"/>
                      <a:r>
                        <a:rPr sz="202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[−0.079, +0.109]</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F74911EC-7356-4F7A-BB01-303220DAEA87}"/>
              </a:ext>
            </a:extLst>
          </p:cNvPr>
          <p:cNvSpPr>
            <a:spLocks xmlns:a="http://schemas.openxmlformats.org/drawingml/2006/main" noGrp="1"/>
          </p:cNvSpPr>
          <p:nvPr/>
        </p:nvSpPr>
        <p:spPr>
          <a:xfrm xmlns:a="http://schemas.openxmlformats.org/drawingml/2006/main">
            <a:off x="619125" y="47053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E0562B"/>
                </a:solidFill>
                <a:latin typeface="Noto Sans JP"/>
                <a:ea typeface="Noto Sans JP"/>
                <a:cs typeface="Noto Sans JP"/>
              </a:defRPr>
            </a:pPr>
            <a:r>
              <a:rPr sz="2100" b="1">
                <a:solidFill>
                  <a:srgbClr val="E0562B"/>
                </a:solidFill>
                <a:latin typeface="Noto Sans JP"/>
                <a:ea typeface="Noto Sans JP"/>
                <a:cs typeface="Noto Sans JP"/>
              </a:rPr>
              <a:t>平均差は +0.003 / +0.021。ただし、両方の区間が0を含む。</a:t>
            </a:r>
          </a:p>
        </p:txBody>
      </p:sp>
      <p:sp>
        <p:nvSpPr>
          <p:cNvPr id="8" name="">
            <a:extLst xmlns:a="http://schemas.openxmlformats.org/drawingml/2006/main">
              <a:ext uri="{FF2B5EF4-FFF2-40B4-BE49-F238E27FC236}">
                <a16:creationId xmlns:a16="http://schemas.microsoft.com/office/drawing/2014/main" id="{4468E3E0-A06F-405B-B636-D4E976165AC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EE07FB-D0F7-4E55-A8A5-D0E19D387A1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実装と比較の入口はできた。性能改善という結論には、検証が不足</a:t>
            </a:r>
          </a:p>
        </p:txBody>
      </p:sp>
    </p:spTree>
    <p:extLst>
      <p:ext uri="{BB962C8B-B14F-4D97-AF65-F5344CB8AC3E}">
        <p14:creationId xmlns:p14="http://schemas.microsoft.com/office/powerpoint/2010/main" val="1235706521"/>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99ABBA-2860-4598-869C-F8363425233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補足：コピュラの数学的条件</a:t>
            </a:r>
          </a:p>
        </p:txBody>
      </p:sp>
      <p:sp>
        <p:nvSpPr>
          <p:cNvPr id="2" name="">
            <a:extLst xmlns:a="http://schemas.openxmlformats.org/drawingml/2006/main">
              <a:ext uri="{FF2B5EF4-FFF2-40B4-BE49-F238E27FC236}">
                <a16:creationId xmlns:a16="http://schemas.microsoft.com/office/drawing/2014/main" id="{EAC57E76-AA16-4C52-94C0-121294799A3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B40569-4A97-4114-A14E-B86A4E3BC36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確率分布として成立するための条件を、2変量で書く。</a:t>
            </a:r>
          </a:p>
        </p:txBody>
      </p:sp>
      <p:sp>
        <p:nvSpPr>
          <p:cNvPr id="4" name="">
            <a:extLst xmlns:a="http://schemas.openxmlformats.org/drawingml/2006/main">
              <a:ext uri="{FF2B5EF4-FFF2-40B4-BE49-F238E27FC236}">
                <a16:creationId xmlns:a16="http://schemas.microsoft.com/office/drawing/2014/main" id="{D08A95AB-E228-4559-9A2B-E9044772542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B8698838-309A-48F8-A455-B9B7A92B0F8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44</a:t>
            </a:r>
          </a:p>
        </p:txBody>
      </p:sp>
      <p:sp>
        <p:nvSpPr>
          <p:cNvPr id="6" name="">
            <a:extLst xmlns:a="http://schemas.openxmlformats.org/drawingml/2006/main">
              <a:ext uri="{FF2B5EF4-FFF2-40B4-BE49-F238E27FC236}">
                <a16:creationId xmlns:a16="http://schemas.microsoft.com/office/drawing/2014/main" id="{11047842-A6CF-4E7F-8A22-897FCB788462}"/>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883E84B-C99D-4AA7-B2CB-F002E5F2536E}"/>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C(u, 0) = C(0, v) = 0 ;  C(u, 1) = u ;  C(1, v) = v</a:t>
            </a:r>
          </a:p>
        </p:txBody>
      </p:sp>
      <p:sp>
        <p:nvSpPr>
          <p:cNvPr id="8" name="">
            <a:extLst xmlns:a="http://schemas.openxmlformats.org/drawingml/2006/main">
              <a:ext uri="{FF2B5EF4-FFF2-40B4-BE49-F238E27FC236}">
                <a16:creationId xmlns:a16="http://schemas.microsoft.com/office/drawing/2014/main" id="{DBD2C976-6BA7-4476-8B57-CDFB999D7BD2}"/>
              </a:ext>
            </a:extLst>
          </p:cNvPr>
          <p:cNvSpPr>
            <a:spLocks xmlns:a="http://schemas.openxmlformats.org/drawingml/2006/main" noGrp="1"/>
          </p:cNvSpPr>
          <p:nvPr/>
        </p:nvSpPr>
        <p:spPr>
          <a:xfrm xmlns:a="http://schemas.openxmlformats.org/drawingml/2006/main">
            <a:off x="628650" y="34671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任意の u₁ ≤ u₂, v₁ ≤ v₂ に対し、</a:t>
            </a:r>
          </a:p>
        </p:txBody>
      </p:sp>
      <p:sp>
        <p:nvSpPr>
          <p:cNvPr id="9" name="">
            <a:extLst xmlns:a="http://schemas.openxmlformats.org/drawingml/2006/main">
              <a:ext uri="{FF2B5EF4-FFF2-40B4-BE49-F238E27FC236}">
                <a16:creationId xmlns:a16="http://schemas.microsoft.com/office/drawing/2014/main" id="{3877E287-16E5-469B-8326-061F2D216AC1}"/>
              </a:ext>
            </a:extLst>
          </p:cNvPr>
          <p:cNvSpPr>
            <a:spLocks xmlns:a="http://schemas.openxmlformats.org/drawingml/2006/main" noGrp="1"/>
          </p:cNvSpPr>
          <p:nvPr/>
        </p:nvSpPr>
        <p:spPr>
          <a:xfrm xmlns:a="http://schemas.openxmlformats.org/drawingml/2006/main">
            <a:off x="514350" y="3952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12DC953-B431-43AA-90AA-030960374695}"/>
              </a:ext>
            </a:extLst>
          </p:cNvPr>
          <p:cNvSpPr>
            <a:spLocks xmlns:a="http://schemas.openxmlformats.org/drawingml/2006/main" noGrp="1"/>
          </p:cNvSpPr>
          <p:nvPr/>
        </p:nvSpPr>
        <p:spPr>
          <a:xfrm xmlns:a="http://schemas.openxmlformats.org/drawingml/2006/main">
            <a:off x="704850" y="4048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C(u₂,v₂) − C(u₁,v₂) − C(u₂,v₁) + C(u₁,v₁) ≥ 0</a:t>
            </a:r>
          </a:p>
        </p:txBody>
      </p:sp>
      <p:sp>
        <p:nvSpPr>
          <p:cNvPr id="11" name="">
            <a:extLst xmlns:a="http://schemas.openxmlformats.org/drawingml/2006/main">
              <a:ext uri="{FF2B5EF4-FFF2-40B4-BE49-F238E27FC236}">
                <a16:creationId xmlns:a16="http://schemas.microsoft.com/office/drawing/2014/main" id="{727908F7-0BBB-4C5D-AA63-1A6EA591B60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BD01460-9031-45AF-A9C2-B6D06926452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左辺は、長方形 (u₁,u₂] × (v₁,v₂] に入る確率</a:t>
            </a:r>
          </a:p>
        </p:txBody>
      </p:sp>
    </p:spTree>
    <p:extLst>
      <p:ext uri="{BB962C8B-B14F-4D97-AF65-F5344CB8AC3E}">
        <p14:creationId xmlns:p14="http://schemas.microsoft.com/office/powerpoint/2010/main" val="582705857"/>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A8AD3D7-631A-4899-A10E-FAB50203CD8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補足：一様になる理由と例外</a:t>
            </a:r>
          </a:p>
        </p:txBody>
      </p:sp>
      <p:sp>
        <p:nvSpPr>
          <p:cNvPr id="2" name="">
            <a:extLst xmlns:a="http://schemas.openxmlformats.org/drawingml/2006/main">
              <a:ext uri="{FF2B5EF4-FFF2-40B4-BE49-F238E27FC236}">
                <a16:creationId xmlns:a16="http://schemas.microsoft.com/office/drawing/2014/main" id="{D2686AB7-C770-4D3D-94E0-0031C1E3BA4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2DAF5F-324F-44E8-91D4-65FC330940E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連続な累積分布を使う確率積分変換。</a:t>
            </a:r>
          </a:p>
        </p:txBody>
      </p:sp>
      <p:sp>
        <p:nvSpPr>
          <p:cNvPr id="4" name="">
            <a:extLst xmlns:a="http://schemas.openxmlformats.org/drawingml/2006/main">
              <a:ext uri="{FF2B5EF4-FFF2-40B4-BE49-F238E27FC236}">
                <a16:creationId xmlns:a16="http://schemas.microsoft.com/office/drawing/2014/main" id="{DF5CBB71-AA76-4316-B926-5C264BFA4AC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47DD8412-50F8-4D9F-BC36-A3B0964783F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45</a:t>
            </a:r>
          </a:p>
        </p:txBody>
      </p:sp>
      <p:sp>
        <p:nvSpPr>
          <p:cNvPr id="6" name="">
            <a:extLst xmlns:a="http://schemas.openxmlformats.org/drawingml/2006/main">
              <a:ext uri="{FF2B5EF4-FFF2-40B4-BE49-F238E27FC236}">
                <a16:creationId xmlns:a16="http://schemas.microsoft.com/office/drawing/2014/main" id="{3C237C9B-C06E-4167-BC70-F43B5A212780}"/>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9B2A093-9B69-408D-80A6-1E470401F176}"/>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P(U ≤ u) = P(Fₓ(X) ≤ u) = P(X ≤ Fₓ⁻¹(u)) = u</a:t>
            </a:r>
          </a:p>
        </p:txBody>
      </p:sp>
      <p:sp>
        <p:nvSpPr>
          <p:cNvPr id="8" name="">
            <a:extLst xmlns:a="http://schemas.openxmlformats.org/drawingml/2006/main">
              <a:ext uri="{FF2B5EF4-FFF2-40B4-BE49-F238E27FC236}">
                <a16:creationId xmlns:a16="http://schemas.microsoft.com/office/drawing/2014/main" id="{5B747770-2E17-4D7D-8C92-6479F2D73289}"/>
              </a:ext>
            </a:extLst>
          </p:cNvPr>
          <p:cNvSpPr>
            <a:spLocks xmlns:a="http://schemas.openxmlformats.org/drawingml/2006/main" noGrp="1"/>
          </p:cNvSpPr>
          <p:nvPr/>
        </p:nvSpPr>
        <p:spPr>
          <a:xfrm xmlns:a="http://schemas.openxmlformats.org/drawingml/2006/main">
            <a:off x="514350" y="3381375"/>
            <a:ext cx="531495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5EE82EB-A137-4146-9C85-5B1E296B6E1A}"/>
              </a:ext>
            </a:extLst>
          </p:cNvPr>
          <p:cNvSpPr>
            <a:spLocks xmlns:a="http://schemas.openxmlformats.org/drawingml/2006/main" noGrp="1"/>
          </p:cNvSpPr>
          <p:nvPr/>
        </p:nvSpPr>
        <p:spPr>
          <a:xfrm xmlns:a="http://schemas.openxmlformats.org/drawingml/2006/main">
            <a:off x="704850" y="34956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連続な場合</a:t>
            </a:r>
          </a:p>
        </p:txBody>
      </p:sp>
      <p:sp>
        <p:nvSpPr>
          <p:cNvPr id="10" name="">
            <a:extLst xmlns:a="http://schemas.openxmlformats.org/drawingml/2006/main">
              <a:ext uri="{FF2B5EF4-FFF2-40B4-BE49-F238E27FC236}">
                <a16:creationId xmlns:a16="http://schemas.microsoft.com/office/drawing/2014/main" id="{24C4E4A8-F15B-4505-8321-F1DD559B065C}"/>
              </a:ext>
            </a:extLst>
          </p:cNvPr>
          <p:cNvSpPr>
            <a:spLocks xmlns:a="http://schemas.openxmlformats.org/drawingml/2006/main" noGrp="1"/>
          </p:cNvSpPr>
          <p:nvPr/>
        </p:nvSpPr>
        <p:spPr>
          <a:xfrm xmlns:a="http://schemas.openxmlformats.org/drawingml/2006/main">
            <a:off x="704850" y="4048125"/>
            <a:ext cx="4933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累積位置uまでに入る割合はu。</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したがってUは一様になる。</a:t>
            </a:r>
          </a:p>
        </p:txBody>
      </p:sp>
      <p:sp>
        <p:nvSpPr>
          <p:cNvPr id="11" name="">
            <a:extLst xmlns:a="http://schemas.openxmlformats.org/drawingml/2006/main">
              <a:ext uri="{FF2B5EF4-FFF2-40B4-BE49-F238E27FC236}">
                <a16:creationId xmlns:a16="http://schemas.microsoft.com/office/drawing/2014/main" id="{040517DA-6203-4E1E-B591-A73B0017B7E0}"/>
              </a:ext>
            </a:extLst>
          </p:cNvPr>
          <p:cNvSpPr>
            <a:spLocks xmlns:a="http://schemas.openxmlformats.org/drawingml/2006/main" noGrp="1"/>
          </p:cNvSpPr>
          <p:nvPr/>
        </p:nvSpPr>
        <p:spPr>
          <a:xfrm xmlns:a="http://schemas.openxmlformats.org/drawingml/2006/main">
            <a:off x="6076950" y="3381375"/>
            <a:ext cx="560070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4B2B6D0-DA3D-46E2-A71A-05D4E26C41E3}"/>
              </a:ext>
            </a:extLst>
          </p:cNvPr>
          <p:cNvSpPr>
            <a:spLocks xmlns:a="http://schemas.openxmlformats.org/drawingml/2006/main" noGrp="1"/>
          </p:cNvSpPr>
          <p:nvPr/>
        </p:nvSpPr>
        <p:spPr>
          <a:xfrm xmlns:a="http://schemas.openxmlformats.org/drawingml/2006/main">
            <a:off x="6267450" y="34956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離散・同値のある場合</a:t>
            </a:r>
          </a:p>
        </p:txBody>
      </p:sp>
      <p:sp>
        <p:nvSpPr>
          <p:cNvPr id="13" name="">
            <a:extLst xmlns:a="http://schemas.openxmlformats.org/drawingml/2006/main">
              <a:ext uri="{FF2B5EF4-FFF2-40B4-BE49-F238E27FC236}">
                <a16:creationId xmlns:a16="http://schemas.microsoft.com/office/drawing/2014/main" id="{B6DD5EDF-CC65-43B3-A2D0-BB774AFAE00A}"/>
              </a:ext>
            </a:extLst>
          </p:cNvPr>
          <p:cNvSpPr>
            <a:spLocks xmlns:a="http://schemas.openxmlformats.org/drawingml/2006/main" noGrp="1"/>
          </p:cNvSpPr>
          <p:nvPr/>
        </p:nvSpPr>
        <p:spPr>
          <a:xfrm xmlns:a="http://schemas.openxmlformats.org/drawingml/2006/main">
            <a:off x="6267450" y="4048125"/>
            <a:ext cx="5219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位置に飛びができる。</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F(X)が連続一様とは限らない。</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連続モデルの式をそのまま使わない。</a:t>
            </a:r>
          </a:p>
        </p:txBody>
      </p:sp>
      <p:sp>
        <p:nvSpPr>
          <p:cNvPr id="14" name="">
            <a:extLst xmlns:a="http://schemas.openxmlformats.org/drawingml/2006/main">
              <a:ext uri="{FF2B5EF4-FFF2-40B4-BE49-F238E27FC236}">
                <a16:creationId xmlns:a16="http://schemas.microsoft.com/office/drawing/2014/main" id="{CEDAB9E2-76D5-4FCC-97C9-AFF9F65B9DD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9BE3EEA-4252-4D00-84D9-0780F38E1C2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「連続な周辺分布」という前提を付けて説明する</a:t>
            </a:r>
          </a:p>
        </p:txBody>
      </p:sp>
    </p:spTree>
    <p:extLst>
      <p:ext uri="{BB962C8B-B14F-4D97-AF65-F5344CB8AC3E}">
        <p14:creationId xmlns:p14="http://schemas.microsoft.com/office/powerpoint/2010/main" val="719775875"/>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7B3A87F-B22E-4E0C-A8DB-2829773C6EB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補足：密度と条件付き分布</a:t>
            </a:r>
          </a:p>
        </p:txBody>
      </p:sp>
      <p:sp>
        <p:nvSpPr>
          <p:cNvPr id="2" name="">
            <a:extLst xmlns:a="http://schemas.openxmlformats.org/drawingml/2006/main">
              <a:ext uri="{FF2B5EF4-FFF2-40B4-BE49-F238E27FC236}">
                <a16:creationId xmlns:a16="http://schemas.microsoft.com/office/drawing/2014/main" id="{FB3325D0-0611-4679-BB50-15A56DEC58D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0D3413-9F09-47F8-993D-D9866E20432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累積分布Cと、密度cは違うもの。</a:t>
            </a:r>
          </a:p>
        </p:txBody>
      </p:sp>
      <p:sp>
        <p:nvSpPr>
          <p:cNvPr id="4" name="">
            <a:extLst xmlns:a="http://schemas.openxmlformats.org/drawingml/2006/main">
              <a:ext uri="{FF2B5EF4-FFF2-40B4-BE49-F238E27FC236}">
                <a16:creationId xmlns:a16="http://schemas.microsoft.com/office/drawing/2014/main" id="{E5950BB9-B1DE-4541-884A-67D4C153E40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332895B4-DFC7-4CEF-BE99-CBB4FA9D538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46</a:t>
            </a:r>
          </a:p>
        </p:txBody>
      </p:sp>
      <p:sp>
        <p:nvSpPr>
          <p:cNvPr id="6" name="">
            <a:extLst xmlns:a="http://schemas.openxmlformats.org/drawingml/2006/main">
              <a:ext uri="{FF2B5EF4-FFF2-40B4-BE49-F238E27FC236}">
                <a16:creationId xmlns:a16="http://schemas.microsoft.com/office/drawing/2014/main" id="{BD3E183B-05EF-4645-BBCF-0781F7EF8295}"/>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802E84D-9A48-4E80-9454-F4116A382111}"/>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1">
                <a:solidFill>
                  <a:srgbClr val="2B6777"/>
                </a:solidFill>
                <a:latin typeface="Noto Sans JP"/>
                <a:ea typeface="Noto Sans JP"/>
                <a:cs typeface="Noto Sans JP"/>
              </a:defRPr>
            </a:pPr>
            <a:r>
              <a:rPr sz="3000" b="1">
                <a:solidFill>
                  <a:srgbClr val="2B6777"/>
                </a:solidFill>
                <a:latin typeface="Noto Sans JP"/>
                <a:ea typeface="Noto Sans JP"/>
                <a:cs typeface="Noto Sans JP"/>
              </a:rPr>
              <a:t>c(u, v) = ∂²C(u, v) / (∂u ∂v)</a:t>
            </a:r>
          </a:p>
        </p:txBody>
      </p:sp>
      <p:sp>
        <p:nvSpPr>
          <p:cNvPr id="8" name="">
            <a:extLst xmlns:a="http://schemas.openxmlformats.org/drawingml/2006/main">
              <a:ext uri="{FF2B5EF4-FFF2-40B4-BE49-F238E27FC236}">
                <a16:creationId xmlns:a16="http://schemas.microsoft.com/office/drawing/2014/main" id="{1F61E532-5DB7-4EAD-A6BE-7F6D7FA7E2D1}"/>
              </a:ext>
            </a:extLst>
          </p:cNvPr>
          <p:cNvSpPr>
            <a:spLocks xmlns:a="http://schemas.openxmlformats.org/drawingml/2006/main" noGrp="1"/>
          </p:cNvSpPr>
          <p:nvPr/>
        </p:nvSpPr>
        <p:spPr>
          <a:xfrm xmlns:a="http://schemas.openxmlformats.org/drawingml/2006/main">
            <a:off x="514350" y="3190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CE01992-93EF-408C-98E3-2D10AD044290}"/>
              </a:ext>
            </a:extLst>
          </p:cNvPr>
          <p:cNvSpPr>
            <a:spLocks xmlns:a="http://schemas.openxmlformats.org/drawingml/2006/main" noGrp="1"/>
          </p:cNvSpPr>
          <p:nvPr/>
        </p:nvSpPr>
        <p:spPr>
          <a:xfrm xmlns:a="http://schemas.openxmlformats.org/drawingml/2006/main">
            <a:off x="704850" y="3286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fₓᵧ(x, y) = c(Fₓ(x), Fᵧ(y)) × fₓ(x) × fᵧ(y)</a:t>
            </a:r>
          </a:p>
        </p:txBody>
      </p:sp>
      <p:sp>
        <p:nvSpPr>
          <p:cNvPr id="10" name="">
            <a:extLst xmlns:a="http://schemas.openxmlformats.org/drawingml/2006/main">
              <a:ext uri="{FF2B5EF4-FFF2-40B4-BE49-F238E27FC236}">
                <a16:creationId xmlns:a16="http://schemas.microsoft.com/office/drawing/2014/main" id="{32337049-BFEB-4DF0-AFB3-93C66212E332}"/>
              </a:ext>
            </a:extLst>
          </p:cNvPr>
          <p:cNvSpPr>
            <a:spLocks xmlns:a="http://schemas.openxmlformats.org/drawingml/2006/main" noGrp="1"/>
          </p:cNvSpPr>
          <p:nvPr/>
        </p:nvSpPr>
        <p:spPr>
          <a:xfrm xmlns:a="http://schemas.openxmlformats.org/drawingml/2006/main">
            <a:off x="514350" y="44577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BADEBEC-77BB-4B2C-A34A-91C8B032CB95}"/>
              </a:ext>
            </a:extLst>
          </p:cNvPr>
          <p:cNvSpPr>
            <a:spLocks xmlns:a="http://schemas.openxmlformats.org/drawingml/2006/main" noGrp="1"/>
          </p:cNvSpPr>
          <p:nvPr/>
        </p:nvSpPr>
        <p:spPr>
          <a:xfrm xmlns:a="http://schemas.openxmlformats.org/drawingml/2006/main">
            <a:off x="704850" y="45529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fᵧ|ₓ(y | x) = c(Fₓ(x), Fᵧ(y)) × fᵧ(y)</a:t>
            </a:r>
          </a:p>
        </p:txBody>
      </p:sp>
      <p:sp>
        <p:nvSpPr>
          <p:cNvPr id="12" name="">
            <a:extLst xmlns:a="http://schemas.openxmlformats.org/drawingml/2006/main">
              <a:ext uri="{FF2B5EF4-FFF2-40B4-BE49-F238E27FC236}">
                <a16:creationId xmlns:a16="http://schemas.microsoft.com/office/drawing/2014/main" id="{ACFDFEB3-CF1F-4F50-B730-FBB60C3CD44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2C9DF57-16CD-4BF9-A282-298BB19D206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密度が存在する場合の式。すべてのコピュラに密度があるわけではない</a:t>
            </a:r>
          </a:p>
        </p:txBody>
      </p:sp>
    </p:spTree>
    <p:extLst>
      <p:ext uri="{BB962C8B-B14F-4D97-AF65-F5344CB8AC3E}">
        <p14:creationId xmlns:p14="http://schemas.microsoft.com/office/powerpoint/2010/main" val="354751546"/>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0DBD0F8-4909-4357-9967-56BD4DB5846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補足：Gaussian copulaの正式な式</a:t>
            </a:r>
          </a:p>
        </p:txBody>
      </p:sp>
      <p:sp>
        <p:nvSpPr>
          <p:cNvPr id="2" name="">
            <a:extLst xmlns:a="http://schemas.openxmlformats.org/drawingml/2006/main">
              <a:ext uri="{FF2B5EF4-FFF2-40B4-BE49-F238E27FC236}">
                <a16:creationId xmlns:a16="http://schemas.microsoft.com/office/drawing/2014/main" id="{6E72B742-DFA0-47B7-9302-9A5F383F503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404E38-29D4-4975-894C-672195739A5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ΦRは相関Rを持つ、多変量標準正規の累積分布。</a:t>
            </a:r>
          </a:p>
        </p:txBody>
      </p:sp>
      <p:sp>
        <p:nvSpPr>
          <p:cNvPr id="4" name="">
            <a:extLst xmlns:a="http://schemas.openxmlformats.org/drawingml/2006/main">
              <a:ext uri="{FF2B5EF4-FFF2-40B4-BE49-F238E27FC236}">
                <a16:creationId xmlns:a16="http://schemas.microsoft.com/office/drawing/2014/main" id="{34CBAC4A-D409-45E7-B56A-4A390C2BEF8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065A0CCD-42F4-46DA-BAC9-7E1287FF2CA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47</a:t>
            </a:r>
          </a:p>
        </p:txBody>
      </p:sp>
      <p:sp>
        <p:nvSpPr>
          <p:cNvPr id="6" name="">
            <a:extLst xmlns:a="http://schemas.openxmlformats.org/drawingml/2006/main">
              <a:ext uri="{FF2B5EF4-FFF2-40B4-BE49-F238E27FC236}">
                <a16:creationId xmlns:a16="http://schemas.microsoft.com/office/drawing/2014/main" id="{E9427E80-644A-4C0D-A824-8CD0E632F6F9}"/>
              </a:ext>
            </a:extLst>
          </p:cNvPr>
          <p:cNvSpPr>
            <a:spLocks xmlns:a="http://schemas.openxmlformats.org/drawingml/2006/main" noGrp="1"/>
          </p:cNvSpPr>
          <p:nvPr/>
        </p:nvSpPr>
        <p:spPr>
          <a:xfrm xmlns:a="http://schemas.openxmlformats.org/drawingml/2006/main">
            <a:off x="514350" y="19812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225C387-D028-41C8-82D0-744AAC341961}"/>
              </a:ext>
            </a:extLst>
          </p:cNvPr>
          <p:cNvSpPr>
            <a:spLocks xmlns:a="http://schemas.openxmlformats.org/drawingml/2006/main" noGrp="1"/>
          </p:cNvSpPr>
          <p:nvPr/>
        </p:nvSpPr>
        <p:spPr>
          <a:xfrm xmlns:a="http://schemas.openxmlformats.org/drawingml/2006/main">
            <a:off x="704850" y="20764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2B6777"/>
                </a:solidFill>
                <a:latin typeface="Noto Sans JP"/>
                <a:ea typeface="Noto Sans JP"/>
                <a:cs typeface="Noto Sans JP"/>
              </a:defRPr>
            </a:pPr>
            <a:r>
              <a:rPr sz="2625" b="1">
                <a:solidFill>
                  <a:srgbClr val="2B6777"/>
                </a:solidFill>
                <a:latin typeface="Noto Sans JP"/>
                <a:ea typeface="Noto Sans JP"/>
                <a:cs typeface="Noto Sans JP"/>
              </a:rPr>
              <a:t>C_R(u₁, …, u_d) = Φ_R(Φ⁻¹(u₁), …, Φ⁻¹(u_d))</a:t>
            </a:r>
          </a:p>
        </p:txBody>
      </p:sp>
      <p:sp>
        <p:nvSpPr>
          <p:cNvPr id="8" name="">
            <a:extLst xmlns:a="http://schemas.openxmlformats.org/drawingml/2006/main">
              <a:ext uri="{FF2B5EF4-FFF2-40B4-BE49-F238E27FC236}">
                <a16:creationId xmlns:a16="http://schemas.microsoft.com/office/drawing/2014/main" id="{E4EEDD33-308B-4A2C-B1B1-A24C494DEA6C}"/>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D7E7964F-7B6D-4C1D-B935-4568A988C049}"/>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各 uⱼ を標準正規のしきい値 zⱼへ変換する。</a:t>
            </a:r>
          </a:p>
        </p:txBody>
      </p:sp>
      <p:sp>
        <p:nvSpPr>
          <p:cNvPr id="10" name="">
            <a:extLst xmlns:a="http://schemas.openxmlformats.org/drawingml/2006/main">
              <a:ext uri="{FF2B5EF4-FFF2-40B4-BE49-F238E27FC236}">
                <a16:creationId xmlns:a16="http://schemas.microsoft.com/office/drawing/2014/main" id="{9888307D-0889-4B73-A0CB-0D2693BF9DBC}"/>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04DECA1B-46D7-435F-9BC1-3CA39C0F2DB9}"/>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多変量正規モデルで P(Z₁ ≤ z₁, …, Z_d ≤ z_d) を求める。</a:t>
            </a:r>
          </a:p>
        </p:txBody>
      </p:sp>
      <p:sp>
        <p:nvSpPr>
          <p:cNvPr id="12" name="">
            <a:extLst xmlns:a="http://schemas.openxmlformats.org/drawingml/2006/main">
              <a:ext uri="{FF2B5EF4-FFF2-40B4-BE49-F238E27FC236}">
                <a16:creationId xmlns:a16="http://schemas.microsoft.com/office/drawing/2014/main" id="{2A13D1D4-833F-4531-BBBE-371D5F901D24}"/>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76EC6343-E6A7-4F3C-8266-BC8F4ADAE07C}"/>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Rは、元の特徴のPearson相関行列とは一般に違う。</a:t>
            </a:r>
          </a:p>
        </p:txBody>
      </p:sp>
      <p:sp>
        <p:nvSpPr>
          <p:cNvPr id="14" name="">
            <a:extLst xmlns:a="http://schemas.openxmlformats.org/drawingml/2006/main">
              <a:ext uri="{FF2B5EF4-FFF2-40B4-BE49-F238E27FC236}">
                <a16:creationId xmlns:a16="http://schemas.microsoft.com/office/drawing/2014/main" id="{13A779B6-BF5F-40ED-A1AF-D9DF95B4B53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51CD606-6BDB-45BF-95B6-4FC954695F5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各列の形は自由にし、位置の同時分布へ正規の仮定を置く</a:t>
            </a:r>
          </a:p>
        </p:txBody>
      </p:sp>
    </p:spTree>
    <p:extLst>
      <p:ext uri="{BB962C8B-B14F-4D97-AF65-F5344CB8AC3E}">
        <p14:creationId xmlns:p14="http://schemas.microsoft.com/office/powerpoint/2010/main" val="1679536566"/>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4CC8DAC-B604-4043-A9D4-7E571F1AF7B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補足：多変量の条件付き生成</a:t>
            </a:r>
          </a:p>
        </p:txBody>
      </p:sp>
      <p:sp>
        <p:nvSpPr>
          <p:cNvPr id="2" name="">
            <a:extLst xmlns:a="http://schemas.openxmlformats.org/drawingml/2006/main">
              <a:ext uri="{FF2B5EF4-FFF2-40B4-BE49-F238E27FC236}">
                <a16:creationId xmlns:a16="http://schemas.microsoft.com/office/drawing/2014/main" id="{31A2FB05-FB1A-40AD-979E-3004444352C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BA40FC-E8F5-4177-A067-0B42F05F74E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M：置換する列、O：そのまま残す列。</a:t>
            </a:r>
          </a:p>
        </p:txBody>
      </p:sp>
      <p:sp>
        <p:nvSpPr>
          <p:cNvPr id="4" name="">
            <a:extLst xmlns:a="http://schemas.openxmlformats.org/drawingml/2006/main">
              <a:ext uri="{FF2B5EF4-FFF2-40B4-BE49-F238E27FC236}">
                <a16:creationId xmlns:a16="http://schemas.microsoft.com/office/drawing/2014/main" id="{16D30D59-E2CF-4DE1-8353-C3642095391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23C534A0-3E54-4FFE-9AC1-44EF861C6E7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48</a:t>
            </a:r>
          </a:p>
        </p:txBody>
      </p:sp>
      <p:sp>
        <p:nvSpPr>
          <p:cNvPr id="6" name="">
            <a:extLst xmlns:a="http://schemas.openxmlformats.org/drawingml/2006/main">
              <a:ext uri="{FF2B5EF4-FFF2-40B4-BE49-F238E27FC236}">
                <a16:creationId xmlns:a16="http://schemas.microsoft.com/office/drawing/2014/main" id="{145F9884-F10D-43AB-8E48-2B8B929A45A5}"/>
              </a:ext>
            </a:extLst>
          </p:cNvPr>
          <p:cNvSpPr>
            <a:spLocks xmlns:a="http://schemas.openxmlformats.org/drawingml/2006/main" noGrp="1"/>
          </p:cNvSpPr>
          <p:nvPr/>
        </p:nvSpPr>
        <p:spPr>
          <a:xfrm xmlns:a="http://schemas.openxmlformats.org/drawingml/2006/main">
            <a:off x="514350" y="18288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368798E-809F-48CB-8F3C-39A559192BAB}"/>
              </a:ext>
            </a:extLst>
          </p:cNvPr>
          <p:cNvSpPr>
            <a:spLocks xmlns:a="http://schemas.openxmlformats.org/drawingml/2006/main" noGrp="1"/>
          </p:cNvSpPr>
          <p:nvPr/>
        </p:nvSpPr>
        <p:spPr>
          <a:xfrm xmlns:a="http://schemas.openxmlformats.org/drawingml/2006/main">
            <a:off x="704850" y="19240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Z_M | Z_O = z_O ~ N(μ_M|O, Σ_M|O)</a:t>
            </a:r>
          </a:p>
        </p:txBody>
      </p:sp>
      <p:sp>
        <p:nvSpPr>
          <p:cNvPr id="8" name="">
            <a:extLst xmlns:a="http://schemas.openxmlformats.org/drawingml/2006/main">
              <a:ext uri="{FF2B5EF4-FFF2-40B4-BE49-F238E27FC236}">
                <a16:creationId xmlns:a16="http://schemas.microsoft.com/office/drawing/2014/main" id="{544D78BA-6ABB-4847-9A14-8EF2DF54B92F}"/>
              </a:ext>
            </a:extLst>
          </p:cNvPr>
          <p:cNvSpPr>
            <a:spLocks xmlns:a="http://schemas.openxmlformats.org/drawingml/2006/main" noGrp="1"/>
          </p:cNvSpPr>
          <p:nvPr/>
        </p:nvSpPr>
        <p:spPr>
          <a:xfrm xmlns:a="http://schemas.openxmlformats.org/drawingml/2006/main">
            <a:off x="514350" y="3057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B8171EE-C8D2-403A-B2EF-E4694770D883}"/>
              </a:ext>
            </a:extLst>
          </p:cNvPr>
          <p:cNvSpPr>
            <a:spLocks xmlns:a="http://schemas.openxmlformats.org/drawingml/2006/main" noGrp="1"/>
          </p:cNvSpPr>
          <p:nvPr/>
        </p:nvSpPr>
        <p:spPr>
          <a:xfrm xmlns:a="http://schemas.openxmlformats.org/drawingml/2006/main">
            <a:off x="704850" y="3152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μ_M|O = R_MO R_OO⁻¹ z_O</a:t>
            </a:r>
          </a:p>
        </p:txBody>
      </p:sp>
      <p:sp>
        <p:nvSpPr>
          <p:cNvPr id="10" name="">
            <a:extLst xmlns:a="http://schemas.openxmlformats.org/drawingml/2006/main">
              <a:ext uri="{FF2B5EF4-FFF2-40B4-BE49-F238E27FC236}">
                <a16:creationId xmlns:a16="http://schemas.microsoft.com/office/drawing/2014/main" id="{083E7974-B02C-4B12-924E-E914712C461C}"/>
              </a:ext>
            </a:extLst>
          </p:cNvPr>
          <p:cNvSpPr>
            <a:spLocks xmlns:a="http://schemas.openxmlformats.org/drawingml/2006/main" noGrp="1"/>
          </p:cNvSpPr>
          <p:nvPr/>
        </p:nvSpPr>
        <p:spPr>
          <a:xfrm xmlns:a="http://schemas.openxmlformats.org/drawingml/2006/main">
            <a:off x="514350" y="4286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3E9E4F-3614-481B-B99D-64B4EB065878}"/>
              </a:ext>
            </a:extLst>
          </p:cNvPr>
          <p:cNvSpPr>
            <a:spLocks xmlns:a="http://schemas.openxmlformats.org/drawingml/2006/main" noGrp="1"/>
          </p:cNvSpPr>
          <p:nvPr/>
        </p:nvSpPr>
        <p:spPr>
          <a:xfrm xmlns:a="http://schemas.openxmlformats.org/drawingml/2006/main">
            <a:off x="704850" y="4381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Σ_M|O = R_MM − R_MO R_OO⁻¹ R_OM</a:t>
            </a:r>
          </a:p>
        </p:txBody>
      </p:sp>
      <p:sp>
        <p:nvSpPr>
          <p:cNvPr id="12" name="">
            <a:extLst xmlns:a="http://schemas.openxmlformats.org/drawingml/2006/main">
              <a:ext uri="{FF2B5EF4-FFF2-40B4-BE49-F238E27FC236}">
                <a16:creationId xmlns:a16="http://schemas.microsoft.com/office/drawing/2014/main" id="{0489352E-E8B7-49CF-B859-52169BC5FC6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3002ED9-A36B-4261-8C14-5BE5FD2A04F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平均で「合う位置」へ移し、共分散で「残るばらつき」を生成する</a:t>
            </a:r>
          </a:p>
        </p:txBody>
      </p:sp>
    </p:spTree>
    <p:extLst>
      <p:ext uri="{BB962C8B-B14F-4D97-AF65-F5344CB8AC3E}">
        <p14:creationId xmlns:p14="http://schemas.microsoft.com/office/powerpoint/2010/main" val="1435435336"/>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66A597-9B18-41BA-A7F2-71BDC4872CF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補足：実装の数値上の扱い</a:t>
            </a:r>
          </a:p>
        </p:txBody>
      </p:sp>
      <p:sp>
        <p:nvSpPr>
          <p:cNvPr id="2" name="">
            <a:extLst xmlns:a="http://schemas.openxmlformats.org/drawingml/2006/main">
              <a:ext uri="{FF2B5EF4-FFF2-40B4-BE49-F238E27FC236}">
                <a16:creationId xmlns:a16="http://schemas.microsoft.com/office/drawing/2014/main" id="{60CA21B4-DDA2-401D-ADE8-1B1B350C6E2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68A2BB-58F9-4202-A68B-080269D42AA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確率端点、相関行列、逆分位点に近似と安定化が入る。</a:t>
            </a:r>
          </a:p>
        </p:txBody>
      </p:sp>
      <p:sp>
        <p:nvSpPr>
          <p:cNvPr id="4" name="">
            <a:extLst xmlns:a="http://schemas.openxmlformats.org/drawingml/2006/main">
              <a:ext uri="{FF2B5EF4-FFF2-40B4-BE49-F238E27FC236}">
                <a16:creationId xmlns:a16="http://schemas.microsoft.com/office/drawing/2014/main" id="{0FD724C5-3E28-4F1B-AB8E-82B7AC58BD2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81EEC4F6-47F8-4D99-AF02-77B5AE3F07C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49</a:t>
            </a:r>
          </a:p>
        </p:txBody>
      </p:sp>
      <p:graphicFrame>
        <p:nvGraphicFramePr>
          <p:cNvPr id="14" name=""/>
          <p:cNvGraphicFramePr/>
          <p:nvPr/>
        </p:nvGraphicFramePr>
        <p:xfrm>
          <a:off xmlns:a="http://schemas.openxmlformats.org/drawingml/2006/main" x="514350" y="1971675"/>
          <a:ext xmlns:a="http://schemas.openxmlformats.org/drawingml/2006/main" cx="11163300" cy="3352800"/>
        </p:xfrm>
        <a:graphic xmlns:a="http://schemas.openxmlformats.org/drawingml/2006/main">
          <a:graphicData uri="http://schemas.openxmlformats.org/drawingml/2006/table">
            <a:tbl>
              <a:tblPr/>
              <a:tblGrid>
                <a:gridCol w="2667000"/>
                <a:gridCol w="8496300"/>
              </a:tblGrid>
              <a:tr h="558800">
                <a:tc>
                  <a:txBody>
                    <a:bodyPr/>
                    <a:lstStyle/>
                    <a:p>
                      <a:pPr algn="ctr"/>
                      <a:r>
                        <a:rPr sz="172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725" b="1">
                          <a:solidFill>
                            <a:srgbClr val="2E7D5B"/>
                          </a:solidFill>
                          <a:latin typeface="Noto Sans JP"/>
                          <a:ea typeface="Noto Sans JP"/>
                          <a:cs typeface="Noto Sans JP"/>
                        </a:rPr>
                        <a:t>現在の実装</a:t>
                      </a:r>
                    </a:p>
                  </a:txBody>
                  <a:tcPr marL="91440" marR="91440" marT="45720" marB="45720" anchor="ctr">
                    <a:solidFill>
                      <a:srgbClr val="E7F2EC"/>
                    </a:solidFill>
                  </a:tcPr>
                </a:tc>
              </a:tr>
              <a:tr h="558800">
                <a:tc>
                  <a:txBody>
                    <a:bodyPr/>
                    <a:lstStyle/>
                    <a:p>
                      <a:pPr algn="ctr"/>
                      <a:r>
                        <a:rPr sz="1725" b="0">
                          <a:solidFill>
                            <a:srgbClr val="222222"/>
                          </a:solidFill>
                          <a:latin typeface="Noto Sans JP"/>
                          <a:ea typeface="Noto Sans JP"/>
                          <a:cs typeface="Noto Sans JP"/>
                        </a:rPr>
                        <a:t>周辺の位置</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平均順位、u=(r−0.5)/n、[10⁻⁶, 1−10⁻⁶]へクリップ</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相関推定</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潜在値の相関、0.05の対角縮小、固有値補正</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条件付き生成</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solve・共分散の対称化・微小対角補正・Cholesky</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元単位へ</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Φ(z) → 経験分位点を線形補間（未観測の値もあり得る）</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端のマスク</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マスクなし：変更なし / 全列マスク：無条件同時生成</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DA28E38-D65C-4006-8572-18DF9899661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C9C155F-C342-4A2C-BDB6-1C649ECB794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理論モデル、推定の近似、学習上の効果を分けて考える</a:t>
            </a:r>
          </a:p>
        </p:txBody>
      </p:sp>
    </p:spTree>
    <p:extLst>
      <p:ext uri="{BB962C8B-B14F-4D97-AF65-F5344CB8AC3E}">
        <p14:creationId xmlns:p14="http://schemas.microsoft.com/office/powerpoint/2010/main" val="1565134553"/>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B66C1F6-CD4E-4A4F-AE04-121E0C68998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補足：Student-t copula</a:t>
            </a:r>
          </a:p>
        </p:txBody>
      </p:sp>
      <p:sp>
        <p:nvSpPr>
          <p:cNvPr id="2" name="">
            <a:extLst xmlns:a="http://schemas.openxmlformats.org/drawingml/2006/main">
              <a:ext uri="{FF2B5EF4-FFF2-40B4-BE49-F238E27FC236}">
                <a16:creationId xmlns:a16="http://schemas.microsoft.com/office/drawing/2014/main" id="{7A2BCBF0-E2BF-4DEB-AA26-0115C05ED44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0A26ED-2A9D-4C39-ADE0-A4C7A757142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上下両側の極端事象の共発生を表せる。</a:t>
            </a:r>
          </a:p>
        </p:txBody>
      </p:sp>
      <p:sp>
        <p:nvSpPr>
          <p:cNvPr id="4" name="">
            <a:extLst xmlns:a="http://schemas.openxmlformats.org/drawingml/2006/main">
              <a:ext uri="{FF2B5EF4-FFF2-40B4-BE49-F238E27FC236}">
                <a16:creationId xmlns:a16="http://schemas.microsoft.com/office/drawing/2014/main" id="{AA0E02CE-D90E-4F62-9B99-F1DBD64511A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688B06EA-4835-4C07-9E5D-7AAE9531DC4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50</a:t>
            </a:r>
          </a:p>
        </p:txBody>
      </p:sp>
      <p:sp>
        <p:nvSpPr>
          <p:cNvPr id="6" name="">
            <a:extLst xmlns:a="http://schemas.openxmlformats.org/drawingml/2006/main">
              <a:ext uri="{FF2B5EF4-FFF2-40B4-BE49-F238E27FC236}">
                <a16:creationId xmlns:a16="http://schemas.microsoft.com/office/drawing/2014/main" id="{42271625-97B4-4161-8137-73EACF325E03}"/>
              </a:ext>
            </a:extLst>
          </p:cNvPr>
          <p:cNvSpPr>
            <a:spLocks xmlns:a="http://schemas.openxmlformats.org/drawingml/2006/main" noGrp="1"/>
          </p:cNvSpPr>
          <p:nvPr/>
        </p:nvSpPr>
        <p:spPr>
          <a:xfrm xmlns:a="http://schemas.openxmlformats.org/drawingml/2006/main">
            <a:off x="514350" y="19907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B8914F-65A9-4657-BFC8-0C191DCF51E3}"/>
              </a:ext>
            </a:extLst>
          </p:cNvPr>
          <p:cNvSpPr>
            <a:spLocks xmlns:a="http://schemas.openxmlformats.org/drawingml/2006/main" noGrp="1"/>
          </p:cNvSpPr>
          <p:nvPr/>
        </p:nvSpPr>
        <p:spPr>
          <a:xfrm xmlns:a="http://schemas.openxmlformats.org/drawingml/2006/main">
            <a:off x="704850" y="20859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75" b="1">
                <a:solidFill>
                  <a:srgbClr val="2B6777"/>
                </a:solidFill>
                <a:latin typeface="Noto Sans JP"/>
                <a:ea typeface="Noto Sans JP"/>
                <a:cs typeface="Noto Sans JP"/>
              </a:defRPr>
            </a:pPr>
            <a:r>
              <a:rPr sz="2775" b="1">
                <a:solidFill>
                  <a:srgbClr val="2B6777"/>
                </a:solidFill>
                <a:latin typeface="Noto Sans JP"/>
                <a:ea typeface="Noto Sans JP"/>
                <a:cs typeface="Noto Sans JP"/>
              </a:rPr>
              <a:t>C_ν,R(u) = t_ν,R(t_ν⁻¹(u₁), …, t_ν⁻¹(u_d))</a:t>
            </a:r>
          </a:p>
        </p:txBody>
      </p:sp>
      <p:sp>
        <p:nvSpPr>
          <p:cNvPr id="8" name="">
            <a:extLst xmlns:a="http://schemas.openxmlformats.org/drawingml/2006/main">
              <a:ext uri="{FF2B5EF4-FFF2-40B4-BE49-F238E27FC236}">
                <a16:creationId xmlns:a16="http://schemas.microsoft.com/office/drawing/2014/main" id="{A480B38B-CD00-4FCD-A0CF-345AFA6DAB77}"/>
              </a:ext>
            </a:extLst>
          </p:cNvPr>
          <p:cNvSpPr>
            <a:spLocks xmlns:a="http://schemas.openxmlformats.org/drawingml/2006/main" noGrp="1"/>
          </p:cNvSpPr>
          <p:nvPr/>
        </p:nvSpPr>
        <p:spPr>
          <a:xfrm xmlns:a="http://schemas.openxmlformats.org/drawingml/2006/main">
            <a:off x="514350" y="3400425"/>
            <a:ext cx="531495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4672471-29F3-4D35-8BE1-4F87A7407F87}"/>
              </a:ext>
            </a:extLst>
          </p:cNvPr>
          <p:cNvSpPr>
            <a:spLocks xmlns:a="http://schemas.openxmlformats.org/drawingml/2006/main" noGrp="1"/>
          </p:cNvSpPr>
          <p:nvPr/>
        </p:nvSpPr>
        <p:spPr>
          <a:xfrm xmlns:a="http://schemas.openxmlformats.org/drawingml/2006/main">
            <a:off x="704850" y="35147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向く可能性がある状況</a:t>
            </a:r>
          </a:p>
        </p:txBody>
      </p:sp>
      <p:sp>
        <p:nvSpPr>
          <p:cNvPr id="10" name="">
            <a:extLst xmlns:a="http://schemas.openxmlformats.org/drawingml/2006/main">
              <a:ext uri="{FF2B5EF4-FFF2-40B4-BE49-F238E27FC236}">
                <a16:creationId xmlns:a16="http://schemas.microsoft.com/office/drawing/2014/main" id="{1C11C031-C99A-4F9A-B5EC-03580E370ABE}"/>
              </a:ext>
            </a:extLst>
          </p:cNvPr>
          <p:cNvSpPr>
            <a:spLocks xmlns:a="http://schemas.openxmlformats.org/drawingml/2006/main" noGrp="1"/>
          </p:cNvSpPr>
          <p:nvPr/>
        </p:nvSpPr>
        <p:spPr>
          <a:xfrm xmlns:a="http://schemas.openxmlformats.org/drawingml/2006/main">
            <a:off x="704850" y="4067175"/>
            <a:ext cx="4933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極端に大きい値と小さい値の</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両方で、共発生が重要。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金融・リスク等の依存のモデル。</a:t>
            </a:r>
          </a:p>
        </p:txBody>
      </p:sp>
      <p:sp>
        <p:nvSpPr>
          <p:cNvPr id="11" name="">
            <a:extLst xmlns:a="http://schemas.openxmlformats.org/drawingml/2006/main">
              <a:ext uri="{FF2B5EF4-FFF2-40B4-BE49-F238E27FC236}">
                <a16:creationId xmlns:a16="http://schemas.microsoft.com/office/drawing/2014/main" id="{5C65372C-237C-4372-B2FC-FAF9766A35BD}"/>
              </a:ext>
            </a:extLst>
          </p:cNvPr>
          <p:cNvSpPr>
            <a:spLocks xmlns:a="http://schemas.openxmlformats.org/drawingml/2006/main" noGrp="1"/>
          </p:cNvSpPr>
          <p:nvPr/>
        </p:nvSpPr>
        <p:spPr>
          <a:xfrm xmlns:a="http://schemas.openxmlformats.org/drawingml/2006/main">
            <a:off x="6076950" y="3400425"/>
            <a:ext cx="560070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A4B78DD-4B9F-4CB0-B0A1-ACF8A3F412FA}"/>
              </a:ext>
            </a:extLst>
          </p:cNvPr>
          <p:cNvSpPr>
            <a:spLocks xmlns:a="http://schemas.openxmlformats.org/drawingml/2006/main" noGrp="1"/>
          </p:cNvSpPr>
          <p:nvPr/>
        </p:nvSpPr>
        <p:spPr>
          <a:xfrm xmlns:a="http://schemas.openxmlformats.org/drawingml/2006/main">
            <a:off x="6267450" y="35147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注意点</a:t>
            </a:r>
          </a:p>
        </p:txBody>
      </p:sp>
      <p:sp>
        <p:nvSpPr>
          <p:cNvPr id="13" name="">
            <a:extLst xmlns:a="http://schemas.openxmlformats.org/drawingml/2006/main">
              <a:ext uri="{FF2B5EF4-FFF2-40B4-BE49-F238E27FC236}">
                <a16:creationId xmlns:a16="http://schemas.microsoft.com/office/drawing/2014/main" id="{1025752A-3DE5-4FCB-958A-010019C9C231}"/>
              </a:ext>
            </a:extLst>
          </p:cNvPr>
          <p:cNvSpPr>
            <a:spLocks xmlns:a="http://schemas.openxmlformats.org/drawingml/2006/main" noGrp="1"/>
          </p:cNvSpPr>
          <p:nvPr/>
        </p:nvSpPr>
        <p:spPr>
          <a:xfrm xmlns:a="http://schemas.openxmlformats.org/drawingml/2006/main">
            <a:off x="6267450" y="406717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自由度νの推定が必要。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裾のサンプルが少ないと不安定。</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周辺の重い裾とは別の話。</a:t>
            </a:r>
          </a:p>
        </p:txBody>
      </p:sp>
      <p:sp>
        <p:nvSpPr>
          <p:cNvPr id="14" name="">
            <a:extLst xmlns:a="http://schemas.openxmlformats.org/drawingml/2006/main">
              <a:ext uri="{FF2B5EF4-FFF2-40B4-BE49-F238E27FC236}">
                <a16:creationId xmlns:a16="http://schemas.microsoft.com/office/drawing/2014/main" id="{F210793B-7DD3-48B3-BEAE-535A130D982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33AD578-EA50-41BB-A3B0-24A86411058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次の候補。ただし追加パラメータが性能を保証するわけではない</a:t>
            </a:r>
          </a:p>
        </p:txBody>
      </p:sp>
    </p:spTree>
    <p:extLst>
      <p:ext uri="{BB962C8B-B14F-4D97-AF65-F5344CB8AC3E}">
        <p14:creationId xmlns:p14="http://schemas.microsoft.com/office/powerpoint/2010/main" val="1810049477"/>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E4D16F3-21C0-4539-8E52-4F391DE255D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補足：Clayton copula</a:t>
            </a:r>
          </a:p>
        </p:txBody>
      </p:sp>
      <p:sp>
        <p:nvSpPr>
          <p:cNvPr id="2" name="">
            <a:extLst xmlns:a="http://schemas.openxmlformats.org/drawingml/2006/main">
              <a:ext uri="{FF2B5EF4-FFF2-40B4-BE49-F238E27FC236}">
                <a16:creationId xmlns:a16="http://schemas.microsoft.com/office/drawing/2014/main" id="{D4B64EB0-8507-4462-A7B0-0CBD5BC074E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99A797B-0F4B-40A5-B6E4-35286F082D4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小さい側の位置が一緒になる、下側の裾依存。</a:t>
            </a:r>
          </a:p>
        </p:txBody>
      </p:sp>
      <p:sp>
        <p:nvSpPr>
          <p:cNvPr id="4" name="">
            <a:extLst xmlns:a="http://schemas.openxmlformats.org/drawingml/2006/main">
              <a:ext uri="{FF2B5EF4-FFF2-40B4-BE49-F238E27FC236}">
                <a16:creationId xmlns:a16="http://schemas.microsoft.com/office/drawing/2014/main" id="{4619CFB9-7595-4B6F-848F-4AEA842AEB9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5C9BD26F-8508-4FA0-A6AF-A824DA23DFA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51</a:t>
            </a:r>
          </a:p>
        </p:txBody>
      </p:sp>
      <p:sp>
        <p:nvSpPr>
          <p:cNvPr id="6" name="">
            <a:extLst xmlns:a="http://schemas.openxmlformats.org/drawingml/2006/main">
              <a:ext uri="{FF2B5EF4-FFF2-40B4-BE49-F238E27FC236}">
                <a16:creationId xmlns:a16="http://schemas.microsoft.com/office/drawing/2014/main" id="{B910D619-F2BA-49CA-B821-62AEEBFF9E2F}"/>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EB5646-D58E-4F5F-B7A3-0E2013697FBD}"/>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C_θ(u,v) = (u⁻ᶿ + v⁻ᶿ − 1)^(−1/θ) ,  θ &gt; 0</a:t>
            </a:r>
          </a:p>
        </p:txBody>
      </p:sp>
      <p:sp>
        <p:nvSpPr>
          <p:cNvPr id="8" name="">
            <a:extLst xmlns:a="http://schemas.openxmlformats.org/drawingml/2006/main">
              <a:ext uri="{FF2B5EF4-FFF2-40B4-BE49-F238E27FC236}">
                <a16:creationId xmlns:a16="http://schemas.microsoft.com/office/drawing/2014/main" id="{224AB6F2-E14B-4278-A874-3BF85A5D43FB}"/>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05F85EC5-8B76-4F66-8F9F-CD8A8E4A5248}"/>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下位の収益・小さい測定値が同時に起こる依存に合う。</a:t>
            </a:r>
          </a:p>
        </p:txBody>
      </p:sp>
      <p:sp>
        <p:nvSpPr>
          <p:cNvPr id="10" name="">
            <a:extLst xmlns:a="http://schemas.openxmlformats.org/drawingml/2006/main">
              <a:ext uri="{FF2B5EF4-FFF2-40B4-BE49-F238E27FC236}">
                <a16:creationId xmlns:a16="http://schemas.microsoft.com/office/drawing/2014/main" id="{142186B9-624C-49E9-A73D-7348BFE9DB64}"/>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1A608F4A-FAB7-4E73-B197-EB75F8D5F261}"/>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下側裾：λL = 2⁻¹/θ、上側裾：λU = 0。</a:t>
            </a:r>
          </a:p>
        </p:txBody>
      </p:sp>
      <p:sp>
        <p:nvSpPr>
          <p:cNvPr id="12" name="">
            <a:extLst xmlns:a="http://schemas.openxmlformats.org/drawingml/2006/main">
              <a:ext uri="{FF2B5EF4-FFF2-40B4-BE49-F238E27FC236}">
                <a16:creationId xmlns:a16="http://schemas.microsoft.com/office/drawing/2014/main" id="{A6243D8B-CA71-4144-801E-7FE576C2B91C}"/>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042E57B6-E8CC-414F-A86A-EF4F6304FC94}"/>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単一θの多変量形は、列ごとの関係の違いを表しにくい。</a:t>
            </a:r>
          </a:p>
        </p:txBody>
      </p:sp>
      <p:sp>
        <p:nvSpPr>
          <p:cNvPr id="14" name="">
            <a:extLst xmlns:a="http://schemas.openxmlformats.org/drawingml/2006/main">
              <a:ext uri="{FF2B5EF4-FFF2-40B4-BE49-F238E27FC236}">
                <a16:creationId xmlns:a16="http://schemas.microsoft.com/office/drawing/2014/main" id="{7C7CB3F2-E16F-4DDC-B54B-20EBCD2ACDC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B271EFD-CBA1-4AF1-BB6B-F48AC278E53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片側の裾依存を明示して選ぶ。万能な非線形モデルではない</a:t>
            </a:r>
          </a:p>
        </p:txBody>
      </p:sp>
    </p:spTree>
    <p:extLst>
      <p:ext uri="{BB962C8B-B14F-4D97-AF65-F5344CB8AC3E}">
        <p14:creationId xmlns:p14="http://schemas.microsoft.com/office/powerpoint/2010/main" val="1567967702"/>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304B6D-6907-4EAF-8553-47A0E0E1305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補足：Gumbel copulaとJoe</a:t>
            </a:r>
          </a:p>
        </p:txBody>
      </p:sp>
      <p:sp>
        <p:nvSpPr>
          <p:cNvPr id="2" name="">
            <a:extLst xmlns:a="http://schemas.openxmlformats.org/drawingml/2006/main">
              <a:ext uri="{FF2B5EF4-FFF2-40B4-BE49-F238E27FC236}">
                <a16:creationId xmlns:a16="http://schemas.microsoft.com/office/drawing/2014/main" id="{B772DA15-95E8-4403-8109-FD4F23E7BE7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AFAA05-7DFD-40CC-83C3-6237EACF5DC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大きい側の位置が一緒になる、上側の裾依存。</a:t>
            </a:r>
          </a:p>
        </p:txBody>
      </p:sp>
      <p:sp>
        <p:nvSpPr>
          <p:cNvPr id="4" name="">
            <a:extLst xmlns:a="http://schemas.openxmlformats.org/drawingml/2006/main">
              <a:ext uri="{FF2B5EF4-FFF2-40B4-BE49-F238E27FC236}">
                <a16:creationId xmlns:a16="http://schemas.microsoft.com/office/drawing/2014/main" id="{0FE9CB77-FD51-4141-8531-60A053CA931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10FF83A2-5B87-492B-AD29-F51EFCBBBCE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52</a:t>
            </a:r>
          </a:p>
        </p:txBody>
      </p:sp>
      <p:sp>
        <p:nvSpPr>
          <p:cNvPr id="6" name="">
            <a:extLst xmlns:a="http://schemas.openxmlformats.org/drawingml/2006/main">
              <a:ext uri="{FF2B5EF4-FFF2-40B4-BE49-F238E27FC236}">
                <a16:creationId xmlns:a16="http://schemas.microsoft.com/office/drawing/2014/main" id="{092122E9-988D-4009-A67C-7C691CA45916}"/>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913168B-164B-4BFF-AF0C-9743D106F8B0}"/>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C_θ(u,v) = exp{−[(−ln u)ᶿ + (−ln v)ᶿ]^(1/θ)}</a:t>
            </a:r>
          </a:p>
        </p:txBody>
      </p:sp>
      <p:graphicFrame>
        <p:nvGraphicFramePr>
          <p:cNvPr id="18" name=""/>
          <p:cNvGraphicFramePr/>
          <p:nvPr/>
        </p:nvGraphicFramePr>
        <p:xfrm>
          <a:off xmlns:a="http://schemas.openxmlformats.org/drawingml/2006/main" x="514350" y="3381375"/>
          <a:ext xmlns:a="http://schemas.openxmlformats.org/drawingml/2006/main" cx="11163300" cy="1990725"/>
        </p:xfrm>
        <a:graphic xmlns:a="http://schemas.openxmlformats.org/drawingml/2006/main">
          <a:graphicData uri="http://schemas.openxmlformats.org/drawingml/2006/table">
            <a:tbl>
              <a:tblPr/>
              <a:tblGrid>
                <a:gridCol w="2667000"/>
                <a:gridCol w="8496300"/>
              </a:tblGrid>
              <a:tr h="497681">
                <a:tc>
                  <a:txBody>
                    <a:bodyPr/>
                    <a:lstStyle/>
                    <a:p>
                      <a:pPr algn="ctr"/>
                      <a:r>
                        <a:rPr sz="1875" b="1">
                          <a:solidFill>
                            <a:srgbClr val="2E7D5B"/>
                          </a:solidFill>
                          <a:latin typeface="Noto Sans JP"/>
                          <a:ea typeface="Noto Sans JP"/>
                          <a:cs typeface="Noto Sans JP"/>
                        </a:rPr>
                        <a:t>Gumbelの設定</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特徴</a:t>
                      </a:r>
                    </a:p>
                  </a:txBody>
                  <a:tcPr marL="91440" marR="91440" marT="45720" marB="45720" anchor="ctr">
                    <a:solidFill>
                      <a:srgbClr val="E7F2EC"/>
                    </a:solidFill>
                  </a:tcPr>
                </a:tc>
              </a:tr>
              <a:tr h="497681">
                <a:tc>
                  <a:txBody>
                    <a:bodyPr/>
                    <a:lstStyle/>
                    <a:p>
                      <a:pPr algn="ctr"/>
                      <a:r>
                        <a:rPr sz="1875" b="0">
                          <a:solidFill>
                            <a:srgbClr val="222222"/>
                          </a:solidFill>
                          <a:latin typeface="Noto Sans JP"/>
                          <a:ea typeface="Noto Sans JP"/>
                          <a:cs typeface="Noto Sans JP"/>
                        </a:rPr>
                        <a:t>θ ≥ 1 / θ = 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θ=1なら独立。θが大きいほど強い依存。</a:t>
                      </a:r>
                    </a:p>
                  </a:txBody>
                  <a:tcPr marL="91440" marR="91440" marT="45720" marB="45720" anchor="ctr">
                    <a:solidFill>
                      <a:srgbClr val="FFFFFF"/>
                    </a:solidFill>
                  </a:tcPr>
                </a:tc>
              </a:tr>
              <a:tr h="497681">
                <a:tc>
                  <a:txBody>
                    <a:bodyPr/>
                    <a:lstStyle/>
                    <a:p>
                      <a:pPr algn="ctr"/>
                      <a:r>
                        <a:rPr sz="1875" b="0">
                          <a:solidFill>
                            <a:srgbClr val="222222"/>
                          </a:solidFill>
                          <a:latin typeface="Noto Sans JP"/>
                          <a:ea typeface="Noto Sans JP"/>
                          <a:cs typeface="Noto Sans JP"/>
                        </a:rPr>
                        <a:t>裾依存</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λU = 2 − 2¹/θ、λL = 0</a:t>
                      </a:r>
                    </a:p>
                  </a:txBody>
                  <a:tcPr marL="91440" marR="91440" marT="45720" marB="45720" anchor="ctr">
                    <a:solidFill>
                      <a:srgbClr val="F6F6F6"/>
                    </a:solidFill>
                  </a:tcPr>
                </a:tc>
              </a:tr>
              <a:tr h="497681">
                <a:tc>
                  <a:txBody>
                    <a:bodyPr/>
                    <a:lstStyle/>
                    <a:p>
                      <a:pPr algn="ctr"/>
                      <a:r>
                        <a:rPr sz="1875" b="0">
                          <a:solidFill>
                            <a:srgbClr val="222222"/>
                          </a:solidFill>
                          <a:latin typeface="Noto Sans JP"/>
                          <a:ea typeface="Noto Sans JP"/>
                          <a:cs typeface="Noto Sans JP"/>
                        </a:rPr>
                        <a:t>Joeとの関係</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Joeも上側裾依存。同じ裾係数でも内部の形は違う。</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D8DC2A7E-3F6E-4E3A-B5A2-F9CF2F1BAB7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BB186D9-A42A-4A89-83D0-8B29BB879D3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大雨・需要急増等、上側の共発生が重要なときの候補</a:t>
            </a:r>
          </a:p>
        </p:txBody>
      </p:sp>
    </p:spTree>
    <p:extLst>
      <p:ext uri="{BB962C8B-B14F-4D97-AF65-F5344CB8AC3E}">
        <p14:creationId xmlns:p14="http://schemas.microsoft.com/office/powerpoint/2010/main" val="1830393526"/>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9C4D6F-4081-4795-AD96-B479B68C74F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補足：Frank copula</a:t>
            </a:r>
          </a:p>
        </p:txBody>
      </p:sp>
      <p:sp>
        <p:nvSpPr>
          <p:cNvPr id="2" name="">
            <a:extLst xmlns:a="http://schemas.openxmlformats.org/drawingml/2006/main">
              <a:ext uri="{FF2B5EF4-FFF2-40B4-BE49-F238E27FC236}">
                <a16:creationId xmlns:a16="http://schemas.microsoft.com/office/drawing/2014/main" id="{94F33D2E-7353-4F53-8F8A-9C96EB732D0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094DCA-E69B-46CC-ADE4-C0EE47C435F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中央付近も含むなめらかな依存。上下の裾依存係数は0。</a:t>
            </a:r>
          </a:p>
        </p:txBody>
      </p:sp>
      <p:sp>
        <p:nvSpPr>
          <p:cNvPr id="4" name="">
            <a:extLst xmlns:a="http://schemas.openxmlformats.org/drawingml/2006/main">
              <a:ext uri="{FF2B5EF4-FFF2-40B4-BE49-F238E27FC236}">
                <a16:creationId xmlns:a16="http://schemas.microsoft.com/office/drawing/2014/main" id="{FD898A9F-0907-4C9B-A4CF-9C865EB9E38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E02BB84D-0EC9-4594-9BB0-37A1B2BBAFA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53</a:t>
            </a:r>
          </a:p>
        </p:txBody>
      </p:sp>
      <p:sp>
        <p:nvSpPr>
          <p:cNvPr id="6" name="">
            <a:extLst xmlns:a="http://schemas.openxmlformats.org/drawingml/2006/main">
              <a:ext uri="{FF2B5EF4-FFF2-40B4-BE49-F238E27FC236}">
                <a16:creationId xmlns:a16="http://schemas.microsoft.com/office/drawing/2014/main" id="{402578B7-3837-4E57-BBA8-1F50BAD8B96E}"/>
              </a:ext>
            </a:extLst>
          </p:cNvPr>
          <p:cNvSpPr>
            <a:spLocks xmlns:a="http://schemas.openxmlformats.org/drawingml/2006/main" noGrp="1"/>
          </p:cNvSpPr>
          <p:nvPr/>
        </p:nvSpPr>
        <p:spPr>
          <a:xfrm xmlns:a="http://schemas.openxmlformats.org/drawingml/2006/main">
            <a:off x="514350" y="19335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78390B7-3823-4F3D-A580-8B6D5AA0703C}"/>
              </a:ext>
            </a:extLst>
          </p:cNvPr>
          <p:cNvSpPr>
            <a:spLocks xmlns:a="http://schemas.openxmlformats.org/drawingml/2006/main" noGrp="1"/>
          </p:cNvSpPr>
          <p:nvPr/>
        </p:nvSpPr>
        <p:spPr>
          <a:xfrm xmlns:a="http://schemas.openxmlformats.org/drawingml/2006/main">
            <a:off x="704850" y="20288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C_θ(u,v) = −(1/θ) ln[1 + (e^(−θu) − 1)(e^(−θv) − 1)/(e^(−θ) − 1)]</a:t>
            </a:r>
          </a:p>
        </p:txBody>
      </p:sp>
      <p:sp>
        <p:nvSpPr>
          <p:cNvPr id="8" name="">
            <a:extLst xmlns:a="http://schemas.openxmlformats.org/drawingml/2006/main">
              <a:ext uri="{FF2B5EF4-FFF2-40B4-BE49-F238E27FC236}">
                <a16:creationId xmlns:a16="http://schemas.microsoft.com/office/drawing/2014/main" id="{483123D6-A768-47FE-8C5A-47E11AE0BB56}"/>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E57387F8-C427-470E-BC7E-BF1D7DAD561D}"/>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二変量ではθ&gt;0で正の依存、θ&lt;0で負の依存。</a:t>
            </a:r>
          </a:p>
        </p:txBody>
      </p:sp>
      <p:sp>
        <p:nvSpPr>
          <p:cNvPr id="10" name="">
            <a:extLst xmlns:a="http://schemas.openxmlformats.org/drawingml/2006/main">
              <a:ext uri="{FF2B5EF4-FFF2-40B4-BE49-F238E27FC236}">
                <a16:creationId xmlns:a16="http://schemas.microsoft.com/office/drawing/2014/main" id="{76AC720F-11C2-44E8-BF09-F11B777E2FF0}"/>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7573D28B-93E5-4630-AAC9-F478AFE54686}"/>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θ→0で独立。上下の裾依存係数は0。</a:t>
            </a:r>
          </a:p>
        </p:txBody>
      </p:sp>
      <p:sp>
        <p:nvSpPr>
          <p:cNvPr id="12" name="">
            <a:extLst xmlns:a="http://schemas.openxmlformats.org/drawingml/2006/main">
              <a:ext uri="{FF2B5EF4-FFF2-40B4-BE49-F238E27FC236}">
                <a16:creationId xmlns:a16="http://schemas.microsoft.com/office/drawing/2014/main" id="{FE799F54-7E50-42BA-B690-139AE93736EA}"/>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EE8A43F2-8637-4D4B-8732-D73625EA63DB}"/>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極端な共発生より、中央を含む関係を重視する候補。</a:t>
            </a:r>
          </a:p>
        </p:txBody>
      </p:sp>
      <p:sp>
        <p:nvSpPr>
          <p:cNvPr id="14" name="">
            <a:extLst xmlns:a="http://schemas.openxmlformats.org/drawingml/2006/main">
              <a:ext uri="{FF2B5EF4-FFF2-40B4-BE49-F238E27FC236}">
                <a16:creationId xmlns:a16="http://schemas.microsoft.com/office/drawing/2014/main" id="{4C2F7CEE-CA0C-4BB1-A329-1019FCB27F5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9E9FC6B-F590-45A5-9CF7-7C17447CB4D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「裾依存が0」でも、全範囲で独立という意味ではない</a:t>
            </a:r>
          </a:p>
        </p:txBody>
      </p:sp>
    </p:spTree>
    <p:extLst>
      <p:ext uri="{BB962C8B-B14F-4D97-AF65-F5344CB8AC3E}">
        <p14:creationId xmlns:p14="http://schemas.microsoft.com/office/powerpoint/2010/main" val="1943043718"/>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F93C54-729C-450B-BD03-A304EC69D66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補足：回転・Vine・ノンパラメトリック</a:t>
            </a:r>
          </a:p>
        </p:txBody>
      </p:sp>
      <p:sp>
        <p:nvSpPr>
          <p:cNvPr id="2" name="">
            <a:extLst xmlns:a="http://schemas.openxmlformats.org/drawingml/2006/main">
              <a:ext uri="{FF2B5EF4-FFF2-40B4-BE49-F238E27FC236}">
                <a16:creationId xmlns:a16="http://schemas.microsoft.com/office/drawing/2014/main" id="{3BE1BFE0-63F6-471B-997D-B49B5D2F712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FA353A-A265-4476-918C-BF4FC910849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単一の家族では足りない関係を、別の構成で扱う。</a:t>
            </a:r>
          </a:p>
        </p:txBody>
      </p:sp>
      <p:sp>
        <p:nvSpPr>
          <p:cNvPr id="4" name="">
            <a:extLst xmlns:a="http://schemas.openxmlformats.org/drawingml/2006/main">
              <a:ext uri="{FF2B5EF4-FFF2-40B4-BE49-F238E27FC236}">
                <a16:creationId xmlns:a16="http://schemas.microsoft.com/office/drawing/2014/main" id="{B9D5B775-D2FE-47A5-9560-8A1D8DE74A0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2A4D815B-CCDD-4B46-ABA6-B3C3ABA9009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54</a:t>
            </a:r>
          </a:p>
        </p:txBody>
      </p:sp>
      <p:graphicFrame>
        <p:nvGraphicFramePr>
          <p:cNvPr id="14" name=""/>
          <p:cNvGraphicFramePr/>
          <p:nvPr/>
        </p:nvGraphicFramePr>
        <p:xfrm>
          <a:off xmlns:a="http://schemas.openxmlformats.org/drawingml/2006/main" x="514350" y="2143125"/>
          <a:ext xmlns:a="http://schemas.openxmlformats.org/drawingml/2006/main" cx="11163300" cy="2647950"/>
        </p:xfrm>
        <a:graphic xmlns:a="http://schemas.openxmlformats.org/drawingml/2006/main">
          <a:graphicData uri="http://schemas.openxmlformats.org/drawingml/2006/table">
            <a:tbl>
              <a:tblPr/>
              <a:tblGrid>
                <a:gridCol w="3721100"/>
                <a:gridCol w="3721100"/>
                <a:gridCol w="3721100"/>
              </a:tblGrid>
              <a:tr h="661988">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注意点</a:t>
                      </a:r>
                    </a:p>
                  </a:txBody>
                  <a:tcPr marL="91440" marR="91440" marT="45720" marB="45720" anchor="ctr">
                    <a:solidFill>
                      <a:srgbClr val="E7F2EC"/>
                    </a:solidFill>
                  </a:tcPr>
                </a:tc>
              </a:tr>
              <a:tr h="661988">
                <a:tc>
                  <a:txBody>
                    <a:bodyPr/>
                    <a:lstStyle/>
                    <a:p>
                      <a:pPr algn="ctr"/>
                      <a:r>
                        <a:rPr sz="1950" b="0">
                          <a:solidFill>
                            <a:srgbClr val="222222"/>
                          </a:solidFill>
                          <a:latin typeface="Noto Sans JP"/>
                          <a:ea typeface="Noto Sans JP"/>
                          <a:cs typeface="Noto Sans JP"/>
                        </a:rPr>
                        <a:t>回転コピュラ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依存の強いコーナーを変える</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90°・180°・270°で意味が異なる</a:t>
                      </a:r>
                    </a:p>
                  </a:txBody>
                  <a:tcPr marL="91440" marR="91440" marT="45720" marB="45720" anchor="ctr">
                    <a:solidFill>
                      <a:srgbClr val="FFFFFF"/>
                    </a:solidFill>
                  </a:tcPr>
                </a:tc>
              </a:tr>
              <a:tr h="661988">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ペアごとに別の家族を組合せる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構造・家族選択と条件付き計算が複雑</a:t>
                      </a:r>
                    </a:p>
                  </a:txBody>
                  <a:tcPr marL="91440" marR="91440" marT="45720" marB="45720" anchor="ctr">
                    <a:solidFill>
                      <a:srgbClr val="F6F6F6"/>
                    </a:solidFill>
                  </a:tcPr>
                </a:tc>
              </a:tr>
              <a:tr h="661988">
                <a:tc>
                  <a:txBody>
                    <a:bodyPr/>
                    <a:lstStyle/>
                    <a:p>
                      <a:pPr algn="ctr"/>
                      <a:r>
                        <a:rPr sz="1950" b="0">
                          <a:solidFill>
                            <a:srgbClr val="222222"/>
                          </a:solidFill>
                          <a:latin typeface="Noto Sans JP"/>
                          <a:ea typeface="Noto Sans JP"/>
                          <a:cs typeface="Noto Sans JP"/>
                        </a:rPr>
                        <a:t>経験 / 平滑化コピュラ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特定家族の形を強く仮定しない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十分な標本が必要。高次元で疎になる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CFC4B4F-F717-4C82-AB83-AD4945E8705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5296F7-D996-4797-A704-92DFDC3FBA7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柔軟さと、サンプル数・推定の安定性・計算量を比較する</a:t>
            </a:r>
          </a:p>
        </p:txBody>
      </p:sp>
    </p:spTree>
    <p:extLst>
      <p:ext uri="{BB962C8B-B14F-4D97-AF65-F5344CB8AC3E}">
        <p14:creationId xmlns:p14="http://schemas.microsoft.com/office/powerpoint/2010/main" val="1184140976"/>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D711BA-C94A-4715-BF3D-301BDEBD0EE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補足：順序変数とは？</a:t>
            </a:r>
          </a:p>
        </p:txBody>
      </p:sp>
      <p:sp>
        <p:nvSpPr>
          <p:cNvPr id="2" name="">
            <a:extLst xmlns:a="http://schemas.openxmlformats.org/drawingml/2006/main">
              <a:ext uri="{FF2B5EF4-FFF2-40B4-BE49-F238E27FC236}">
                <a16:creationId xmlns:a16="http://schemas.microsoft.com/office/drawing/2014/main" id="{6A707377-CFCC-4EE7-BA58-0370F6602B1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C5AA798-7A61-47C6-B6D9-E0E43ED2AF4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順番はあるが、カテゴリ間の差が同じとは限らない変数。</a:t>
            </a:r>
          </a:p>
        </p:txBody>
      </p:sp>
      <p:sp>
        <p:nvSpPr>
          <p:cNvPr id="4" name="">
            <a:extLst xmlns:a="http://schemas.openxmlformats.org/drawingml/2006/main">
              <a:ext uri="{FF2B5EF4-FFF2-40B4-BE49-F238E27FC236}">
                <a16:creationId xmlns:a16="http://schemas.microsoft.com/office/drawing/2014/main" id="{22FBCE30-6D5B-42FB-B7B8-7248D8E4E40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E875938A-C27D-44BB-9691-2327C9603D1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55</a:t>
            </a:r>
          </a:p>
        </p:txBody>
      </p:sp>
      <p:graphicFrame>
        <p:nvGraphicFramePr>
          <p:cNvPr id="15" name=""/>
          <p:cNvGraphicFramePr/>
          <p:nvPr/>
        </p:nvGraphicFramePr>
        <p:xfrm>
          <a:off xmlns:a="http://schemas.openxmlformats.org/drawingml/2006/main" x="514350" y="2076450"/>
          <a:ext xmlns:a="http://schemas.openxmlformats.org/drawingml/2006/main" cx="11163300" cy="2466975"/>
        </p:xfrm>
        <a:graphic xmlns:a="http://schemas.openxmlformats.org/drawingml/2006/main">
          <a:graphicData uri="http://schemas.openxmlformats.org/drawingml/2006/table">
            <a:tbl>
              <a:tblPr/>
              <a:tblGrid>
                <a:gridCol w="3721100"/>
                <a:gridCol w="3721100"/>
                <a:gridCol w="3721100"/>
              </a:tblGrid>
              <a:tr h="616744">
                <a:tc>
                  <a:txBody>
                    <a:bodyPr/>
                    <a:lstStyle/>
                    <a:p>
                      <a:pPr algn="ctr"/>
                      <a:r>
                        <a:rPr sz="2025" b="1">
                          <a:solidFill>
                            <a:srgbClr val="2E7D5B"/>
                          </a:solidFill>
                          <a:latin typeface="Noto Sans JP"/>
                          <a:ea typeface="Noto Sans JP"/>
                          <a:cs typeface="Noto Sans JP"/>
                        </a:rPr>
                        <a:t>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考えるべきこと</a:t>
                      </a:r>
                    </a:p>
                  </a:txBody>
                  <a:tcPr marL="91440" marR="91440" marT="45720" marB="45720" anchor="ctr">
                    <a:solidFill>
                      <a:srgbClr val="E7F2EC"/>
                    </a:solidFill>
                  </a:tcPr>
                </a:tc>
              </a:tr>
              <a:tr h="616744">
                <a:tc>
                  <a:txBody>
                    <a:bodyPr/>
                    <a:lstStyle/>
                    <a:p>
                      <a:pPr algn="ctr"/>
                      <a:r>
                        <a:rPr sz="2025" b="0">
                          <a:solidFill>
                            <a:srgbClr val="222222"/>
                          </a:solidFill>
                          <a:latin typeface="Noto Sans JP"/>
                          <a:ea typeface="Noto Sans JP"/>
                          <a:cs typeface="Noto Sans JP"/>
                        </a:rPr>
                        <a:t>連続</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身長・体重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値と差が意味を持つ</a:t>
                      </a:r>
                    </a:p>
                  </a:txBody>
                  <a:tcPr marL="91440" marR="91440" marT="45720" marB="45720" anchor="ctr">
                    <a:solidFill>
                      <a:srgbClr val="FFFFFF"/>
                    </a:solidFill>
                  </a:tcPr>
                </a:tc>
              </a:tr>
              <a:tr h="616744">
                <a:tc>
                  <a:txBody>
                    <a:bodyPr/>
                    <a:lstStyle/>
                    <a:p>
                      <a:pPr algn="ctr"/>
                      <a:r>
                        <a:rPr sz="2025" b="0">
                          <a:solidFill>
                            <a:srgbClr val="222222"/>
                          </a:solidFill>
                          <a:latin typeface="Noto Sans JP"/>
                          <a:ea typeface="Noto Sans JP"/>
                          <a:cs typeface="Noto Sans JP"/>
                        </a:rPr>
                        <a:t>順序</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満足度：低・中・高 / 評価1〜5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大小の順番はある。間隔は保証されない。</a:t>
                      </a:r>
                    </a:p>
                  </a:txBody>
                  <a:tcPr marL="91440" marR="91440" marT="45720" marB="45720" anchor="ctr">
                    <a:solidFill>
                      <a:srgbClr val="F6F6F6"/>
                    </a:solidFill>
                  </a:tcPr>
                </a:tc>
              </a:tr>
              <a:tr h="616744">
                <a:tc>
                  <a:txBody>
                    <a:bodyPr/>
                    <a:lstStyle/>
                    <a:p>
                      <a:pPr algn="ctr"/>
                      <a:r>
                        <a:rPr sz="2025" b="0">
                          <a:solidFill>
                            <a:srgbClr val="222222"/>
                          </a:solidFill>
                          <a:latin typeface="Noto Sans JP"/>
                          <a:ea typeface="Noto Sans JP"/>
                          <a:cs typeface="Noto Sans JP"/>
                        </a:rPr>
                        <a:t>名義</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血液型・地域名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自然な大小の順序がない</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1BF5CB7-5286-44EE-86DB-C2069AD3CC44}"/>
              </a:ext>
            </a:extLst>
          </p:cNvPr>
          <p:cNvSpPr>
            <a:spLocks xmlns:a="http://schemas.openxmlformats.org/drawingml/2006/main" noGrp="1"/>
          </p:cNvSpPr>
          <p:nvPr/>
        </p:nvSpPr>
        <p:spPr>
          <a:xfrm xmlns:a="http://schemas.openxmlformats.org/drawingml/2006/main">
            <a:off x="619125" y="48101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順序モデルの例：Z ≤ τ₁なら「低」、τ₁ &lt; Z ≤ τ₂なら「中」。</a:t>
            </a:r>
          </a:p>
        </p:txBody>
      </p:sp>
      <p:sp>
        <p:nvSpPr>
          <p:cNvPr id="8" name="">
            <a:extLst xmlns:a="http://schemas.openxmlformats.org/drawingml/2006/main">
              <a:ext uri="{FF2B5EF4-FFF2-40B4-BE49-F238E27FC236}">
                <a16:creationId xmlns:a16="http://schemas.microsoft.com/office/drawing/2014/main" id="{A9A21A17-8E61-4FA3-A45C-5434B2C79A8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0A829B0-32EB-4353-97FA-389432101A4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今の連続特徴用の実装を、カテゴリへそのまま広げない</a:t>
            </a:r>
          </a:p>
        </p:txBody>
      </p:sp>
    </p:spTree>
    <p:extLst>
      <p:ext uri="{BB962C8B-B14F-4D97-AF65-F5344CB8AC3E}">
        <p14:creationId xmlns:p14="http://schemas.microsoft.com/office/powerpoint/2010/main" val="120498788"/>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B21FC10-2469-4FA2-888F-BA040057466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補足：混合型の欠損補完研究との接続</a:t>
            </a:r>
          </a:p>
        </p:txBody>
      </p:sp>
      <p:sp>
        <p:nvSpPr>
          <p:cNvPr id="2" name="">
            <a:extLst xmlns:a="http://schemas.openxmlformats.org/drawingml/2006/main">
              <a:ext uri="{FF2B5EF4-FFF2-40B4-BE49-F238E27FC236}">
                <a16:creationId xmlns:a16="http://schemas.microsoft.com/office/drawing/2014/main" id="{D98AC715-BB78-41CE-9857-5226BC23E2E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DB0F16-6F25-4E21-A5C2-B6E164E2B9C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Zhao &amp; Udell (2020)：Gaussian copulaで連続・順序変数を補完。</a:t>
            </a:r>
          </a:p>
        </p:txBody>
      </p:sp>
      <p:sp>
        <p:nvSpPr>
          <p:cNvPr id="4" name="">
            <a:extLst xmlns:a="http://schemas.openxmlformats.org/drawingml/2006/main">
              <a:ext uri="{FF2B5EF4-FFF2-40B4-BE49-F238E27FC236}">
                <a16:creationId xmlns:a16="http://schemas.microsoft.com/office/drawing/2014/main" id="{875BB5E3-DB85-4C1E-BF20-382C802CA6D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4F8F6436-BC86-4FD1-B7FC-7B650667D46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56</a:t>
            </a:r>
          </a:p>
        </p:txBody>
      </p:sp>
      <p:sp>
        <p:nvSpPr>
          <p:cNvPr id="6" name="">
            <a:extLst xmlns:a="http://schemas.openxmlformats.org/drawingml/2006/main">
              <a:ext uri="{FF2B5EF4-FFF2-40B4-BE49-F238E27FC236}">
                <a16:creationId xmlns:a16="http://schemas.microsoft.com/office/drawing/2014/main" id="{B0551D42-1C04-49CF-8D65-5B2431F6462C}"/>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42CE8934-513F-48D8-8247-199B83AF4D29}"/>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背景：実データには連続値と、順序カテゴリ、欠損が混在する。</a:t>
            </a:r>
          </a:p>
        </p:txBody>
      </p:sp>
      <p:sp>
        <p:nvSpPr>
          <p:cNvPr id="8" name="">
            <a:extLst xmlns:a="http://schemas.openxmlformats.org/drawingml/2006/main">
              <a:ext uri="{FF2B5EF4-FFF2-40B4-BE49-F238E27FC236}">
                <a16:creationId xmlns:a16="http://schemas.microsoft.com/office/drawing/2014/main" id="{70258BEC-B2E5-4DF3-9075-75C00ED505F3}"/>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48FCC4FE-367A-4CA9-A19E-B57708DFD67E}"/>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手法：各型を潜在正規の値／区間として扱い、EMで依存を推定。</a:t>
            </a:r>
          </a:p>
        </p:txBody>
      </p:sp>
      <p:sp>
        <p:nvSpPr>
          <p:cNvPr id="10" name="">
            <a:extLst xmlns:a="http://schemas.openxmlformats.org/drawingml/2006/main">
              <a:ext uri="{FF2B5EF4-FFF2-40B4-BE49-F238E27FC236}">
                <a16:creationId xmlns:a16="http://schemas.microsoft.com/office/drawing/2014/main" id="{1FE51356-2027-4BD1-B3E7-463E1A7790A4}"/>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5F40D45D-2920-43A9-AB82-A1E3345961A9}"/>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目的：観測値を条件に、欠損値を補う。</a:t>
            </a:r>
          </a:p>
        </p:txBody>
      </p:sp>
      <p:sp>
        <p:nvSpPr>
          <p:cNvPr id="12" name="">
            <a:extLst xmlns:a="http://schemas.openxmlformats.org/drawingml/2006/main">
              <a:ext uri="{FF2B5EF4-FFF2-40B4-BE49-F238E27FC236}">
                <a16:creationId xmlns:a16="http://schemas.microsoft.com/office/drawing/2014/main" id="{108A1172-4EE9-4F96-A1D3-13A88E88C619}"/>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9930EBE2-E069-4292-90DD-E224A12A55D3}"/>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本研究：条件付けと型の扱いを参考にし、補完から拡張へつなぐ。</a:t>
            </a:r>
          </a:p>
        </p:txBody>
      </p:sp>
      <p:sp>
        <p:nvSpPr>
          <p:cNvPr id="14" name="">
            <a:extLst xmlns:a="http://schemas.openxmlformats.org/drawingml/2006/main">
              <a:ext uri="{FF2B5EF4-FFF2-40B4-BE49-F238E27FC236}">
                <a16:creationId xmlns:a16="http://schemas.microsoft.com/office/drawing/2014/main" id="{B6A17AFA-9A7D-4470-8AC7-578D7A49A39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00C432D-C324-4529-8064-C02F1C4671B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接続できるのは生成の設計。欠損補完の結果は、拡張の効果の証明ではない</a:t>
            </a:r>
          </a:p>
        </p:txBody>
      </p:sp>
    </p:spTree>
    <p:extLst>
      <p:ext uri="{BB962C8B-B14F-4D97-AF65-F5344CB8AC3E}">
        <p14:creationId xmlns:p14="http://schemas.microsoft.com/office/powerpoint/2010/main" val="2069199476"/>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061852-A488-4B17-A209-A56578684DD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補足：説明可能性の研究との接続</a:t>
            </a:r>
          </a:p>
        </p:txBody>
      </p:sp>
      <p:sp>
        <p:nvSpPr>
          <p:cNvPr id="2" name="">
            <a:extLst xmlns:a="http://schemas.openxmlformats.org/drawingml/2006/main">
              <a:ext uri="{FF2B5EF4-FFF2-40B4-BE49-F238E27FC236}">
                <a16:creationId xmlns:a16="http://schemas.microsoft.com/office/drawing/2014/main" id="{C5C03F56-CAC6-4013-9957-59B4652A8C6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180089-76E2-4BD8-A576-99AF83878BC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Aas, Jullum &amp; Løland (2021)：依存を考慮したShapley値の近似。</a:t>
            </a:r>
          </a:p>
        </p:txBody>
      </p:sp>
      <p:sp>
        <p:nvSpPr>
          <p:cNvPr id="4" name="">
            <a:extLst xmlns:a="http://schemas.openxmlformats.org/drawingml/2006/main">
              <a:ext uri="{FF2B5EF4-FFF2-40B4-BE49-F238E27FC236}">
                <a16:creationId xmlns:a16="http://schemas.microsoft.com/office/drawing/2014/main" id="{D0CF1E3A-0E8A-4C25-95C6-258DB0E5C53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53835EC8-38B8-4470-9671-E852B2AA663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57</a:t>
            </a:r>
          </a:p>
        </p:txBody>
      </p:sp>
      <p:sp>
        <p:nvSpPr>
          <p:cNvPr id="6" name="">
            <a:extLst xmlns:a="http://schemas.openxmlformats.org/drawingml/2006/main">
              <a:ext uri="{FF2B5EF4-FFF2-40B4-BE49-F238E27FC236}">
                <a16:creationId xmlns:a16="http://schemas.microsoft.com/office/drawing/2014/main" id="{83DE93DB-381F-4F1C-94A3-3F951363845D}"/>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F4C6AF7F-A38C-4519-9CCF-1B8976962EEB}"/>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背景：一部特徴を固定し、残りを無条件に取ると、不自然な行を作り得る。</a:t>
            </a:r>
          </a:p>
        </p:txBody>
      </p:sp>
      <p:sp>
        <p:nvSpPr>
          <p:cNvPr id="8" name="">
            <a:extLst xmlns:a="http://schemas.openxmlformats.org/drawingml/2006/main">
              <a:ext uri="{FF2B5EF4-FFF2-40B4-BE49-F238E27FC236}">
                <a16:creationId xmlns:a16="http://schemas.microsoft.com/office/drawing/2014/main" id="{C3F4BC37-A092-45B1-B6A3-10EF65D94212}"/>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4B7A0558-1D19-49C8-BD60-E5EEB8A9482D}"/>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手法：条件付き分布をGaussian / copula / empirical等で近似。</a:t>
            </a:r>
          </a:p>
        </p:txBody>
      </p:sp>
      <p:sp>
        <p:nvSpPr>
          <p:cNvPr id="10" name="">
            <a:extLst xmlns:a="http://schemas.openxmlformats.org/drawingml/2006/main">
              <a:ext uri="{FF2B5EF4-FFF2-40B4-BE49-F238E27FC236}">
                <a16:creationId xmlns:a16="http://schemas.microsoft.com/office/drawing/2014/main" id="{B7662677-D6A4-4DB4-8E82-322C9C3101C4}"/>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A7674566-0548-4DAF-98B6-8340D309CD68}"/>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目的：特徴依存を考慮した、個別予測の説明を計算する。</a:t>
            </a:r>
          </a:p>
        </p:txBody>
      </p:sp>
      <p:sp>
        <p:nvSpPr>
          <p:cNvPr id="12" name="">
            <a:extLst xmlns:a="http://schemas.openxmlformats.org/drawingml/2006/main">
              <a:ext uri="{FF2B5EF4-FFF2-40B4-BE49-F238E27FC236}">
                <a16:creationId xmlns:a16="http://schemas.microsoft.com/office/drawing/2014/main" id="{E3AE33FF-FBE9-49EC-AD4A-037E663522BA}"/>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7078ECBC-A77B-421E-8DCC-6446D3131F66}"/>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本研究：残す列を条件に生成する発想を、学習用拡張へ移す。</a:t>
            </a:r>
          </a:p>
        </p:txBody>
      </p:sp>
      <p:sp>
        <p:nvSpPr>
          <p:cNvPr id="14" name="">
            <a:extLst xmlns:a="http://schemas.openxmlformats.org/drawingml/2006/main">
              <a:ext uri="{FF2B5EF4-FFF2-40B4-BE49-F238E27FC236}">
                <a16:creationId xmlns:a16="http://schemas.microsoft.com/office/drawing/2014/main" id="{634A96CF-498D-4796-92A8-7064C4E0060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F27C17F-94C9-42A0-8374-3E2A78660FE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同じ条件付き生成でも、目的と評価指標は異なる</a:t>
            </a:r>
          </a:p>
        </p:txBody>
      </p:sp>
    </p:spTree>
    <p:extLst>
      <p:ext uri="{BB962C8B-B14F-4D97-AF65-F5344CB8AC3E}">
        <p14:creationId xmlns:p14="http://schemas.microsoft.com/office/powerpoint/2010/main" val="1240101738"/>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964839-8243-4089-A705-03C144EF482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補足：先行研究2との比較で言える範囲</a:t>
            </a:r>
          </a:p>
        </p:txBody>
      </p:sp>
      <p:sp>
        <p:nvSpPr>
          <p:cNvPr id="2" name="">
            <a:extLst xmlns:a="http://schemas.openxmlformats.org/drawingml/2006/main">
              <a:ext uri="{FF2B5EF4-FFF2-40B4-BE49-F238E27FC236}">
                <a16:creationId xmlns:a16="http://schemas.microsoft.com/office/drawing/2014/main" id="{C91C36DF-2924-4C31-B892-9EC22325BE9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054E5E-3656-4651-9BBF-9678B74297B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クラス条件付き置換と、特徴依存の条件付き置換は条件が違う。</a:t>
            </a:r>
          </a:p>
        </p:txBody>
      </p:sp>
      <p:sp>
        <p:nvSpPr>
          <p:cNvPr id="4" name="">
            <a:extLst xmlns:a="http://schemas.openxmlformats.org/drawingml/2006/main">
              <a:ext uri="{FF2B5EF4-FFF2-40B4-BE49-F238E27FC236}">
                <a16:creationId xmlns:a16="http://schemas.microsoft.com/office/drawing/2014/main" id="{41DB994C-6DC7-4B82-9CC7-CBEC524BD62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E470D3C1-27FD-406B-8062-33A263E4F4C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58</a:t>
            </a:r>
          </a:p>
        </p:txBody>
      </p:sp>
      <p:graphicFrame>
        <p:nvGraphicFramePr>
          <p:cNvPr id="14" name=""/>
          <p:cNvGraphicFramePr/>
          <p:nvPr/>
        </p:nvGraphicFramePr>
        <p:xfrm>
          <a:off xmlns:a="http://schemas.openxmlformats.org/drawingml/2006/main" x="514350" y="1933575"/>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00"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クラス条件付き法</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今回のGaussian copula</a:t>
                      </a:r>
                    </a:p>
                  </a:txBody>
                  <a:tcPr marL="91440" marR="91440" marT="45720" marB="45720" anchor="ctr">
                    <a:solidFill>
                      <a:srgbClr val="E7F2EC"/>
                    </a:solidFill>
                  </a:tcPr>
                </a:tc>
              </a:tr>
              <a:tr h="666750">
                <a:tc>
                  <a:txBody>
                    <a:bodyPr/>
                    <a:lstStyle/>
                    <a:p>
                      <a:pPr algn="ctr"/>
                      <a:r>
                        <a:rPr sz="1800" b="0">
                          <a:solidFill>
                            <a:srgbClr val="222222"/>
                          </a:solidFill>
                          <a:latin typeface="Noto Sans JP"/>
                          <a:ea typeface="Noto Sans JP"/>
                          <a:cs typeface="Noto Sans JP"/>
                        </a:rPr>
                        <a:t>条件</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真／擬似クラス</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残した特徴の値</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強み</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同じクラス内の候補を使う</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特徴間の依存を使える</a:t>
                      </a:r>
                    </a:p>
                  </a:txBody>
                  <a:tcPr marL="91440" marR="91440" marT="45720" marB="45720" anchor="ctr">
                    <a:solidFill>
                      <a:srgbClr val="F6F6F6"/>
                    </a:solidFill>
                  </a:tcPr>
                </a:tc>
              </a:tr>
              <a:tr h="666750">
                <a:tc>
                  <a:txBody>
                    <a:bodyPr/>
                    <a:lstStyle/>
                    <a:p>
                      <a:pPr algn="ctr"/>
                      <a:r>
                        <a:rPr sz="1800" b="0">
                          <a:solidFill>
                            <a:srgbClr val="222222"/>
                          </a:solidFill>
                          <a:latin typeface="Noto Sans JP"/>
                          <a:ea typeface="Noto Sans JP"/>
                          <a:cs typeface="Noto Sans JP"/>
                        </a:rPr>
                        <a:t>課題</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擬似クラス誤りの影響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全体分布からの生成はクラス保持を保証しない</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対照の解釈</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目的関数・前学習も異なる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置換器の効果はVIME内で分離する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D336486A-F204-4CA5-A13B-1D8447B8467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A676A9F-B998-49B7-A27C-776DE53DF5C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「擬似ラベル不要」と「クラスを保つ」は、同じ意味ではない</a:t>
            </a:r>
          </a:p>
        </p:txBody>
      </p:sp>
    </p:spTree>
    <p:extLst>
      <p:ext uri="{BB962C8B-B14F-4D97-AF65-F5344CB8AC3E}">
        <p14:creationId xmlns:p14="http://schemas.microsoft.com/office/powerpoint/2010/main" val="1583213017"/>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ADD62E-AD68-4190-B2D0-4DCF6259142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補足：評価指標の意味</a:t>
            </a:r>
          </a:p>
        </p:txBody>
      </p:sp>
      <p:sp>
        <p:nvSpPr>
          <p:cNvPr id="2" name="">
            <a:extLst xmlns:a="http://schemas.openxmlformats.org/drawingml/2006/main">
              <a:ext uri="{FF2B5EF4-FFF2-40B4-BE49-F238E27FC236}">
                <a16:creationId xmlns:a16="http://schemas.microsoft.com/office/drawing/2014/main" id="{4BE6A1F1-D61D-4B73-9F0E-9D6F24CDB5D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41EBFA-2DD1-45C8-BB77-8C7136A7A10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クラス数・不均衡・確率の順位を分けて評価する。</a:t>
            </a:r>
          </a:p>
        </p:txBody>
      </p:sp>
      <p:sp>
        <p:nvSpPr>
          <p:cNvPr id="4" name="">
            <a:extLst xmlns:a="http://schemas.openxmlformats.org/drawingml/2006/main">
              <a:ext uri="{FF2B5EF4-FFF2-40B4-BE49-F238E27FC236}">
                <a16:creationId xmlns:a16="http://schemas.microsoft.com/office/drawing/2014/main" id="{6806DF3E-F50C-4AD4-B2DE-71806BE515B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9EDACFC1-B3A4-45B8-809F-263E1BF9E3A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59</a:t>
            </a:r>
          </a:p>
        </p:txBody>
      </p:sp>
      <p:graphicFrame>
        <p:nvGraphicFramePr>
          <p:cNvPr id="14" name=""/>
          <p:cNvGraphicFramePr/>
          <p:nvPr/>
        </p:nvGraphicFramePr>
        <p:xfrm>
          <a:off xmlns:a="http://schemas.openxmlformats.org/drawingml/2006/main" x="514350" y="2019300"/>
          <a:ext xmlns:a="http://schemas.openxmlformats.org/drawingml/2006/main" cx="11163300" cy="2847975"/>
        </p:xfrm>
        <a:graphic xmlns:a="http://schemas.openxmlformats.org/drawingml/2006/main">
          <a:graphicData uri="http://schemas.openxmlformats.org/drawingml/2006/table">
            <a:tbl>
              <a:tblPr/>
              <a:tblGrid>
                <a:gridCol w="2667000"/>
                <a:gridCol w="8496300"/>
              </a:tblGrid>
              <a:tr h="569595">
                <a:tc>
                  <a:txBody>
                    <a:bodyPr/>
                    <a:lstStyle/>
                    <a:p>
                      <a:pPr algn="ctr"/>
                      <a:r>
                        <a:rPr sz="2025" b="1">
                          <a:solidFill>
                            <a:srgbClr val="2E7D5B"/>
                          </a:solidFill>
                          <a:latin typeface="Noto Sans JP"/>
                          <a:ea typeface="Noto Sans JP"/>
                          <a:cs typeface="Noto Sans JP"/>
                        </a:rPr>
                        <a:t>指標</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何を見るか</a:t>
                      </a:r>
                    </a:p>
                  </a:txBody>
                  <a:tcPr marL="91440" marR="91440" marT="45720" marB="45720" anchor="ctr">
                    <a:solidFill>
                      <a:srgbClr val="E7F2EC"/>
                    </a:solidFill>
                  </a:tcPr>
                </a:tc>
              </a:tr>
              <a:tr h="569595">
                <a:tc>
                  <a:txBody>
                    <a:bodyPr/>
                    <a:lstStyle/>
                    <a:p>
                      <a:pPr algn="ctr"/>
                      <a:r>
                        <a:rPr sz="2025" b="0">
                          <a:solidFill>
                            <a:srgbClr val="222222"/>
                          </a:solidFill>
                          <a:latin typeface="Noto Sans JP"/>
                          <a:ea typeface="Noto Sans JP"/>
                          <a:cs typeface="Noto Sans JP"/>
                        </a:rPr>
                        <a:t>ROC-AUC（主指標）</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予測スコアで正例を負例より高く並べられるか</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Balanced 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各クラスの再現率を同じ重みで平均</a:t>
                      </a:r>
                    </a:p>
                  </a:txBody>
                  <a:tcPr marL="91440" marR="91440" marT="45720" marB="45720" anchor="ctr">
                    <a:solidFill>
                      <a:srgbClr val="F6F6F6"/>
                    </a:solidFill>
                  </a:tcPr>
                </a:tc>
              </a:tr>
              <a:tr h="569595">
                <a:tc>
                  <a:txBody>
                    <a:bodyPr/>
                    <a:lstStyle/>
                    <a:p>
                      <a:pPr algn="ctr"/>
                      <a:r>
                        <a:rPr sz="2025" b="0">
                          <a:solidFill>
                            <a:srgbClr val="222222"/>
                          </a:solidFill>
                          <a:latin typeface="Noto Sans JP"/>
                          <a:ea typeface="Noto Sans JP"/>
                          <a:cs typeface="Noto Sans JP"/>
                        </a:rPr>
                        <a:t>Macro-F1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各クラスの適合率と再現率のバランスを平均</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全体の正解割合。多数クラスの影響を受ける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9DCBA09E-35FD-4583-A83C-E1AB00C7537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8917C15-9959-4D98-BBCE-EB133DD5BA9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AUCの小さな平均差だけで、拡張の有用性を結論しない</a:t>
            </a:r>
          </a:p>
        </p:txBody>
      </p:sp>
    </p:spTree>
    <p:extLst>
      <p:ext uri="{BB962C8B-B14F-4D97-AF65-F5344CB8AC3E}">
        <p14:creationId xmlns:p14="http://schemas.microsoft.com/office/powerpoint/2010/main" val="196482871"/>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C3BDB3-4C88-4065-A407-EC9D52B90C3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補足：保存結果の追加対照</a:t>
            </a:r>
          </a:p>
        </p:txBody>
      </p:sp>
      <p:sp>
        <p:nvSpPr>
          <p:cNvPr id="2" name="">
            <a:extLst xmlns:a="http://schemas.openxmlformats.org/drawingml/2006/main">
              <a:ext uri="{FF2B5EF4-FFF2-40B4-BE49-F238E27FC236}">
                <a16:creationId xmlns:a16="http://schemas.microsoft.com/office/drawing/2014/main" id="{CED4F0F9-7DD6-4A4A-8701-F594978696C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1A0674-AC65-4C9A-B5F8-7CE90F4A932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公式クラス条件付き対照学習は、ランダムマスク設定の参考比較。</a:t>
            </a:r>
          </a:p>
        </p:txBody>
      </p:sp>
      <p:sp>
        <p:nvSpPr>
          <p:cNvPr id="4" name="">
            <a:extLst xmlns:a="http://schemas.openxmlformats.org/drawingml/2006/main">
              <a:ext uri="{FF2B5EF4-FFF2-40B4-BE49-F238E27FC236}">
                <a16:creationId xmlns:a16="http://schemas.microsoft.com/office/drawing/2014/main" id="{13154B3D-2AA5-40AB-9F74-51DF7F36A12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4DF325E7-03B4-4744-BFF1-534778B0C7D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60</a:t>
            </a:r>
          </a:p>
        </p:txBody>
      </p:sp>
      <p:graphicFrame>
        <p:nvGraphicFramePr>
          <p:cNvPr id="15" name=""/>
          <p:cNvGraphicFramePr/>
          <p:nvPr/>
        </p:nvGraphicFramePr>
        <p:xfrm>
          <a:off xmlns:a="http://schemas.openxmlformats.org/drawingml/2006/main" x="514350" y="2085975"/>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1875" b="1">
                          <a:solidFill>
                            <a:srgbClr val="2E7D5B"/>
                          </a:solidFill>
                          <a:latin typeface="Noto Sans JP"/>
                          <a:ea typeface="Noto Sans JP"/>
                          <a:cs typeface="Noto Sans JP"/>
                        </a:rPr>
                        <a:t>データ / AUC</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 copula</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クラス条件付き対照学習</a:t>
                      </a:r>
                    </a:p>
                  </a:txBody>
                  <a:tcPr marL="91440" marR="91440" marT="45720" marB="45720" anchor="ctr">
                    <a:solidFill>
                      <a:srgbClr val="E7F2EC"/>
                    </a:solidFill>
                  </a:tcPr>
                </a:tc>
              </a:tr>
              <a:tr h="796925">
                <a:tc>
                  <a:txBody>
                    <a:bodyPr/>
                    <a:lstStyle/>
                    <a:p>
                      <a:pPr algn="ctr"/>
                      <a:r>
                        <a:rPr sz="187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0.827 ± 0.084</a:t>
                      </a:r>
                    </a:p>
                  </a:txBody>
                  <a:tcPr marL="91440" marR="91440" marT="45720" marB="45720" anchor="ctr">
                    <a:solidFill>
                      <a:srgbClr val="FFFFFF"/>
                    </a:solidFill>
                  </a:tcPr>
                </a:tc>
              </a:tr>
              <a:tr h="796925">
                <a:tc>
                  <a:txBody>
                    <a:bodyPr/>
                    <a:lstStyle/>
                    <a:p>
                      <a:pPr algn="ctr"/>
                      <a:r>
                        <a:rPr sz="187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0.890 ± 0.077</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A95CFE5B-E83A-424E-A822-676E592ACB97}"/>
              </a:ext>
            </a:extLst>
          </p:cNvPr>
          <p:cNvSpPr>
            <a:spLocks xmlns:a="http://schemas.openxmlformats.org/drawingml/2006/main" noGrp="1"/>
          </p:cNvSpPr>
          <p:nvPr/>
        </p:nvSpPr>
        <p:spPr>
          <a:xfrm xmlns:a="http://schemas.openxmlformats.org/drawingml/2006/main">
            <a:off x="619125" y="4781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条件付き生成が一律に優れる、という結果ではない。</a:t>
            </a:r>
          </a:p>
        </p:txBody>
      </p:sp>
      <p:sp>
        <p:nvSpPr>
          <p:cNvPr id="8" name="">
            <a:extLst xmlns:a="http://schemas.openxmlformats.org/drawingml/2006/main">
              <a:ext uri="{FF2B5EF4-FFF2-40B4-BE49-F238E27FC236}">
                <a16:creationId xmlns:a16="http://schemas.microsoft.com/office/drawing/2014/main" id="{26710A9B-12F5-4B61-8FA5-148C11D4713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1DB3D72-7558-459A-A2B2-BDEC2497154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第三法との差には、置換器以外の違いも含まれる</a:t>
            </a:r>
          </a:p>
        </p:txBody>
      </p:sp>
    </p:spTree>
    <p:extLst>
      <p:ext uri="{BB962C8B-B14F-4D97-AF65-F5344CB8AC3E}">
        <p14:creationId xmlns:p14="http://schemas.microsoft.com/office/powerpoint/2010/main" val="320679053"/>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213BB3-6412-4DEA-9CA8-5510C0735F6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補足：研究で答える「なぜ？」</a:t>
            </a:r>
          </a:p>
        </p:txBody>
      </p:sp>
      <p:sp>
        <p:nvSpPr>
          <p:cNvPr id="2" name="">
            <a:extLst xmlns:a="http://schemas.openxmlformats.org/drawingml/2006/main">
              <a:ext uri="{FF2B5EF4-FFF2-40B4-BE49-F238E27FC236}">
                <a16:creationId xmlns:a16="http://schemas.microsoft.com/office/drawing/2014/main" id="{87F8BC87-04AA-45A4-87E4-FCFD20584E9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F23B7B-DAA3-4E2E-B579-292C1BEE9F0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意図と、現在の証拠を混同せずに答える。</a:t>
            </a:r>
          </a:p>
        </p:txBody>
      </p:sp>
      <p:sp>
        <p:nvSpPr>
          <p:cNvPr id="4" name="">
            <a:extLst xmlns:a="http://schemas.openxmlformats.org/drawingml/2006/main">
              <a:ext uri="{FF2B5EF4-FFF2-40B4-BE49-F238E27FC236}">
                <a16:creationId xmlns:a16="http://schemas.microsoft.com/office/drawing/2014/main" id="{B575AA4F-0397-4C85-AD48-6A31965901D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補足・質疑</a:t>
            </a:r>
          </a:p>
        </p:txBody>
      </p:sp>
      <p:sp>
        <p:nvSpPr>
          <p:cNvPr id="5" name="">
            <a:extLst xmlns:a="http://schemas.openxmlformats.org/drawingml/2006/main">
              <a:ext uri="{FF2B5EF4-FFF2-40B4-BE49-F238E27FC236}">
                <a16:creationId xmlns:a16="http://schemas.microsoft.com/office/drawing/2014/main" id="{A88ABD35-3D1C-4D26-8EBD-5DB9BBD0B4B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61</a:t>
            </a:r>
          </a:p>
        </p:txBody>
      </p:sp>
      <p:graphicFrame>
        <p:nvGraphicFramePr>
          <p:cNvPr id="14" name=""/>
          <p:cNvGraphicFramePr/>
          <p:nvPr/>
        </p:nvGraphicFramePr>
        <p:xfrm>
          <a:off xmlns:a="http://schemas.openxmlformats.org/drawingml/2006/main" x="514350" y="1981200"/>
          <a:ext xmlns:a="http://schemas.openxmlformats.org/drawingml/2006/main" cx="11163300" cy="3248025"/>
        </p:xfrm>
        <a:graphic xmlns:a="http://schemas.openxmlformats.org/drawingml/2006/main">
          <a:graphicData uri="http://schemas.openxmlformats.org/drawingml/2006/table">
            <a:tbl>
              <a:tblPr/>
              <a:tblGrid>
                <a:gridCol w="2667000"/>
                <a:gridCol w="8496300"/>
              </a:tblGrid>
              <a:tr h="649605">
                <a:tc>
                  <a:txBody>
                    <a:bodyPr/>
                    <a:lstStyle/>
                    <a:p>
                      <a:pPr algn="ctr"/>
                      <a:r>
                        <a:rPr sz="1875" b="1">
                          <a:solidFill>
                            <a:srgbClr val="2E7D5B"/>
                          </a:solidFill>
                          <a:latin typeface="Noto Sans JP"/>
                          <a:ea typeface="Noto Sans JP"/>
                          <a:cs typeface="Noto Sans JP"/>
                        </a:rPr>
                        <a:t>問い</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現時点の答え</a:t>
                      </a:r>
                    </a:p>
                  </a:txBody>
                  <a:tcPr marL="91440" marR="91440" marT="45720" marB="45720" anchor="ctr">
                    <a:solidFill>
                      <a:srgbClr val="E7F2EC"/>
                    </a:solidFill>
                  </a:tcPr>
                </a:tc>
              </a:tr>
              <a:tr h="649605">
                <a:tc>
                  <a:txBody>
                    <a:bodyPr/>
                    <a:lstStyle/>
                    <a:p>
                      <a:pPr algn="ctr"/>
                      <a:r>
                        <a:rPr sz="1875" b="0">
                          <a:solidFill>
                            <a:srgbClr val="222222"/>
                          </a:solidFill>
                          <a:latin typeface="Noto Sans JP"/>
                          <a:ea typeface="Noto Sans JP"/>
                          <a:cs typeface="Noto Sans JP"/>
                        </a:rPr>
                        <a:t>なぜコピュラ？</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周辺の形と依存を分け、観測列を条件に生成するため。</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なぜGaussian？</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多変量の条件付き分布が計算でき、比較を始めやすいため。</a:t>
                      </a:r>
                    </a:p>
                  </a:txBody>
                  <a:tcPr marL="91440" marR="91440" marT="45720" marB="45720" anchor="ctr">
                    <a:solidFill>
                      <a:srgbClr val="F6F6F6"/>
                    </a:solidFill>
                  </a:tcPr>
                </a:tc>
              </a:tr>
              <a:tr h="649605">
                <a:tc>
                  <a:txBody>
                    <a:bodyPr/>
                    <a:lstStyle/>
                    <a:p>
                      <a:pPr algn="ctr"/>
                      <a:r>
                        <a:rPr sz="1875" b="0">
                          <a:solidFill>
                            <a:srgbClr val="222222"/>
                          </a:solidFill>
                          <a:latin typeface="Noto Sans JP"/>
                          <a:ea typeface="Noto Sans JP"/>
                          <a:cs typeface="Noto Sans JP"/>
                        </a:rPr>
                        <a:t>なぜラベルなし？</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依存推定は特徴の組でできる。ただしラベル保持は別問題。</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なぜ性能がまだ不確か？</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少数データ・seed、モデルの仮定、拡張強度を検証中。</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1E9841E1-7DB6-406C-80B2-119C2094417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3AD6941-0B82-418C-A07F-5E7C0D92D54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教授・先輩に相談したい点：生成品質とクラス保持をどう評価するか</a:t>
            </a:r>
          </a:p>
        </p:txBody>
      </p:sp>
    </p:spTree>
    <p:extLst>
      <p:ext uri="{BB962C8B-B14F-4D97-AF65-F5344CB8AC3E}">
        <p14:creationId xmlns:p14="http://schemas.microsoft.com/office/powerpoint/2010/main" val="1521423747"/>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D233D0-339B-4F5E-BDA5-FAEC3D38980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補足：裾依存係数の定義</a:t>
            </a:r>
          </a:p>
        </p:txBody>
      </p:sp>
      <p:sp>
        <p:nvSpPr>
          <p:cNvPr id="2" name="">
            <a:extLst xmlns:a="http://schemas.openxmlformats.org/drawingml/2006/main">
              <a:ext uri="{FF2B5EF4-FFF2-40B4-BE49-F238E27FC236}">
                <a16:creationId xmlns:a16="http://schemas.microsoft.com/office/drawing/2014/main" id="{B4577C86-813F-41EB-8F7A-A3BA24FDFA1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C00D88-E5EC-46BF-8E20-F42CE4FA4FC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極端な条件での確率を、端まで近づけた極限。</a:t>
            </a:r>
          </a:p>
        </p:txBody>
      </p:sp>
      <p:sp>
        <p:nvSpPr>
          <p:cNvPr id="4" name="">
            <a:extLst xmlns:a="http://schemas.openxmlformats.org/drawingml/2006/main">
              <a:ext uri="{FF2B5EF4-FFF2-40B4-BE49-F238E27FC236}">
                <a16:creationId xmlns:a16="http://schemas.microsoft.com/office/drawing/2014/main" id="{6E03AFC0-CC48-47DC-9616-76BBB20E21C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AE08C372-3194-47C4-BBE3-B2C20F2D482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62</a:t>
            </a:r>
          </a:p>
        </p:txBody>
      </p:sp>
      <p:sp>
        <p:nvSpPr>
          <p:cNvPr id="6" name="">
            <a:extLst xmlns:a="http://schemas.openxmlformats.org/drawingml/2006/main">
              <a:ext uri="{FF2B5EF4-FFF2-40B4-BE49-F238E27FC236}">
                <a16:creationId xmlns:a16="http://schemas.microsoft.com/office/drawing/2014/main" id="{B7E8A2E9-B1AE-485F-8A3C-F31470D41709}"/>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8C9DA28-AF1C-4225-A0A2-E7B5658E897D}"/>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λL = lim(q → 0) P(V ≤ q | U ≤ q)</a:t>
            </a:r>
          </a:p>
        </p:txBody>
      </p:sp>
      <p:sp>
        <p:nvSpPr>
          <p:cNvPr id="8" name="">
            <a:extLst xmlns:a="http://schemas.openxmlformats.org/drawingml/2006/main">
              <a:ext uri="{FF2B5EF4-FFF2-40B4-BE49-F238E27FC236}">
                <a16:creationId xmlns:a16="http://schemas.microsoft.com/office/drawing/2014/main" id="{1AEF808D-C5AE-4E5D-8F1E-A8404438AA16}"/>
              </a:ext>
            </a:extLst>
          </p:cNvPr>
          <p:cNvSpPr>
            <a:spLocks xmlns:a="http://schemas.openxmlformats.org/drawingml/2006/main" noGrp="1"/>
          </p:cNvSpPr>
          <p:nvPr/>
        </p:nvSpPr>
        <p:spPr>
          <a:xfrm xmlns:a="http://schemas.openxmlformats.org/drawingml/2006/main">
            <a:off x="514350" y="32956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A03FDC7-4C03-4B5C-949F-49F870E9C365}"/>
              </a:ext>
            </a:extLst>
          </p:cNvPr>
          <p:cNvSpPr>
            <a:spLocks xmlns:a="http://schemas.openxmlformats.org/drawingml/2006/main" noGrp="1"/>
          </p:cNvSpPr>
          <p:nvPr/>
        </p:nvSpPr>
        <p:spPr>
          <a:xfrm xmlns:a="http://schemas.openxmlformats.org/drawingml/2006/main">
            <a:off x="704850" y="33909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λU = lim(q → 1) P(V &gt; q | U &gt; q)</a:t>
            </a:r>
          </a:p>
        </p:txBody>
      </p:sp>
      <p:sp>
        <p:nvSpPr>
          <p:cNvPr id="10" name="">
            <a:extLst xmlns:a="http://schemas.openxmlformats.org/drawingml/2006/main">
              <a:ext uri="{FF2B5EF4-FFF2-40B4-BE49-F238E27FC236}">
                <a16:creationId xmlns:a16="http://schemas.microsoft.com/office/drawing/2014/main" id="{EAD47D1F-AE52-4D9C-92D3-4372729CF4C9}"/>
              </a:ext>
            </a:extLst>
          </p:cNvPr>
          <p:cNvSpPr>
            <a:spLocks xmlns:a="http://schemas.openxmlformats.org/drawingml/2006/main" noGrp="1"/>
          </p:cNvSpPr>
          <p:nvPr/>
        </p:nvSpPr>
        <p:spPr>
          <a:xfrm xmlns:a="http://schemas.openxmlformats.org/drawingml/2006/main">
            <a:off x="619125" y="47339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例：q = 0.99 で共発生があることと、極限が正であることは別。</a:t>
            </a:r>
          </a:p>
        </p:txBody>
      </p:sp>
      <p:sp>
        <p:nvSpPr>
          <p:cNvPr id="11" name="">
            <a:extLst xmlns:a="http://schemas.openxmlformats.org/drawingml/2006/main">
              <a:ext uri="{FF2B5EF4-FFF2-40B4-BE49-F238E27FC236}">
                <a16:creationId xmlns:a16="http://schemas.microsoft.com/office/drawing/2014/main" id="{507C0AA8-6294-44C4-B0AA-05FA638F854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4BEC01-D35F-4732-91E1-32042EF49B4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「裾依存が0」を「極端な領域でも独立」と解釈しない</a:t>
            </a:r>
          </a:p>
        </p:txBody>
      </p:sp>
    </p:spTree>
    <p:extLst>
      <p:ext uri="{BB962C8B-B14F-4D97-AF65-F5344CB8AC3E}">
        <p14:creationId xmlns:p14="http://schemas.microsoft.com/office/powerpoint/2010/main" val="1191965724"/>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B5B766-47C8-46A0-90B5-C4CDFAD4742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補足：VIMEで学習させる対象</a:t>
            </a:r>
          </a:p>
        </p:txBody>
      </p:sp>
      <p:sp>
        <p:nvSpPr>
          <p:cNvPr id="2" name="">
            <a:extLst xmlns:a="http://schemas.openxmlformats.org/drawingml/2006/main">
              <a:ext uri="{FF2B5EF4-FFF2-40B4-BE49-F238E27FC236}">
                <a16:creationId xmlns:a16="http://schemas.microsoft.com/office/drawing/2014/main" id="{A54D2C66-25C8-4E9D-A2AA-1133B0AD3CD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B88985F-023A-4F2B-99B4-8D59C8DAE3F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生成の品質だけでなく、学習課題との組合せが結果を決める。</a:t>
            </a:r>
          </a:p>
        </p:txBody>
      </p:sp>
      <p:sp>
        <p:nvSpPr>
          <p:cNvPr id="4" name="">
            <a:extLst xmlns:a="http://schemas.openxmlformats.org/drawingml/2006/main">
              <a:ext uri="{FF2B5EF4-FFF2-40B4-BE49-F238E27FC236}">
                <a16:creationId xmlns:a16="http://schemas.microsoft.com/office/drawing/2014/main" id="{AE3CACCE-ABD8-4BE9-9502-C44F311436A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82E3640A-5800-4EC4-AA3F-13526558357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63</a:t>
            </a:r>
          </a:p>
        </p:txBody>
      </p:sp>
      <p:graphicFrame>
        <p:nvGraphicFramePr>
          <p:cNvPr id="14" name=""/>
          <p:cNvGraphicFramePr/>
          <p:nvPr/>
        </p:nvGraphicFramePr>
        <p:xfrm>
          <a:off xmlns:a="http://schemas.openxmlformats.org/drawingml/2006/main" x="514350" y="2000250"/>
          <a:ext xmlns:a="http://schemas.openxmlformats.org/drawingml/2006/main" cx="11163300" cy="3267075"/>
        </p:xfrm>
        <a:graphic xmlns:a="http://schemas.openxmlformats.org/drawingml/2006/main">
          <a:graphicData uri="http://schemas.openxmlformats.org/drawingml/2006/table">
            <a:tbl>
              <a:tblPr/>
              <a:tblGrid>
                <a:gridCol w="2667000"/>
                <a:gridCol w="8496300"/>
              </a:tblGrid>
              <a:tr h="653415">
                <a:tc>
                  <a:txBody>
                    <a:bodyPr/>
                    <a:lstStyle/>
                    <a:p>
                      <a:pPr algn="ctr"/>
                      <a:r>
                        <a:rPr sz="187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入力・学習目標</a:t>
                      </a:r>
                    </a:p>
                  </a:txBody>
                  <a:tcPr marL="91440" marR="91440" marT="45720" marB="45720" anchor="ctr">
                    <a:solidFill>
                      <a:srgbClr val="E7F2EC"/>
                    </a:solidFill>
                  </a:tcPr>
                </a:tc>
              </a:tr>
              <a:tr h="653415">
                <a:tc>
                  <a:txBody>
                    <a:bodyPr/>
                    <a:lstStyle/>
                    <a:p>
                      <a:pPr algn="ctr"/>
                      <a:r>
                        <a:rPr sz="1875" b="0">
                          <a:solidFill>
                            <a:srgbClr val="222222"/>
                          </a:solidFill>
                          <a:latin typeface="Noto Sans JP"/>
                          <a:ea typeface="Noto Sans JP"/>
                          <a:cs typeface="Noto Sans JP"/>
                        </a:rPr>
                        <a:t>自己教師あり：マスク推定</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置換後の行から、実際に値が変わった位置を予測（BCE）</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自己教師あり：元値復元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置換後の行から、元の行の値を復元（MSE、重み2）</a:t>
                      </a:r>
                    </a:p>
                  </a:txBody>
                  <a:tcPr marL="91440" marR="91440" marT="45720" marB="45720" anchor="ctr">
                    <a:solidFill>
                      <a:srgbClr val="F6F6F6"/>
                    </a:solidFill>
                  </a:tcPr>
                </a:tc>
              </a:tr>
              <a:tr h="653415">
                <a:tc>
                  <a:txBody>
                    <a:bodyPr/>
                    <a:lstStyle/>
                    <a:p>
                      <a:pPr algn="ctr"/>
                      <a:r>
                        <a:rPr sz="1875" b="0">
                          <a:solidFill>
                            <a:srgbClr val="222222"/>
                          </a:solidFill>
                          <a:latin typeface="Noto Sans JP"/>
                          <a:ea typeface="Noto Sans JP"/>
                          <a:cs typeface="Noto Sans JP"/>
                        </a:rPr>
                        <a:t>半教師あり：分類</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ラベルあり行の正解クラスを予測（交差エントロピー）</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半教師あり：一貫性</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同じ行の3拡張で、予測logitのばらつきを抑える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B91CA34-F913-46F3-B8D8-27406F1B84D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A522E4-868B-43FF-8D86-772ADBA23D4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自然な置換でも、課題が簡単すぎる／意味が変わるなら効果は保証されない</a:t>
            </a:r>
          </a:p>
        </p:txBody>
      </p:sp>
    </p:spTree>
    <p:extLst>
      <p:ext uri="{BB962C8B-B14F-4D97-AF65-F5344CB8AC3E}">
        <p14:creationId xmlns:p14="http://schemas.microsoft.com/office/powerpoint/2010/main" val="1963519184"/>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AE3A9E-E68D-4E82-BA21-18B346B58E3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補足：実装の呼び出しのイメージ</a:t>
            </a:r>
          </a:p>
        </p:txBody>
      </p:sp>
      <p:sp>
        <p:nvSpPr>
          <p:cNvPr id="2" name="">
            <a:extLst xmlns:a="http://schemas.openxmlformats.org/drawingml/2006/main">
              <a:ext uri="{FF2B5EF4-FFF2-40B4-BE49-F238E27FC236}">
                <a16:creationId xmlns:a16="http://schemas.microsoft.com/office/drawing/2014/main" id="{295BCD4E-3453-415D-A78A-70C325FC6D0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9A0EEF9-6233-4C5B-B206-A9C123F2C9F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学習時に分布を覚え、拡張時に同じ生成器を呼ぶ。</a:t>
            </a:r>
          </a:p>
        </p:txBody>
      </p:sp>
      <p:sp>
        <p:nvSpPr>
          <p:cNvPr id="4" name="">
            <a:extLst xmlns:a="http://schemas.openxmlformats.org/drawingml/2006/main">
              <a:ext uri="{FF2B5EF4-FFF2-40B4-BE49-F238E27FC236}">
                <a16:creationId xmlns:a16="http://schemas.microsoft.com/office/drawing/2014/main" id="{EAB61B0F-9E84-4452-9FF4-960B5546870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CB25671F-5F81-43FD-9230-0DBED2349B3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64</a:t>
            </a:r>
          </a:p>
        </p:txBody>
      </p:sp>
      <p:sp>
        <p:nvSpPr>
          <p:cNvPr id="6" name="">
            <a:extLst xmlns:a="http://schemas.openxmlformats.org/drawingml/2006/main">
              <a:ext uri="{FF2B5EF4-FFF2-40B4-BE49-F238E27FC236}">
                <a16:creationId xmlns:a16="http://schemas.microsoft.com/office/drawing/2014/main" id="{AD7E9159-C90C-460F-AB1E-DFF7DABA281D}"/>
              </a:ext>
            </a:extLst>
          </p:cNvPr>
          <p:cNvSpPr>
            <a:spLocks xmlns:a="http://schemas.openxmlformats.org/drawingml/2006/main" noGrp="1"/>
          </p:cNvSpPr>
          <p:nvPr/>
        </p:nvSpPr>
        <p:spPr>
          <a:xfrm xmlns:a="http://schemas.openxmlformats.org/drawingml/2006/main">
            <a:off x="514350" y="1981200"/>
            <a:ext cx="11163300" cy="33718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347D2D7-F6F3-4A84-9F48-A3E414323583}"/>
              </a:ext>
            </a:extLst>
          </p:cNvPr>
          <p:cNvSpPr>
            <a:spLocks xmlns:a="http://schemas.openxmlformats.org/drawingml/2006/main" noGrp="1"/>
          </p:cNvSpPr>
          <p:nvPr/>
        </p:nvSpPr>
        <p:spPr>
          <a:xfrm xmlns:a="http://schemas.openxmlformats.org/drawingml/2006/main">
            <a:off x="762000" y="2209800"/>
            <a:ext cx="10668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 = GaussianCopulaCorruptor()</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copula.fit(x_unlabeled_train)</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mask = rng.random(x.shape) &lt; 0.4</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x_aug = copula(x, mask, rng)</a:t>
            </a:r>
          </a:p>
        </p:txBody>
      </p:sp>
      <p:sp>
        <p:nvSpPr>
          <p:cNvPr id="8" name="">
            <a:extLst xmlns:a="http://schemas.openxmlformats.org/drawingml/2006/main">
              <a:ext uri="{FF2B5EF4-FFF2-40B4-BE49-F238E27FC236}">
                <a16:creationId xmlns:a16="http://schemas.microsoft.com/office/drawing/2014/main" id="{68E70BD5-0F43-4CCA-A038-3F248DC44DA0}"/>
              </a:ext>
            </a:extLst>
          </p:cNvPr>
          <p:cNvSpPr>
            <a:spLocks xmlns:a="http://schemas.openxmlformats.org/drawingml/2006/main" noGrp="1"/>
          </p:cNvSpPr>
          <p:nvPr/>
        </p:nvSpPr>
        <p:spPr>
          <a:xfrm xmlns:a="http://schemas.openxmlformats.org/drawingml/2006/main">
            <a:off x="723900" y="4810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22222"/>
                </a:solidFill>
                <a:latin typeface="Noto Sans JP"/>
                <a:ea typeface="Noto Sans JP"/>
                <a:cs typeface="Noto Sans JP"/>
              </a:defRPr>
            </a:pPr>
            <a:r>
              <a:rPr sz="2025" b="1">
                <a:solidFill>
                  <a:srgbClr val="222222"/>
                </a:solidFill>
                <a:latin typeface="Noto Sans JP"/>
                <a:ea typeface="Noto Sans JP"/>
                <a:cs typeface="Noto Sans JP"/>
              </a:rPr>
              <a:t>mask = True の列だけ置換。False の列は、その行の値を維持。</a:t>
            </a:r>
          </a:p>
        </p:txBody>
      </p:sp>
      <p:sp>
        <p:nvSpPr>
          <p:cNvPr id="9" name="">
            <a:extLst xmlns:a="http://schemas.openxmlformats.org/drawingml/2006/main">
              <a:ext uri="{FF2B5EF4-FFF2-40B4-BE49-F238E27FC236}">
                <a16:creationId xmlns:a16="http://schemas.microsoft.com/office/drawing/2014/main" id="{CFDEC237-B018-49F5-853E-DC1E5CEAF49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0198A1-58F0-4BAB-AA3F-29C1BC55D76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分類の比較では、VIMEClassifierにこの生成器を渡す</a:t>
            </a:r>
          </a:p>
        </p:txBody>
      </p:sp>
    </p:spTree>
    <p:extLst>
      <p:ext uri="{BB962C8B-B14F-4D97-AF65-F5344CB8AC3E}">
        <p14:creationId xmlns:p14="http://schemas.microsoft.com/office/powerpoint/2010/main" val="571482655"/>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A5B61F-AAAD-4CD6-98CC-87B055B06AC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参考文献・実装の根拠</a:t>
            </a:r>
          </a:p>
        </p:txBody>
      </p:sp>
      <p:sp>
        <p:nvSpPr>
          <p:cNvPr id="2" name="">
            <a:extLst xmlns:a="http://schemas.openxmlformats.org/drawingml/2006/main">
              <a:ext uri="{FF2B5EF4-FFF2-40B4-BE49-F238E27FC236}">
                <a16:creationId xmlns:a16="http://schemas.microsoft.com/office/drawing/2014/main" id="{5DF8EF90-C249-49E9-AD3B-3D6BC96D7EA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93C2575-F06E-41F4-BF51-2E9203A93E9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説明の出典と、比較実験のデータを区別する。</a:t>
            </a:r>
          </a:p>
        </p:txBody>
      </p:sp>
      <p:sp>
        <p:nvSpPr>
          <p:cNvPr id="4" name="">
            <a:extLst xmlns:a="http://schemas.openxmlformats.org/drawingml/2006/main">
              <a:ext uri="{FF2B5EF4-FFF2-40B4-BE49-F238E27FC236}">
                <a16:creationId xmlns:a16="http://schemas.microsoft.com/office/drawing/2014/main" id="{BAE5FF9F-C25D-48F6-B738-8B6A58A5EAC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参考文献</a:t>
            </a:r>
          </a:p>
        </p:txBody>
      </p:sp>
      <p:sp>
        <p:nvSpPr>
          <p:cNvPr id="5" name="">
            <a:extLst xmlns:a="http://schemas.openxmlformats.org/drawingml/2006/main">
              <a:ext uri="{FF2B5EF4-FFF2-40B4-BE49-F238E27FC236}">
                <a16:creationId xmlns:a16="http://schemas.microsoft.com/office/drawing/2014/main" id="{D47CBF08-ACCC-405B-9C3A-36FF021BEE5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65</a:t>
            </a:r>
          </a:p>
        </p:txBody>
      </p:sp>
      <p:sp>
        <p:nvSpPr>
          <p:cNvPr id="6" name="">
            <a:extLst xmlns:a="http://schemas.openxmlformats.org/drawingml/2006/main">
              <a:ext uri="{FF2B5EF4-FFF2-40B4-BE49-F238E27FC236}">
                <a16:creationId xmlns:a16="http://schemas.microsoft.com/office/drawing/2014/main" id="{0E112588-EC5F-4D68-92E0-17CED8243419}"/>
              </a:ext>
            </a:extLst>
          </p:cNvPr>
          <p:cNvSpPr>
            <a:spLocks xmlns:a="http://schemas.openxmlformats.org/drawingml/2006/main" noGrp="1"/>
          </p:cNvSpPr>
          <p:nvPr/>
        </p:nvSpPr>
        <p:spPr>
          <a:xfrm xmlns:a="http://schemas.openxmlformats.org/drawingml/2006/main">
            <a:off x="628650" y="1952625"/>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基礎：Haugh, An Introduction to Copulas ／ Segers, Fundamentals of copulas</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種類：Demarta &amp; McNeil (2005) ／ Czado &amp; Nagler (2022)</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応用：Zhao &amp; Udell (KDD 2020) ／ Aas et al. (2021)</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学習：Yoon et al., VIME (NeurIPS 2020) ／ Cui et al. (2024)</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実装：research-bench/src/tabular_research/corruption.py</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比較：research-bench/scripts/quick_compare.py</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保存結果：research-bench/results/repeated_compare.json</a:t>
            </a:r>
          </a:p>
        </p:txBody>
      </p:sp>
      <p:sp>
        <p:nvSpPr>
          <p:cNvPr id="7" name="">
            <a:extLst xmlns:a="http://schemas.openxmlformats.org/drawingml/2006/main">
              <a:ext uri="{FF2B5EF4-FFF2-40B4-BE49-F238E27FC236}">
                <a16:creationId xmlns:a16="http://schemas.microsoft.com/office/drawing/2014/main" id="{6B89C8E6-A2F1-429B-95DD-BFFC421BD5F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C6DBC7-9528-44EF-9C98-83EEF5B7331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本文は直感を優先。詳しい定義・数式・出典は補足とノートへ</a:t>
            </a:r>
          </a:p>
        </p:txBody>
      </p:sp>
    </p:spTree>
    <p:extLst>
      <p:ext uri="{BB962C8B-B14F-4D97-AF65-F5344CB8AC3E}">
        <p14:creationId xmlns:p14="http://schemas.microsoft.com/office/powerpoint/2010/main" val="1131183144"/>
      </p:ext>
    </p:extLst>
  </p:cSld>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1614</TotalTime>
  <Words>3516</Words>
  <Application>Microsoft Macintosh PowerPoint</Application>
  <PresentationFormat>ワイド画面</PresentationFormat>
  <Paragraphs>403</Paragraphs>
  <Slides>21</Slides>
  <Notes>17</Notes>
  <HiddenSlides>12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21</vt:i4>
      </vt:variant>
    </vt:vector>
  </HeadingPairs>
  <TitlesOfParts>
    <vt:vector size="28" baseType="lpstr">
      <vt:lpstr>Noto Sans JP</vt:lpstr>
      <vt:lpstr>游ゴシック</vt:lpstr>
      <vt:lpstr>游ゴシック</vt:lpstr>
      <vt:lpstr>游ゴシック Light</vt:lpstr>
      <vt:lpstr>Arial</vt:lpstr>
      <vt:lpstr>Cambria Math</vt:lpstr>
      <vt:lpstr>Office テーマ</vt:lpstr>
      <vt:lpstr>ゼミ発表</vt:lpstr>
      <vt:lpstr>目次</vt:lpstr>
      <vt:lpstr>本研究の問題設定</vt:lpstr>
      <vt:lpstr>本研究の問題設定</vt:lpstr>
      <vt:lpstr>コピュラとは</vt:lpstr>
      <vt:lpstr>PowerPoint プレゼンテーション</vt:lpstr>
      <vt:lpstr>PowerPoint プレゼンテーション</vt:lpstr>
      <vt:lpstr>提案モデル</vt:lpstr>
      <vt:lpstr>PowerPoint プレゼンテーション</vt:lpstr>
      <vt:lpstr>先行研究１</vt:lpstr>
      <vt:lpstr>先行研究１</vt:lpstr>
      <vt:lpstr>先行研究１　自己教師あり学習とは</vt:lpstr>
      <vt:lpstr>先行研究１</vt:lpstr>
      <vt:lpstr>先行研究1　半教師あり学習とは</vt:lpstr>
      <vt:lpstr>先行研究1　半教師あり学習とは</vt:lpstr>
      <vt:lpstr>先行研究１のまとめ</vt:lpstr>
      <vt:lpstr>先行研究２</vt:lpstr>
      <vt:lpstr>先行研究２　事前学習</vt:lpstr>
      <vt:lpstr>先行研究２</vt:lpstr>
      <vt:lpstr>先行研究２　半教師あり学習とは</vt:lpstr>
      <vt:lpstr>先行研究２のまとめ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光汰 齊藤</dc:creator>
  <cp:lastModifiedBy>光汰 齊藤</cp:lastModifiedBy>
  <cp:revision>1</cp:revision>
  <dcterms:created xsi:type="dcterms:W3CDTF">2026-06-13T00:28:46Z</dcterms:created>
  <dcterms:modified xsi:type="dcterms:W3CDTF">2026-10-04T02:07:33Z</dcterms:modified>
</cp:coreProperties>
</file>