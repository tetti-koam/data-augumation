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copula/theme/theme1.xml" ContentType="application/vnd.openxmlformats-officedocument.theme+xml"/>
  <Override PartName="/ppt/copula/slideMasters/slideMaster1.xml" ContentType="application/vnd.openxmlformats-officedocument.presentationml.slideMaster+xml"/>
  <Override PartName="/ppt/copula/slideMasters/theme/theme2.xml" ContentType="application/vnd.openxmlformats-officedocument.theme+xml"/>
  <Override PartName="/ppt/copula/slideLayouts/slideLayout1.xml" ContentType="application/vnd.openxmlformats-officedocument.presentationml.slideLayout+xml"/>
  <Override PartName="/ppt/copula/notesMasters/notesMaster1.xml" ContentType="application/vnd.openxmlformats-officedocument.presentationml.notesMaster+xml"/>
  <Override PartName="/ppt/copula/notesMasters/theme/theme3.xml" ContentType="application/vnd.openxmlformats-officedocument.theme+xml"/>
  <Override PartName="/ppt/copula/presProps.xml" ContentType="application/vnd.openxmlformats-officedocument.presentationml.presProps+xml"/>
  <Override PartName="/ppt/copula/tableStyles.xml" ContentType="application/vnd.openxmlformats-officedocument.presentationml.tableStyles+xml"/>
  <Override PartName="/ppt/slides/slide101.xml" ContentType="application/vnd.openxmlformats-officedocument.presentationml.slide+xml"/>
  <Override PartName="/ppt/copula/notesSlides/notesSlide1.xml" ContentType="application/vnd.openxmlformats-officedocument.presentationml.notesSlide+xml"/>
  <Override PartName="/ppt/slides/slide102.xml" ContentType="application/vnd.openxmlformats-officedocument.presentationml.slide+xml"/>
  <Override PartName="/ppt/copula/notesSlides/notesSlide2.xml" ContentType="application/vnd.openxmlformats-officedocument.presentationml.notesSlide+xml"/>
  <Override PartName="/ppt/slides/slide103.xml" ContentType="application/vnd.openxmlformats-officedocument.presentationml.slide+xml"/>
  <Override PartName="/ppt/copula/notesSlides/notesSlide3.xml" ContentType="application/vnd.openxmlformats-officedocument.presentationml.notesSlide+xml"/>
  <Override PartName="/ppt/slides/slide104.xml" ContentType="application/vnd.openxmlformats-officedocument.presentationml.slide+xml"/>
  <Override PartName="/ppt/copula/notesSlides/notesSlide4.xml" ContentType="application/vnd.openxmlformats-officedocument.presentationml.notesSlide+xml"/>
  <Override PartName="/ppt/slides/slide105.xml" ContentType="application/vnd.openxmlformats-officedocument.presentationml.slide+xml"/>
  <Override PartName="/ppt/copula/notesSlides/notesSlide5.xml" ContentType="application/vnd.openxmlformats-officedocument.presentationml.notesSlide+xml"/>
  <Override PartName="/ppt/slides/slide106.xml" ContentType="application/vnd.openxmlformats-officedocument.presentationml.slide+xml"/>
  <Override PartName="/ppt/copula/notesSlides/notesSlide6.xml" ContentType="application/vnd.openxmlformats-officedocument.presentationml.notesSlide+xml"/>
  <Override PartName="/ppt/slides/slide107.xml" ContentType="application/vnd.openxmlformats-officedocument.presentationml.slide+xml"/>
  <Override PartName="/ppt/copula/slides/charts/chart1.xml" ContentType="application/vnd.openxmlformats-officedocument.drawingml.chart+xml"/>
  <Override PartName="/ppt/copula/notesSlides/notesSlide7.xml" ContentType="application/vnd.openxmlformats-officedocument.presentationml.notesSlide+xml"/>
  <Override PartName="/ppt/slides/slide108.xml" ContentType="application/vnd.openxmlformats-officedocument.presentationml.slide+xml"/>
  <Override PartName="/ppt/copula/notesSlides/notesSlide8.xml" ContentType="application/vnd.openxmlformats-officedocument.presentationml.notesSlide+xml"/>
  <Override PartName="/ppt/slides/slide109.xml" ContentType="application/vnd.openxmlformats-officedocument.presentationml.slide+xml"/>
  <Override PartName="/ppt/copula/notesSlides/notesSlide9.xml" ContentType="application/vnd.openxmlformats-officedocument.presentationml.notesSlide+xml"/>
  <Override PartName="/ppt/slides/slide110.xml" ContentType="application/vnd.openxmlformats-officedocument.presentationml.slide+xml"/>
  <Override PartName="/ppt/copula/notesSlides/notesSlide10.xml" ContentType="application/vnd.openxmlformats-officedocument.presentationml.notesSlide+xml"/>
  <Override PartName="/ppt/slides/slide111.xml" ContentType="application/vnd.openxmlformats-officedocument.presentationml.slide+xml"/>
  <Override PartName="/ppt/copula/slides/charts/chart2.xml" ContentType="application/vnd.openxmlformats-officedocument.drawingml.chart+xml"/>
  <Override PartName="/ppt/copula/notesSlides/notesSlide11.xml" ContentType="application/vnd.openxmlformats-officedocument.presentationml.notesSlide+xml"/>
  <Override PartName="/ppt/slides/slide112.xml" ContentType="application/vnd.openxmlformats-officedocument.presentationml.slide+xml"/>
  <Override PartName="/ppt/copula/notesSlides/notesSlide12.xml" ContentType="application/vnd.openxmlformats-officedocument.presentationml.notesSlide+xml"/>
  <Override PartName="/ppt/slides/slide113.xml" ContentType="application/vnd.openxmlformats-officedocument.presentationml.slide+xml"/>
  <Override PartName="/ppt/copula/notesSlides/notesSlide13.xml" ContentType="application/vnd.openxmlformats-officedocument.presentationml.notesSlide+xml"/>
  <Override PartName="/ppt/slides/slide114.xml" ContentType="application/vnd.openxmlformats-officedocument.presentationml.slide+xml"/>
  <Override PartName="/ppt/copula/notesSlides/notesSlide14.xml" ContentType="application/vnd.openxmlformats-officedocument.presentationml.notesSlide+xml"/>
  <Override PartName="/ppt/slides/slide115.xml" ContentType="application/vnd.openxmlformats-officedocument.presentationml.slide+xml"/>
  <Override PartName="/ppt/copula/notesSlides/notesSlide15.xml" ContentType="application/vnd.openxmlformats-officedocument.presentationml.notesSlide+xml"/>
  <Override PartName="/ppt/slides/slide116.xml" ContentType="application/vnd.openxmlformats-officedocument.presentationml.slide+xml"/>
  <Override PartName="/ppt/copula/notesSlides/notesSlide16.xml" ContentType="application/vnd.openxmlformats-officedocument.presentationml.notesSlide+xml"/>
  <Override PartName="/ppt/slides/slide117.xml" ContentType="application/vnd.openxmlformats-officedocument.presentationml.slide+xml"/>
  <Override PartName="/ppt/copula/notesSlides/notesSlide17.xml" ContentType="application/vnd.openxmlformats-officedocument.presentationml.notesSlide+xml"/>
  <Override PartName="/ppt/slides/slide118.xml" ContentType="application/vnd.openxmlformats-officedocument.presentationml.slide+xml"/>
  <Override PartName="/ppt/copula/notesSlides/notesSlide18.xml" ContentType="application/vnd.openxmlformats-officedocument.presentationml.notesSlide+xml"/>
  <Override PartName="/ppt/slides/slide119.xml" ContentType="application/vnd.openxmlformats-officedocument.presentationml.slide+xml"/>
  <Override PartName="/ppt/copula/notesSlides/notesSlide19.xml" ContentType="application/vnd.openxmlformats-officedocument.presentationml.notesSlide+xml"/>
  <Override PartName="/ppt/slides/slide120.xml" ContentType="application/vnd.openxmlformats-officedocument.presentationml.slide+xml"/>
  <Override PartName="/ppt/copula/notesSlides/notesSlide20.xml" ContentType="application/vnd.openxmlformats-officedocument.presentationml.notesSlide+xml"/>
  <Override PartName="/ppt/slides/slide121.xml" ContentType="application/vnd.openxmlformats-officedocument.presentationml.slide+xml"/>
  <Override PartName="/ppt/copula/notesSlides/notesSlide21.xml" ContentType="application/vnd.openxmlformats-officedocument.presentationml.notesSlide+xml"/>
  <Override PartName="/ppt/slides/slide122.xml" ContentType="application/vnd.openxmlformats-officedocument.presentationml.slide+xml"/>
  <Override PartName="/ppt/copula/notesSlides/notesSlide22.xml" ContentType="application/vnd.openxmlformats-officedocument.presentationml.notesSlide+xml"/>
  <Override PartName="/ppt/slides/slide123.xml" ContentType="application/vnd.openxmlformats-officedocument.presentationml.slide+xml"/>
  <Override PartName="/ppt/copula/notesSlides/notesSlide23.xml" ContentType="application/vnd.openxmlformats-officedocument.presentationml.notesSlide+xml"/>
  <Override PartName="/ppt/slides/slide124.xml" ContentType="application/vnd.openxmlformats-officedocument.presentationml.slide+xml"/>
  <Override PartName="/ppt/copula/notesSlides/notesSlide24.xml" ContentType="application/vnd.openxmlformats-officedocument.presentationml.notesSlide+xml"/>
  <Override PartName="/ppt/slides/slide125.xml" ContentType="application/vnd.openxmlformats-officedocument.presentationml.slide+xml"/>
  <Override PartName="/ppt/copula/notesSlides/notesSlide25.xml" ContentType="application/vnd.openxmlformats-officedocument.presentationml.notesSlide+xml"/>
  <Override PartName="/ppt/slides/slide126.xml" ContentType="application/vnd.openxmlformats-officedocument.presentationml.slide+xml"/>
  <Override PartName="/ppt/copula/notesSlides/notesSlide26.xml" ContentType="application/vnd.openxmlformats-officedocument.presentationml.notesSlide+xml"/>
  <Override PartName="/ppt/slides/slide127.xml" ContentType="application/vnd.openxmlformats-officedocument.presentationml.slide+xml"/>
  <Override PartName="/ppt/copula/notesSlides/notesSlide27.xml" ContentType="application/vnd.openxmlformats-officedocument.presentationml.notesSlide+xml"/>
  <Override PartName="/ppt/slides/slide128.xml" ContentType="application/vnd.openxmlformats-officedocument.presentationml.slide+xml"/>
  <Override PartName="/ppt/copula/notesSlides/notesSlide28.xml" ContentType="application/vnd.openxmlformats-officedocument.presentationml.notesSlide+xml"/>
  <Override PartName="/ppt/slides/slide129.xml" ContentType="application/vnd.openxmlformats-officedocument.presentationml.slide+xml"/>
  <Override PartName="/ppt/copula/notesSlides/notesSlide29.xml" ContentType="application/vnd.openxmlformats-officedocument.presentationml.notesSlide+xml"/>
  <Override PartName="/ppt/slides/slide130.xml" ContentType="application/vnd.openxmlformats-officedocument.presentationml.slide+xml"/>
  <Override PartName="/ppt/copula/notesSlides/notesSlide30.xml" ContentType="application/vnd.openxmlformats-officedocument.presentationml.notesSlide+xml"/>
  <Override PartName="/ppt/slides/slide131.xml" ContentType="application/vnd.openxmlformats-officedocument.presentationml.slide+xml"/>
  <Override PartName="/ppt/copula/notesSlides/notesSlide31.xml" ContentType="application/vnd.openxmlformats-officedocument.presentationml.notesSlide+xml"/>
  <Override PartName="/ppt/slides/slide132.xml" ContentType="application/vnd.openxmlformats-officedocument.presentationml.slide+xml"/>
  <Override PartName="/ppt/copula/slides/charts/chart3.xml" ContentType="application/vnd.openxmlformats-officedocument.drawingml.chart+xml"/>
  <Override PartName="/ppt/copula/slides/charts/chart4.xml" ContentType="application/vnd.openxmlformats-officedocument.drawingml.chart+xml"/>
  <Override PartName="/ppt/copula/slides/charts/chart5.xml" ContentType="application/vnd.openxmlformats-officedocument.drawingml.chart+xml"/>
  <Override PartName="/ppt/copula/notesSlides/notesSlide32.xml" ContentType="application/vnd.openxmlformats-officedocument.presentationml.notesSlide+xml"/>
  <Override PartName="/ppt/slides/slide133.xml" ContentType="application/vnd.openxmlformats-officedocument.presentationml.slide+xml"/>
  <Override PartName="/ppt/copula/notesSlides/notesSlide33.xml" ContentType="application/vnd.openxmlformats-officedocument.presentationml.notesSlide+xml"/>
  <Override PartName="/ppt/slides/slide134.xml" ContentType="application/vnd.openxmlformats-officedocument.presentationml.slide+xml"/>
  <Override PartName="/ppt/copula/notesSlides/notesSlide34.xml" ContentType="application/vnd.openxmlformats-officedocument.presentationml.notesSlide+xml"/>
  <Override PartName="/ppt/slides/slide135.xml" ContentType="application/vnd.openxmlformats-officedocument.presentationml.slide+xml"/>
  <Override PartName="/ppt/copula/notesSlides/notesSlide35.xml" ContentType="application/vnd.openxmlformats-officedocument.presentationml.notesSlide+xml"/>
  <Override PartName="/ppt/slides/slide136.xml" ContentType="application/vnd.openxmlformats-officedocument.presentationml.slide+xml"/>
  <Override PartName="/ppt/copula/notesSlides/notesSlide36.xml" ContentType="application/vnd.openxmlformats-officedocument.presentationml.notesSlide+xml"/>
  <Override PartName="/ppt/slides/slide137.xml" ContentType="application/vnd.openxmlformats-officedocument.presentationml.slide+xml"/>
  <Override PartName="/ppt/copula/notesSlides/notesSlide37.xml" ContentType="application/vnd.openxmlformats-officedocument.presentationml.notesSlide+xml"/>
  <Override PartName="/ppt/slides/slide138.xml" ContentType="application/vnd.openxmlformats-officedocument.presentationml.slide+xml"/>
  <Override PartName="/ppt/copula/notesSlides/notesSlide38.xml" ContentType="application/vnd.openxmlformats-officedocument.presentationml.notesSlide+xml"/>
  <Override PartName="/ppt/slides/slide139.xml" ContentType="application/vnd.openxmlformats-officedocument.presentationml.slide+xml"/>
  <Override PartName="/ppt/copula/notesSlides/notesSlide39.xml" ContentType="application/vnd.openxmlformats-officedocument.presentationml.notesSlide+xml"/>
  <Override PartName="/ppt/slides/slide140.xml" ContentType="application/vnd.openxmlformats-officedocument.presentationml.slide+xml"/>
  <Override PartName="/ppt/copula/notesSlides/notesSlide40.xml" ContentType="application/vnd.openxmlformats-officedocument.presentationml.notesSlide+xml"/>
  <Override PartName="/ppt/slides/slide141.xml" ContentType="application/vnd.openxmlformats-officedocument.presentationml.slide+xml"/>
  <Override PartName="/ppt/copula/notesSlides/notesSlide41.xml" ContentType="application/vnd.openxmlformats-officedocument.presentationml.notesSlide+xml"/>
  <Override PartName="/ppt/slides/slide142.xml" ContentType="application/vnd.openxmlformats-officedocument.presentationml.slide+xml"/>
  <Override PartName="/ppt/copula/notesSlides/notesSlide42.xml" ContentType="application/vnd.openxmlformats-officedocument.presentationml.notesSlide+xml"/>
  <Override PartName="/ppt/slides/slide143.xml" ContentType="application/vnd.openxmlformats-officedocument.presentationml.slide+xml"/>
  <Override PartName="/ppt/copula/notesSlides/notesSlide43.xml" ContentType="application/vnd.openxmlformats-officedocument.presentationml.notesSlide+xml"/>
  <Override PartName="/ppt/slides/slide144.xml" ContentType="application/vnd.openxmlformats-officedocument.presentationml.slide+xml"/>
  <Override PartName="/ppt/copula/notesSlides/notesSlide44.xml" ContentType="application/vnd.openxmlformats-officedocument.presentationml.notesSlide+xml"/>
  <Override PartName="/ppt/slides/slide145.xml" ContentType="application/vnd.openxmlformats-officedocument.presentationml.slide+xml"/>
  <Override PartName="/ppt/copula/notesSlides/notesSlide45.xml" ContentType="application/vnd.openxmlformats-officedocument.presentationml.notesSlide+xml"/>
  <Override PartName="/ppt/slides/slide146.xml" ContentType="application/vnd.openxmlformats-officedocument.presentationml.slide+xml"/>
  <Override PartName="/ppt/copula/notesSlides/notesSlide46.xml" ContentType="application/vnd.openxmlformats-officedocument.presentationml.notesSlide+xml"/>
  <Override PartName="/ppt/slides/slide147.xml" ContentType="application/vnd.openxmlformats-officedocument.presentationml.slide+xml"/>
  <Override PartName="/ppt/copula/notesSlides/notesSlide47.xml" ContentType="application/vnd.openxmlformats-officedocument.presentationml.notesSlide+xml"/>
  <Override PartName="/ppt/slides/slide148.xml" ContentType="application/vnd.openxmlformats-officedocument.presentationml.slide+xml"/>
  <Override PartName="/ppt/copula/notesSlides/notesSlide48.xml" ContentType="application/vnd.openxmlformats-officedocument.presentationml.notesSlide+xml"/>
  <Override PartName="/ppt/slides/slide149.xml" ContentType="application/vnd.openxmlformats-officedocument.presentationml.slide+xml"/>
  <Override PartName="/ppt/copula/notesSlides/notesSlide49.xml" ContentType="application/vnd.openxmlformats-officedocument.presentationml.notesSlide+xml"/>
  <Override PartName="/ppt/slides/slide150.xml" ContentType="application/vnd.openxmlformats-officedocument.presentationml.slide+xml"/>
  <Override PartName="/ppt/copula/notesSlides/notesSlide50.xml" ContentType="application/vnd.openxmlformats-officedocument.presentationml.notesSlide+xml"/>
  <Override PartName="/ppt/slides/slide151.xml" ContentType="application/vnd.openxmlformats-officedocument.presentationml.slide+xml"/>
  <Override PartName="/ppt/copula/notesSlides/notesSlide51.xml" ContentType="application/vnd.openxmlformats-officedocument.presentationml.notesSlide+xml"/>
  <Override PartName="/ppt/slides/slide152.xml" ContentType="application/vnd.openxmlformats-officedocument.presentationml.slide+xml"/>
  <Override PartName="/ppt/copula/notesSlides/notesSlide52.xml" ContentType="application/vnd.openxmlformats-officedocument.presentationml.notesSlide+xml"/>
  <Override PartName="/ppt/slides/slide153.xml" ContentType="application/vnd.openxmlformats-officedocument.presentationml.slide+xml"/>
  <Override PartName="/ppt/copula/notesSlides/notesSlide53.xml" ContentType="application/vnd.openxmlformats-officedocument.presentationml.notesSlide+xml"/>
  <Override PartName="/ppt/slides/slide154.xml" ContentType="application/vnd.openxmlformats-officedocument.presentationml.slide+xml"/>
  <Override PartName="/ppt/copula/notesSlides/notesSlide54.xml" ContentType="application/vnd.openxmlformats-officedocument.presentationml.notesSlide+xml"/>
  <Override PartName="/ppt/slides/slide155.xml" ContentType="application/vnd.openxmlformats-officedocument.presentationml.slide+xml"/>
  <Override PartName="/ppt/copula/notesSlides/notesSlide55.xml" ContentType="application/vnd.openxmlformats-officedocument.presentationml.notesSlide+xml"/>
  <Override PartName="/ppt/slides/slide156.xml" ContentType="application/vnd.openxmlformats-officedocument.presentationml.slide+xml"/>
  <Override PartName="/ppt/copula/notesSlides/notesSlide56.xml" ContentType="application/vnd.openxmlformats-officedocument.presentationml.notesSlide+xml"/>
  <Override PartName="/ppt/slides/slide157.xml" ContentType="application/vnd.openxmlformats-officedocument.presentationml.slide+xml"/>
  <Override PartName="/ppt/copula/notesSlides/notesSlide57.xml" ContentType="application/vnd.openxmlformats-officedocument.presentationml.notesSlide+xml"/>
  <Override PartName="/ppt/slides/slide158.xml" ContentType="application/vnd.openxmlformats-officedocument.presentationml.slide+xml"/>
  <Override PartName="/ppt/copula/notesSlides/notesSlide58.xml" ContentType="application/vnd.openxmlformats-officedocument.presentationml.notesSlide+xml"/>
  <Override PartName="/ppt/slides/slide159.xml" ContentType="application/vnd.openxmlformats-officedocument.presentationml.slide+xml"/>
  <Override PartName="/ppt/copula/notesSlides/notesSlide59.xml" ContentType="application/vnd.openxmlformats-officedocument.presentationml.notesSlide+xml"/>
  <Override PartName="/ppt/slides/slide160.xml" ContentType="application/vnd.openxmlformats-officedocument.presentationml.slide+xml"/>
  <Override PartName="/ppt/copula/notesSlides/notesSlide60.xml" ContentType="application/vnd.openxmlformats-officedocument.presentationml.notesSlide+xml"/>
  <Override PartName="/ppt/slides/slide161.xml" ContentType="application/vnd.openxmlformats-officedocument.presentationml.slide+xml"/>
  <Override PartName="/ppt/copula/notesSlides/notesSlide61.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5000" r:id="rIdCopula2"/>
  </p:sldMasterIdLst>
  <p:notesMasterIdLst>
    <p:notesMasterId r:id="rId23"/>
    <p:notesMasterId r:id="rIdCopula3"/>
  </p:notesMasterIdLst>
  <p:sldIdLst>
    <p:sldId id="256" r:id="rId2"/>
    <p:sldId id="257" r:id="rId3"/>
    <p:sldId id="296" r:id="rId4"/>
    <p:sldId id="315" r:id="rId5"/>
    <p:sldId id="1000" r:id="rIdCopula6"/>
    <p:sldId id="1001" r:id="rIdCopula7"/>
    <p:sldId id="1002" r:id="rIdCopula8"/>
    <p:sldId id="1003" r:id="rIdCopula9"/>
    <p:sldId id="1004" r:id="rIdCopula10"/>
    <p:sldId id="1005" r:id="rIdCopula11"/>
    <p:sldId id="1006" r:id="rIdCopula12"/>
    <p:sldId id="1007" r:id="rIdCopula13"/>
    <p:sldId id="1008" r:id="rIdCopula14"/>
    <p:sldId id="1009" r:id="rIdCopula15"/>
    <p:sldId id="1010" r:id="rIdCopula16"/>
    <p:sldId id="1011" r:id="rIdCopula17"/>
    <p:sldId id="1012" r:id="rIdCopula18"/>
    <p:sldId id="1013" r:id="rIdCopula19"/>
    <p:sldId id="1014" r:id="rIdCopula20"/>
    <p:sldId id="1015" r:id="rIdCopula21"/>
    <p:sldId id="1016" r:id="rIdCopula22"/>
    <p:sldId id="1017" r:id="rIdCopula23"/>
    <p:sldId id="1018" r:id="rIdCopula24"/>
    <p:sldId id="1019" r:id="rIdCopula25"/>
    <p:sldId id="1020" r:id="rIdCopula26"/>
    <p:sldId id="1021" r:id="rIdCopula27"/>
    <p:sldId id="1022" r:id="rIdCopula28"/>
    <p:sldId id="1023" r:id="rIdCopula29"/>
    <p:sldId id="1024" r:id="rIdCopula30"/>
    <p:sldId id="1025" r:id="rIdCopula31"/>
    <p:sldId id="1026" r:id="rIdCopula32"/>
    <p:sldId id="1027" r:id="rIdCopula33"/>
    <p:sldId id="1028" r:id="rIdCopula34"/>
    <p:sldId id="1029" r:id="rIdCopula35"/>
    <p:sldId id="1030" r:id="rIdCopula36"/>
    <p:sldId id="1031" r:id="rIdCopula37"/>
    <p:sldId id="1032" r:id="rIdCopula38"/>
    <p:sldId id="1033" r:id="rIdCopula39"/>
    <p:sldId id="1034" r:id="rIdCopula40"/>
    <p:sldId id="1035" r:id="rIdCopula41"/>
    <p:sldId id="1036" r:id="rIdCopula42"/>
    <p:sldId id="1037" r:id="rIdCopula43"/>
    <p:sldId id="1038" r:id="rIdCopula44"/>
    <p:sldId id="1039" r:id="rIdCopula45"/>
    <p:sldId id="1040" r:id="rIdCopula46"/>
    <p:sldId id="1041" r:id="rIdCopula47"/>
    <p:sldId id="1042" r:id="rIdCopula48"/>
    <p:sldId id="1043" r:id="rIdCopula49"/>
    <p:sldId id="1044" r:id="rIdCopula50"/>
    <p:sldId id="1045" r:id="rIdCopula51"/>
    <p:sldId id="1046" r:id="rIdCopula52"/>
    <p:sldId id="1047" r:id="rIdCopula53"/>
    <p:sldId id="1048" r:id="rIdCopula54"/>
    <p:sldId id="1049" r:id="rIdCopula55"/>
    <p:sldId id="1050" r:id="rIdCopula56"/>
    <p:sldId id="1051" r:id="rIdCopula57"/>
    <p:sldId id="1052" r:id="rIdCopula58"/>
    <p:sldId id="1053" r:id="rIdCopula59"/>
    <p:sldId id="1054" r:id="rIdCopula60"/>
    <p:sldId id="1055" r:id="rIdCopula61"/>
    <p:sldId id="1056" r:id="rIdCopula62"/>
    <p:sldId id="1057" r:id="rIdCopula63"/>
    <p:sldId id="1058" r:id="rIdCopula64"/>
    <p:sldId id="1059" r:id="rIdCopula65"/>
    <p:sldId id="1060" r:id="rIdCopula6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D1D1"/>
    <a:srgbClr val="FF9797"/>
    <a:srgbClr val="FF656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E25E649-3F16-4E02-A733-19D2CDBF48F0}" styleName="中間スタイル 3 - アクセント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スタイル (淡色)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116"/>
    <p:restoredTop sz="77945" autoAdjust="0"/>
  </p:normalViewPr>
  <p:slideViewPr>
    <p:cSldViewPr snapToGrid="0">
      <p:cViewPr varScale="1">
        <p:scale>
          <a:sx n="97" d="100"/>
          <a:sy n="97" d="100"/>
        </p:scale>
        <p:origin x="1608" y="2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theme" Target="theme/theme1.xml"/><Relationship Id="rId3" Type="http://schemas.openxmlformats.org/officeDocument/2006/relationships/slide" Target="slides/slide2.xml"/><Relationship Id="rId25"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24" Type="http://schemas.openxmlformats.org/officeDocument/2006/relationships/presProps" Target="presProps.xml"/><Relationship Id="rId5" Type="http://schemas.openxmlformats.org/officeDocument/2006/relationships/slide" Target="slides/slide4.xml"/><Relationship Id="rId23" Type="http://schemas.openxmlformats.org/officeDocument/2006/relationships/notesMaster" Target="notesMasters/notesMaster1.xml"/><Relationship Id="rId28" Type="http://schemas.microsoft.com/office/2016/11/relationships/changesInfo" Target="changesInfos/changesInfo1.xml"/><Relationship Id="rId4" Type="http://schemas.openxmlformats.org/officeDocument/2006/relationships/slide" Target="slides/slide3.xml"/><Relationship Id="rId27" Type="http://schemas.openxmlformats.org/officeDocument/2006/relationships/tableStyles" Target="tableStyles.xml"/><Relationship Id="rIdCopula1" Type="http://schemas.openxmlformats.org/officeDocument/2006/relationships/theme" Target="copula/theme/theme1.xml"/><Relationship Id="rIdCopula2" Type="http://schemas.openxmlformats.org/officeDocument/2006/relationships/slideMaster" Target="copula/slideMasters/slideMaster1.xml"/><Relationship Id="rIdCopula3" Type="http://schemas.openxmlformats.org/officeDocument/2006/relationships/notesMaster" Target="copula/notesMasters/notesMaster1.xml"/><Relationship Id="rIdCopula4" Type="http://schemas.openxmlformats.org/officeDocument/2006/relationships/presProps" Target="copula/presProps.xml"/><Relationship Id="rIdCopula5" Type="http://schemas.openxmlformats.org/officeDocument/2006/relationships/tableStyles" Target="copula/tableStyles.xml"/><Relationship Id="rIdCopula6" Type="http://schemas.openxmlformats.org/officeDocument/2006/relationships/slide" Target="slides/slide101.xml"/><Relationship Id="rIdCopula7" Type="http://schemas.openxmlformats.org/officeDocument/2006/relationships/slide" Target="slides/slide102.xml"/><Relationship Id="rIdCopula8" Type="http://schemas.openxmlformats.org/officeDocument/2006/relationships/slide" Target="slides/slide103.xml"/><Relationship Id="rIdCopula9" Type="http://schemas.openxmlformats.org/officeDocument/2006/relationships/slide" Target="slides/slide104.xml"/><Relationship Id="rIdCopula10" Type="http://schemas.openxmlformats.org/officeDocument/2006/relationships/slide" Target="slides/slide105.xml"/><Relationship Id="rIdCopula11" Type="http://schemas.openxmlformats.org/officeDocument/2006/relationships/slide" Target="slides/slide106.xml"/><Relationship Id="rIdCopula12" Type="http://schemas.openxmlformats.org/officeDocument/2006/relationships/slide" Target="slides/slide107.xml"/><Relationship Id="rIdCopula13" Type="http://schemas.openxmlformats.org/officeDocument/2006/relationships/slide" Target="slides/slide108.xml"/><Relationship Id="rIdCopula14" Type="http://schemas.openxmlformats.org/officeDocument/2006/relationships/slide" Target="slides/slide109.xml"/><Relationship Id="rIdCopula15" Type="http://schemas.openxmlformats.org/officeDocument/2006/relationships/slide" Target="slides/slide110.xml"/><Relationship Id="rIdCopula16" Type="http://schemas.openxmlformats.org/officeDocument/2006/relationships/slide" Target="slides/slide111.xml"/><Relationship Id="rIdCopula17" Type="http://schemas.openxmlformats.org/officeDocument/2006/relationships/slide" Target="slides/slide112.xml"/><Relationship Id="rIdCopula18" Type="http://schemas.openxmlformats.org/officeDocument/2006/relationships/slide" Target="slides/slide113.xml"/><Relationship Id="rIdCopula19" Type="http://schemas.openxmlformats.org/officeDocument/2006/relationships/slide" Target="slides/slide114.xml"/><Relationship Id="rIdCopula20" Type="http://schemas.openxmlformats.org/officeDocument/2006/relationships/slide" Target="slides/slide115.xml"/><Relationship Id="rIdCopula21" Type="http://schemas.openxmlformats.org/officeDocument/2006/relationships/slide" Target="slides/slide116.xml"/><Relationship Id="rIdCopula22" Type="http://schemas.openxmlformats.org/officeDocument/2006/relationships/slide" Target="slides/slide117.xml"/><Relationship Id="rIdCopula23" Type="http://schemas.openxmlformats.org/officeDocument/2006/relationships/slide" Target="slides/slide118.xml"/><Relationship Id="rIdCopula24" Type="http://schemas.openxmlformats.org/officeDocument/2006/relationships/slide" Target="slides/slide119.xml"/><Relationship Id="rIdCopula25" Type="http://schemas.openxmlformats.org/officeDocument/2006/relationships/slide" Target="slides/slide120.xml"/><Relationship Id="rIdCopula26" Type="http://schemas.openxmlformats.org/officeDocument/2006/relationships/slide" Target="slides/slide121.xml"/><Relationship Id="rIdCopula27" Type="http://schemas.openxmlformats.org/officeDocument/2006/relationships/slide" Target="slides/slide122.xml"/><Relationship Id="rIdCopula28" Type="http://schemas.openxmlformats.org/officeDocument/2006/relationships/slide" Target="slides/slide123.xml"/><Relationship Id="rIdCopula29" Type="http://schemas.openxmlformats.org/officeDocument/2006/relationships/slide" Target="slides/slide124.xml"/><Relationship Id="rIdCopula30" Type="http://schemas.openxmlformats.org/officeDocument/2006/relationships/slide" Target="slides/slide125.xml"/><Relationship Id="rIdCopula31" Type="http://schemas.openxmlformats.org/officeDocument/2006/relationships/slide" Target="slides/slide126.xml"/><Relationship Id="rIdCopula32" Type="http://schemas.openxmlformats.org/officeDocument/2006/relationships/slide" Target="slides/slide127.xml"/><Relationship Id="rIdCopula33" Type="http://schemas.openxmlformats.org/officeDocument/2006/relationships/slide" Target="slides/slide128.xml"/><Relationship Id="rIdCopula34" Type="http://schemas.openxmlformats.org/officeDocument/2006/relationships/slide" Target="slides/slide129.xml"/><Relationship Id="rIdCopula35" Type="http://schemas.openxmlformats.org/officeDocument/2006/relationships/slide" Target="slides/slide130.xml"/><Relationship Id="rIdCopula36" Type="http://schemas.openxmlformats.org/officeDocument/2006/relationships/slide" Target="slides/slide131.xml"/><Relationship Id="rIdCopula37" Type="http://schemas.openxmlformats.org/officeDocument/2006/relationships/slide" Target="slides/slide132.xml"/><Relationship Id="rIdCopula38" Type="http://schemas.openxmlformats.org/officeDocument/2006/relationships/slide" Target="slides/slide133.xml"/><Relationship Id="rIdCopula39" Type="http://schemas.openxmlformats.org/officeDocument/2006/relationships/slide" Target="slides/slide134.xml"/><Relationship Id="rIdCopula40" Type="http://schemas.openxmlformats.org/officeDocument/2006/relationships/slide" Target="slides/slide135.xml"/><Relationship Id="rIdCopula41" Type="http://schemas.openxmlformats.org/officeDocument/2006/relationships/slide" Target="slides/slide136.xml"/><Relationship Id="rIdCopula42" Type="http://schemas.openxmlformats.org/officeDocument/2006/relationships/slide" Target="slides/slide137.xml"/><Relationship Id="rIdCopula43" Type="http://schemas.openxmlformats.org/officeDocument/2006/relationships/slide" Target="slides/slide138.xml"/><Relationship Id="rIdCopula44" Type="http://schemas.openxmlformats.org/officeDocument/2006/relationships/slide" Target="slides/slide139.xml"/><Relationship Id="rIdCopula45" Type="http://schemas.openxmlformats.org/officeDocument/2006/relationships/slide" Target="slides/slide140.xml"/><Relationship Id="rIdCopula46" Type="http://schemas.openxmlformats.org/officeDocument/2006/relationships/slide" Target="slides/slide141.xml"/><Relationship Id="rIdCopula47" Type="http://schemas.openxmlformats.org/officeDocument/2006/relationships/slide" Target="slides/slide142.xml"/><Relationship Id="rIdCopula48" Type="http://schemas.openxmlformats.org/officeDocument/2006/relationships/slide" Target="slides/slide143.xml"/><Relationship Id="rIdCopula49" Type="http://schemas.openxmlformats.org/officeDocument/2006/relationships/slide" Target="slides/slide144.xml"/><Relationship Id="rIdCopula50" Type="http://schemas.openxmlformats.org/officeDocument/2006/relationships/slide" Target="slides/slide145.xml"/><Relationship Id="rIdCopula51" Type="http://schemas.openxmlformats.org/officeDocument/2006/relationships/slide" Target="slides/slide146.xml"/><Relationship Id="rIdCopula52" Type="http://schemas.openxmlformats.org/officeDocument/2006/relationships/slide" Target="slides/slide147.xml"/><Relationship Id="rIdCopula53" Type="http://schemas.openxmlformats.org/officeDocument/2006/relationships/slide" Target="slides/slide148.xml"/><Relationship Id="rIdCopula54" Type="http://schemas.openxmlformats.org/officeDocument/2006/relationships/slide" Target="slides/slide149.xml"/><Relationship Id="rIdCopula55" Type="http://schemas.openxmlformats.org/officeDocument/2006/relationships/slide" Target="slides/slide150.xml"/><Relationship Id="rIdCopula56" Type="http://schemas.openxmlformats.org/officeDocument/2006/relationships/slide" Target="slides/slide151.xml"/><Relationship Id="rIdCopula57" Type="http://schemas.openxmlformats.org/officeDocument/2006/relationships/slide" Target="slides/slide152.xml"/><Relationship Id="rIdCopula58" Type="http://schemas.openxmlformats.org/officeDocument/2006/relationships/slide" Target="slides/slide153.xml"/><Relationship Id="rIdCopula59" Type="http://schemas.openxmlformats.org/officeDocument/2006/relationships/slide" Target="slides/slide154.xml"/><Relationship Id="rIdCopula60" Type="http://schemas.openxmlformats.org/officeDocument/2006/relationships/slide" Target="slides/slide155.xml"/><Relationship Id="rIdCopula61" Type="http://schemas.openxmlformats.org/officeDocument/2006/relationships/slide" Target="slides/slide156.xml"/><Relationship Id="rIdCopula62" Type="http://schemas.openxmlformats.org/officeDocument/2006/relationships/slide" Target="slides/slide157.xml"/><Relationship Id="rIdCopula63" Type="http://schemas.openxmlformats.org/officeDocument/2006/relationships/slide" Target="slides/slide158.xml"/><Relationship Id="rIdCopula64" Type="http://schemas.openxmlformats.org/officeDocument/2006/relationships/slide" Target="slides/slide159.xml"/><Relationship Id="rIdCopula65" Type="http://schemas.openxmlformats.org/officeDocument/2006/relationships/slide" Target="slides/slide160.xml"/><Relationship Id="rIdCopula66" Type="http://schemas.openxmlformats.org/officeDocument/2006/relationships/slide" Target="slides/slide16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光汰 齊藤" userId="50845e5bd7423914" providerId="LiveId" clId="{6C757DE9-355C-4ED3-A569-31F5B9354D0F}"/>
    <pc:docChg chg="undo custSel addSld delSld modSld sldOrd">
      <pc:chgData name="光汰 齊藤" userId="50845e5bd7423914" providerId="LiveId" clId="{6C757DE9-355C-4ED3-A569-31F5B9354D0F}" dt="2026-09-12T03:53:16.293" v="9788" actId="20577"/>
      <pc:docMkLst>
        <pc:docMk/>
      </pc:docMkLst>
      <pc:sldChg chg="modNotesTx">
        <pc:chgData name="光汰 齊藤" userId="50845e5bd7423914" providerId="LiveId" clId="{6C757DE9-355C-4ED3-A569-31F5B9354D0F}" dt="2026-09-12T03:11:40.641" v="9225" actId="20577"/>
        <pc:sldMkLst>
          <pc:docMk/>
          <pc:sldMk cId="338026499" sldId="256"/>
        </pc:sldMkLst>
      </pc:sldChg>
      <pc:sldChg chg="addSp delSp mod modNotesTx">
        <pc:chgData name="光汰 齊藤" userId="50845e5bd7423914" providerId="LiveId" clId="{6C757DE9-355C-4ED3-A569-31F5B9354D0F}" dt="2026-09-12T03:11:57.049" v="9249" actId="20577"/>
        <pc:sldMkLst>
          <pc:docMk/>
          <pc:sldMk cId="4154883763" sldId="257"/>
        </pc:sldMkLst>
      </pc:sldChg>
      <pc:sldChg chg="modSp mod modNotesTx">
        <pc:chgData name="光汰 齊藤" userId="50845e5bd7423914" providerId="LiveId" clId="{6C757DE9-355C-4ED3-A569-31F5B9354D0F}" dt="2026-09-12T03:13:38.572" v="9324" actId="20577"/>
        <pc:sldMkLst>
          <pc:docMk/>
          <pc:sldMk cId="3141176618" sldId="274"/>
        </pc:sldMkLst>
        <pc:spChg chg="mod">
          <ac:chgData name="光汰 齊藤" userId="50845e5bd7423914" providerId="LiveId" clId="{6C757DE9-355C-4ED3-A569-31F5B9354D0F}" dt="2026-09-11T05:27:46.850" v="636" actId="20577"/>
          <ac:spMkLst>
            <pc:docMk/>
            <pc:sldMk cId="3141176618" sldId="274"/>
            <ac:spMk id="3" creationId="{8A4E69F2-E7A6-6A33-C1C3-4EB6E23649AD}"/>
          </ac:spMkLst>
        </pc:spChg>
      </pc:sldChg>
      <pc:sldChg chg="modSp mod modNotesTx">
        <pc:chgData name="光汰 齊藤" userId="50845e5bd7423914" providerId="LiveId" clId="{6C757DE9-355C-4ED3-A569-31F5B9354D0F}" dt="2026-09-12T03:14:30.974" v="9376" actId="20577"/>
        <pc:sldMkLst>
          <pc:docMk/>
          <pc:sldMk cId="1845202054" sldId="289"/>
        </pc:sldMkLst>
        <pc:spChg chg="mod">
          <ac:chgData name="光汰 齊藤" userId="50845e5bd7423914" providerId="LiveId" clId="{6C757DE9-355C-4ED3-A569-31F5B9354D0F}" dt="2026-09-11T05:27:30.727" v="624"/>
          <ac:spMkLst>
            <pc:docMk/>
            <pc:sldMk cId="1845202054" sldId="289"/>
            <ac:spMk id="2" creationId="{834D5114-4933-017A-51FA-79F0D17C9017}"/>
          </ac:spMkLst>
        </pc:spChg>
        <pc:spChg chg="mod">
          <ac:chgData name="光汰 齊藤" userId="50845e5bd7423914" providerId="LiveId" clId="{6C757DE9-355C-4ED3-A569-31F5B9354D0F}" dt="2026-09-11T15:25:17.756" v="7595" actId="1076"/>
          <ac:spMkLst>
            <pc:docMk/>
            <pc:sldMk cId="1845202054" sldId="289"/>
            <ac:spMk id="4" creationId="{868B797A-D6E7-F29B-D45F-72D1D5FD66A7}"/>
          </ac:spMkLst>
        </pc:spChg>
        <pc:spChg chg="mod">
          <ac:chgData name="光汰 齊藤" userId="50845e5bd7423914" providerId="LiveId" clId="{6C757DE9-355C-4ED3-A569-31F5B9354D0F}" dt="2026-09-11T15:26:05.732" v="7596" actId="14100"/>
          <ac:spMkLst>
            <pc:docMk/>
            <pc:sldMk cId="1845202054" sldId="289"/>
            <ac:spMk id="67" creationId="{0051D913-0BDE-36FF-BF5F-81D182A2B9F4}"/>
          </ac:spMkLst>
        </pc:spChg>
      </pc:sldChg>
      <pc:sldChg chg="modSp mod modNotesTx">
        <pc:chgData name="光汰 齊藤" userId="50845e5bd7423914" providerId="LiveId" clId="{6C757DE9-355C-4ED3-A569-31F5B9354D0F}" dt="2026-09-12T03:25:37.440" v="9551" actId="20577"/>
        <pc:sldMkLst>
          <pc:docMk/>
          <pc:sldMk cId="2319904379" sldId="290"/>
        </pc:sldMkLst>
        <pc:spChg chg="mod">
          <ac:chgData name="光汰 齊藤" userId="50845e5bd7423914" providerId="LiveId" clId="{6C757DE9-355C-4ED3-A569-31F5B9354D0F}" dt="2026-09-12T03:25:29.446" v="9549" actId="20577"/>
          <ac:spMkLst>
            <pc:docMk/>
            <pc:sldMk cId="2319904379" sldId="290"/>
            <ac:spMk id="11" creationId="{156CEDCA-8EC2-5507-BA12-219CBE5E45D9}"/>
          </ac:spMkLst>
        </pc:spChg>
      </pc:sldChg>
      <pc:sldChg chg="addSp delSp modSp mod modNotesTx">
        <pc:chgData name="光汰 齊藤" userId="50845e5bd7423914" providerId="LiveId" clId="{6C757DE9-355C-4ED3-A569-31F5B9354D0F}" dt="2026-09-12T03:29:07.319" v="9619" actId="20577"/>
        <pc:sldMkLst>
          <pc:docMk/>
          <pc:sldMk cId="1117972738" sldId="291"/>
        </pc:sldMkLst>
        <pc:spChg chg="mod">
          <ac:chgData name="光汰 齊藤" userId="50845e5bd7423914" providerId="LiveId" clId="{6C757DE9-355C-4ED3-A569-31F5B9354D0F}" dt="2026-09-11T05:03:06.389" v="66"/>
          <ac:spMkLst>
            <pc:docMk/>
            <pc:sldMk cId="1117972738" sldId="291"/>
            <ac:spMk id="2" creationId="{DE5F9D73-6512-57D7-A194-404A459A8E3B}"/>
          </ac:spMkLst>
        </pc:spChg>
        <pc:spChg chg="mod">
          <ac:chgData name="光汰 齊藤" userId="50845e5bd7423914" providerId="LiveId" clId="{6C757DE9-355C-4ED3-A569-31F5B9354D0F}" dt="2026-09-11T04:54:15.365" v="4" actId="1035"/>
          <ac:spMkLst>
            <pc:docMk/>
            <pc:sldMk cId="1117972738" sldId="291"/>
            <ac:spMk id="4" creationId="{FA6B674A-69E8-17AB-2515-F633BABCF3C9}"/>
          </ac:spMkLst>
        </pc:spChg>
        <pc:spChg chg="mod">
          <ac:chgData name="光汰 齊藤" userId="50845e5bd7423914" providerId="LiveId" clId="{6C757DE9-355C-4ED3-A569-31F5B9354D0F}" dt="2026-09-11T05:07:02.093" v="312" actId="1076"/>
          <ac:spMkLst>
            <pc:docMk/>
            <pc:sldMk cId="1117972738" sldId="291"/>
            <ac:spMk id="10" creationId="{600FC221-20F2-EBB1-B181-8FEB4F89D82E}"/>
          </ac:spMkLst>
        </pc:spChg>
        <pc:spChg chg="mod">
          <ac:chgData name="光汰 齊藤" userId="50845e5bd7423914" providerId="LiveId" clId="{6C757DE9-355C-4ED3-A569-31F5B9354D0F}" dt="2026-09-11T05:13:50.011" v="409" actId="14100"/>
          <ac:spMkLst>
            <pc:docMk/>
            <pc:sldMk cId="1117972738" sldId="291"/>
            <ac:spMk id="13" creationId="{F4CB5D91-2D4B-45D9-C9DA-15C496830A52}"/>
          </ac:spMkLst>
        </pc:spChg>
        <pc:spChg chg="mod">
          <ac:chgData name="光汰 齊藤" userId="50845e5bd7423914" providerId="LiveId" clId="{6C757DE9-355C-4ED3-A569-31F5B9354D0F}" dt="2026-09-11T05:07:34.731" v="352" actId="1035"/>
          <ac:spMkLst>
            <pc:docMk/>
            <pc:sldMk cId="1117972738" sldId="291"/>
            <ac:spMk id="14" creationId="{DAE75398-13E4-C4C8-87A1-2E89AB0CD46C}"/>
          </ac:spMkLst>
        </pc:spChg>
        <pc:spChg chg="mod">
          <ac:chgData name="光汰 齊藤" userId="50845e5bd7423914" providerId="LiveId" clId="{6C757DE9-355C-4ED3-A569-31F5B9354D0F}" dt="2026-09-11T05:10:05.980" v="353" actId="1076"/>
          <ac:spMkLst>
            <pc:docMk/>
            <pc:sldMk cId="1117972738" sldId="291"/>
            <ac:spMk id="15" creationId="{C9FFC3C8-A31C-D09F-ACBE-1F3F3CA4D95B}"/>
          </ac:spMkLst>
        </pc:spChg>
        <pc:spChg chg="mod">
          <ac:chgData name="光汰 齊藤" userId="50845e5bd7423914" providerId="LiveId" clId="{6C757DE9-355C-4ED3-A569-31F5B9354D0F}" dt="2026-09-12T03:27:58.783" v="9561"/>
          <ac:spMkLst>
            <pc:docMk/>
            <pc:sldMk cId="1117972738" sldId="291"/>
            <ac:spMk id="16" creationId="{5D0D1F29-EA99-79C0-9F16-C05CC074D4DF}"/>
          </ac:spMkLst>
        </pc:spChg>
        <pc:spChg chg="mod">
          <ac:chgData name="光汰 齊藤" userId="50845e5bd7423914" providerId="LiveId" clId="{6C757DE9-355C-4ED3-A569-31F5B9354D0F}" dt="2026-09-11T05:13:07.925" v="404" actId="1037"/>
          <ac:spMkLst>
            <pc:docMk/>
            <pc:sldMk cId="1117972738" sldId="291"/>
            <ac:spMk id="17" creationId="{51B2EFE3-7473-CB03-9998-2C42B446F3EB}"/>
          </ac:spMkLst>
        </pc:spChg>
        <pc:spChg chg="mod">
          <ac:chgData name="光汰 齊藤" userId="50845e5bd7423914" providerId="LiveId" clId="{6C757DE9-355C-4ED3-A569-31F5B9354D0F}" dt="2026-09-11T05:06:11.370" v="207" actId="14100"/>
          <ac:spMkLst>
            <pc:docMk/>
            <pc:sldMk cId="1117972738" sldId="291"/>
            <ac:spMk id="18" creationId="{22D61288-25D9-DFE9-2BDE-56CBFD08EB49}"/>
          </ac:spMkLst>
        </pc:spChg>
        <pc:spChg chg="mod">
          <ac:chgData name="光汰 齊藤" userId="50845e5bd7423914" providerId="LiveId" clId="{6C757DE9-355C-4ED3-A569-31F5B9354D0F}" dt="2026-09-11T05:10:31.314" v="354" actId="1076"/>
          <ac:spMkLst>
            <pc:docMk/>
            <pc:sldMk cId="1117972738" sldId="291"/>
            <ac:spMk id="19" creationId="{5478EA91-C83C-728B-4669-4AC2D1A1A604}"/>
          </ac:spMkLst>
        </pc:spChg>
        <pc:spChg chg="mod">
          <ac:chgData name="光汰 齊藤" userId="50845e5bd7423914" providerId="LiveId" clId="{6C757DE9-355C-4ED3-A569-31F5B9354D0F}" dt="2026-09-11T05:10:58.719" v="360" actId="14100"/>
          <ac:spMkLst>
            <pc:docMk/>
            <pc:sldMk cId="1117972738" sldId="291"/>
            <ac:spMk id="25" creationId="{0B5586C9-8780-A5B6-E6AB-FC51FC7E9B3A}"/>
          </ac:spMkLst>
        </pc:spChg>
        <pc:spChg chg="mod">
          <ac:chgData name="光汰 齊藤" userId="50845e5bd7423914" providerId="LiveId" clId="{6C757DE9-355C-4ED3-A569-31F5B9354D0F}" dt="2026-09-12T03:28:57.097" v="9611"/>
          <ac:spMkLst>
            <pc:docMk/>
            <pc:sldMk cId="1117972738" sldId="291"/>
            <ac:spMk id="26" creationId="{730BD3ED-DAC9-8111-3C9D-01D28483C06D}"/>
          </ac:spMkLst>
        </pc:spChg>
        <pc:spChg chg="add mod">
          <ac:chgData name="光汰 齊藤" userId="50845e5bd7423914" providerId="LiveId" clId="{6C757DE9-355C-4ED3-A569-31F5B9354D0F}" dt="2026-09-11T05:10:05.980" v="353" actId="1076"/>
          <ac:spMkLst>
            <pc:docMk/>
            <pc:sldMk cId="1117972738" sldId="291"/>
            <ac:spMk id="28" creationId="{119EA92E-7FF8-6815-7E53-D44A8FB614B5}"/>
          </ac:spMkLst>
        </pc:spChg>
        <pc:spChg chg="add mod">
          <ac:chgData name="光汰 齊藤" userId="50845e5bd7423914" providerId="LiveId" clId="{6C757DE9-355C-4ED3-A569-31F5B9354D0F}" dt="2026-09-12T03:28:04.081" v="9562" actId="14100"/>
          <ac:spMkLst>
            <pc:docMk/>
            <pc:sldMk cId="1117972738" sldId="291"/>
            <ac:spMk id="30" creationId="{90616B9A-93C3-A950-62B6-F0DB96FA0BD5}"/>
          </ac:spMkLst>
        </pc:spChg>
        <pc:spChg chg="add mod">
          <ac:chgData name="光汰 齊藤" userId="50845e5bd7423914" providerId="LiveId" clId="{6C757DE9-355C-4ED3-A569-31F5B9354D0F}" dt="2026-09-11T05:13:41.992" v="406" actId="1076"/>
          <ac:spMkLst>
            <pc:docMk/>
            <pc:sldMk cId="1117972738" sldId="291"/>
            <ac:spMk id="34" creationId="{BFE36B60-A3C3-E665-E07B-F05E17755466}"/>
          </ac:spMkLst>
        </pc:spChg>
        <pc:graphicFrameChg chg="add mod">
          <ac:chgData name="光汰 齊藤" userId="50845e5bd7423914" providerId="LiveId" clId="{6C757DE9-355C-4ED3-A569-31F5B9354D0F}" dt="2026-09-11T05:13:41.992" v="406" actId="1076"/>
          <ac:graphicFrameMkLst>
            <pc:docMk/>
            <pc:sldMk cId="1117972738" sldId="291"/>
            <ac:graphicFrameMk id="32" creationId="{38240ABC-CAB0-F03C-C76A-CE9390E6948F}"/>
          </ac:graphicFrameMkLst>
        </pc:graphicFrameChg>
      </pc:sldChg>
      <pc:sldChg chg="addSp delSp modSp mod ord modNotesTx">
        <pc:chgData name="光汰 齊藤" userId="50845e5bd7423914" providerId="LiveId" clId="{6C757DE9-355C-4ED3-A569-31F5B9354D0F}" dt="2026-09-12T03:30:07.826" v="9630" actId="20577"/>
        <pc:sldMkLst>
          <pc:docMk/>
          <pc:sldMk cId="754461221" sldId="292"/>
        </pc:sldMkLst>
        <pc:spChg chg="mod">
          <ac:chgData name="光汰 齊藤" userId="50845e5bd7423914" providerId="LiveId" clId="{6C757DE9-355C-4ED3-A569-31F5B9354D0F}" dt="2026-09-11T06:36:54.250" v="1553"/>
          <ac:spMkLst>
            <pc:docMk/>
            <pc:sldMk cId="754461221" sldId="292"/>
            <ac:spMk id="2" creationId="{357C2715-F2A2-D208-A85D-67860B4ACC4B}"/>
          </ac:spMkLst>
        </pc:spChg>
        <pc:spChg chg="add mod">
          <ac:chgData name="光汰 齊藤" userId="50845e5bd7423914" providerId="LiveId" clId="{6C757DE9-355C-4ED3-A569-31F5B9354D0F}" dt="2026-09-11T15:31:29.833" v="7655" actId="1076"/>
          <ac:spMkLst>
            <pc:docMk/>
            <pc:sldMk cId="754461221" sldId="292"/>
            <ac:spMk id="6" creationId="{E26C5694-5933-1B36-2CC1-7451CC5C393D}"/>
          </ac:spMkLst>
        </pc:spChg>
        <pc:spChg chg="add mod">
          <ac:chgData name="光汰 齊藤" userId="50845e5bd7423914" providerId="LiveId" clId="{6C757DE9-355C-4ED3-A569-31F5B9354D0F}" dt="2026-09-11T15:31:15.125" v="7651" actId="1036"/>
          <ac:spMkLst>
            <pc:docMk/>
            <pc:sldMk cId="754461221" sldId="292"/>
            <ac:spMk id="11" creationId="{642AA03B-B185-C90E-4468-6F686AE3271E}"/>
          </ac:spMkLst>
        </pc:spChg>
        <pc:spChg chg="add mod">
          <ac:chgData name="光汰 齊藤" userId="50845e5bd7423914" providerId="LiveId" clId="{6C757DE9-355C-4ED3-A569-31F5B9354D0F}" dt="2026-09-11T15:31:15.125" v="7651" actId="1036"/>
          <ac:spMkLst>
            <pc:docMk/>
            <pc:sldMk cId="754461221" sldId="292"/>
            <ac:spMk id="15" creationId="{8D4AE2CF-2B82-9151-1800-CF5CD7BAFF87}"/>
          </ac:spMkLst>
        </pc:spChg>
        <pc:spChg chg="add mod">
          <ac:chgData name="光汰 齊藤" userId="50845e5bd7423914" providerId="LiveId" clId="{6C757DE9-355C-4ED3-A569-31F5B9354D0F}" dt="2026-09-11T15:34:30.153" v="7657" actId="14100"/>
          <ac:spMkLst>
            <pc:docMk/>
            <pc:sldMk cId="754461221" sldId="292"/>
            <ac:spMk id="19" creationId="{A7BEC913-DE66-5788-839F-EFFAC40F0493}"/>
          </ac:spMkLst>
        </pc:spChg>
        <pc:spChg chg="add mod">
          <ac:chgData name="光汰 齊藤" userId="50845e5bd7423914" providerId="LiveId" clId="{6C757DE9-355C-4ED3-A569-31F5B9354D0F}" dt="2026-09-11T15:31:47.333" v="7656" actId="14100"/>
          <ac:spMkLst>
            <pc:docMk/>
            <pc:sldMk cId="754461221" sldId="292"/>
            <ac:spMk id="21" creationId="{552F6B69-D4B6-C2FB-8746-24B85430B8B5}"/>
          </ac:spMkLst>
        </pc:spChg>
        <pc:spChg chg="add mod">
          <ac:chgData name="光汰 齊藤" userId="50845e5bd7423914" providerId="LiveId" clId="{6C757DE9-355C-4ED3-A569-31F5B9354D0F}" dt="2026-09-11T09:07:23.819" v="3537" actId="1035"/>
          <ac:spMkLst>
            <pc:docMk/>
            <pc:sldMk cId="754461221" sldId="292"/>
            <ac:spMk id="23" creationId="{F3D63764-23FD-68EA-3BF7-93A7D2FB0769}"/>
          </ac:spMkLst>
        </pc:spChg>
        <pc:spChg chg="add mod">
          <ac:chgData name="光汰 齊藤" userId="50845e5bd7423914" providerId="LiveId" clId="{6C757DE9-355C-4ED3-A569-31F5B9354D0F}" dt="2026-09-11T15:31:15.125" v="7651" actId="1036"/>
          <ac:spMkLst>
            <pc:docMk/>
            <pc:sldMk cId="754461221" sldId="292"/>
            <ac:spMk id="29" creationId="{40D1D59C-A5AC-E434-28FD-33B2F061B397}"/>
          </ac:spMkLst>
        </pc:spChg>
        <pc:spChg chg="add mod">
          <ac:chgData name="光汰 齊藤" userId="50845e5bd7423914" providerId="LiveId" clId="{6C757DE9-355C-4ED3-A569-31F5B9354D0F}" dt="2026-09-11T15:31:15.125" v="7651" actId="1036"/>
          <ac:spMkLst>
            <pc:docMk/>
            <pc:sldMk cId="754461221" sldId="292"/>
            <ac:spMk id="31" creationId="{93DBBD8B-B42B-E6DD-1D19-9A0CD86DDE71}"/>
          </ac:spMkLst>
        </pc:spChg>
        <pc:spChg chg="add mod">
          <ac:chgData name="光汰 齊藤" userId="50845e5bd7423914" providerId="LiveId" clId="{6C757DE9-355C-4ED3-A569-31F5B9354D0F}" dt="2026-09-11T15:31:15.125" v="7651" actId="1036"/>
          <ac:spMkLst>
            <pc:docMk/>
            <pc:sldMk cId="754461221" sldId="292"/>
            <ac:spMk id="33" creationId="{67282139-179F-47B0-27C5-0932AD7BB48C}"/>
          </ac:spMkLst>
        </pc:spChg>
        <pc:spChg chg="add mod">
          <ac:chgData name="光汰 齊藤" userId="50845e5bd7423914" providerId="LiveId" clId="{6C757DE9-355C-4ED3-A569-31F5B9354D0F}" dt="2026-09-11T15:31:15.125" v="7651" actId="1036"/>
          <ac:spMkLst>
            <pc:docMk/>
            <pc:sldMk cId="754461221" sldId="292"/>
            <ac:spMk id="35" creationId="{1DE44916-F710-8F5D-E80E-31BBE09EB4FE}"/>
          </ac:spMkLst>
        </pc:spChg>
        <pc:spChg chg="add mod">
          <ac:chgData name="光汰 齊藤" userId="50845e5bd7423914" providerId="LiveId" clId="{6C757DE9-355C-4ED3-A569-31F5B9354D0F}" dt="2026-09-11T09:07:31.500" v="3555" actId="1035"/>
          <ac:spMkLst>
            <pc:docMk/>
            <pc:sldMk cId="754461221" sldId="292"/>
            <ac:spMk id="42" creationId="{4C7A226B-2413-ADA6-28D8-6244E1A4979E}"/>
          </ac:spMkLst>
        </pc:spChg>
        <pc:spChg chg="add mod">
          <ac:chgData name="光汰 齊藤" userId="50845e5bd7423914" providerId="LiveId" clId="{6C757DE9-355C-4ED3-A569-31F5B9354D0F}" dt="2026-09-11T09:07:31.500" v="3555" actId="1035"/>
          <ac:spMkLst>
            <pc:docMk/>
            <pc:sldMk cId="754461221" sldId="292"/>
            <ac:spMk id="44" creationId="{F0FBBE2A-CD72-D9D3-8138-9E4743223311}"/>
          </ac:spMkLst>
        </pc:spChg>
        <pc:spChg chg="add mod">
          <ac:chgData name="光汰 齊藤" userId="50845e5bd7423914" providerId="LiveId" clId="{6C757DE9-355C-4ED3-A569-31F5B9354D0F}" dt="2026-09-11T09:07:31.500" v="3555" actId="1035"/>
          <ac:spMkLst>
            <pc:docMk/>
            <pc:sldMk cId="754461221" sldId="292"/>
            <ac:spMk id="46" creationId="{1CB82D4A-F38B-5A28-F1F8-F4136B98766F}"/>
          </ac:spMkLst>
        </pc:spChg>
        <pc:spChg chg="add mod">
          <ac:chgData name="光汰 齊藤" userId="50845e5bd7423914" providerId="LiveId" clId="{6C757DE9-355C-4ED3-A569-31F5B9354D0F}" dt="2026-09-11T09:07:31.500" v="3555" actId="1035"/>
          <ac:spMkLst>
            <pc:docMk/>
            <pc:sldMk cId="754461221" sldId="292"/>
            <ac:spMk id="48" creationId="{5851AD87-6CAC-172A-AC95-E64A8457C8EC}"/>
          </ac:spMkLst>
        </pc:spChg>
      </pc:sldChg>
      <pc:sldChg chg="addSp modSp mod modNotesTx">
        <pc:chgData name="光汰 齊藤" userId="50845e5bd7423914" providerId="LiveId" clId="{6C757DE9-355C-4ED3-A569-31F5B9354D0F}" dt="2026-09-12T03:49:51.494" v="9712" actId="20577"/>
        <pc:sldMkLst>
          <pc:docMk/>
          <pc:sldMk cId="128889613" sldId="294"/>
        </pc:sldMkLst>
        <pc:spChg chg="mod">
          <ac:chgData name="光汰 齊藤" userId="50845e5bd7423914" providerId="LiveId" clId="{6C757DE9-355C-4ED3-A569-31F5B9354D0F}" dt="2026-09-11T05:27:43.147" v="630" actId="20577"/>
          <ac:spMkLst>
            <pc:docMk/>
            <pc:sldMk cId="128889613" sldId="294"/>
            <ac:spMk id="2" creationId="{6688408A-D1E8-02D1-C682-690BF906E10D}"/>
          </ac:spMkLst>
        </pc:spChg>
        <pc:spChg chg="mod">
          <ac:chgData name="光汰 齊藤" userId="50845e5bd7423914" providerId="LiveId" clId="{6C757DE9-355C-4ED3-A569-31F5B9354D0F}" dt="2026-09-12T03:48:24.762" v="9634"/>
          <ac:spMkLst>
            <pc:docMk/>
            <pc:sldMk cId="128889613" sldId="294"/>
            <ac:spMk id="15" creationId="{6D93B2AC-47C9-E759-BAA6-C856561C267C}"/>
          </ac:spMkLst>
        </pc:spChg>
        <pc:spChg chg="add mod">
          <ac:chgData name="光汰 齊藤" userId="50845e5bd7423914" providerId="LiveId" clId="{6C757DE9-355C-4ED3-A569-31F5B9354D0F}" dt="2026-09-12T03:48:43.650" v="9643" actId="404"/>
          <ac:spMkLst>
            <pc:docMk/>
            <pc:sldMk cId="128889613" sldId="294"/>
            <ac:spMk id="17" creationId="{98388F11-EB18-DF05-13FB-7DCFA591E381}"/>
          </ac:spMkLst>
        </pc:spChg>
      </pc:sldChg>
      <pc:sldChg chg="addSp delSp modSp mod modNotesTx">
        <pc:chgData name="光汰 齊藤" userId="50845e5bd7423914" providerId="LiveId" clId="{6C757DE9-355C-4ED3-A569-31F5B9354D0F}" dt="2026-09-12T03:16:08.691" v="9464" actId="20577"/>
        <pc:sldMkLst>
          <pc:docMk/>
          <pc:sldMk cId="902745780" sldId="296"/>
        </pc:sldMkLst>
        <pc:spChg chg="mod">
          <ac:chgData name="光汰 齊藤" userId="50845e5bd7423914" providerId="LiveId" clId="{6C757DE9-355C-4ED3-A569-31F5B9354D0F}" dt="2026-09-11T10:58:46.551" v="5216" actId="20577"/>
          <ac:spMkLst>
            <pc:docMk/>
            <pc:sldMk cId="902745780" sldId="296"/>
            <ac:spMk id="2" creationId="{CC5B1D69-8333-18EF-27E9-79E17811FBB1}"/>
          </ac:spMkLst>
        </pc:spChg>
        <pc:spChg chg="add mod">
          <ac:chgData name="光汰 齊藤" userId="50845e5bd7423914" providerId="LiveId" clId="{6C757DE9-355C-4ED3-A569-31F5B9354D0F}" dt="2026-09-11T15:38:53.206" v="7727" actId="1076"/>
          <ac:spMkLst>
            <pc:docMk/>
            <pc:sldMk cId="902745780" sldId="296"/>
            <ac:spMk id="4" creationId="{1F16CE5B-42EC-EC1B-0A9B-C3D12B69C693}"/>
          </ac:spMkLst>
        </pc:spChg>
        <pc:spChg chg="add mod">
          <ac:chgData name="光汰 齊藤" userId="50845e5bd7423914" providerId="LiveId" clId="{6C757DE9-355C-4ED3-A569-31F5B9354D0F}" dt="2026-09-11T15:38:24.865" v="7720" actId="14100"/>
          <ac:spMkLst>
            <pc:docMk/>
            <pc:sldMk cId="902745780" sldId="296"/>
            <ac:spMk id="5" creationId="{F2AE2612-4035-2F70-317B-D91D24785F7B}"/>
          </ac:spMkLst>
        </pc:spChg>
        <pc:spChg chg="add mod">
          <ac:chgData name="光汰 齊藤" userId="50845e5bd7423914" providerId="LiveId" clId="{6C757DE9-355C-4ED3-A569-31F5B9354D0F}" dt="2026-09-11T15:37:13.376" v="7694" actId="1035"/>
          <ac:spMkLst>
            <pc:docMk/>
            <pc:sldMk cId="902745780" sldId="296"/>
            <ac:spMk id="7" creationId="{0826BC72-D495-6CD2-13A5-3135C4151587}"/>
          </ac:spMkLst>
        </pc:spChg>
        <pc:spChg chg="add mod">
          <ac:chgData name="光汰 齊藤" userId="50845e5bd7423914" providerId="LiveId" clId="{6C757DE9-355C-4ED3-A569-31F5B9354D0F}" dt="2026-09-11T15:37:05.933" v="7677" actId="1076"/>
          <ac:spMkLst>
            <pc:docMk/>
            <pc:sldMk cId="902745780" sldId="296"/>
            <ac:spMk id="8" creationId="{5CABC38F-2B08-F14D-FFC8-025F448EFCA5}"/>
          </ac:spMkLst>
        </pc:spChg>
        <pc:spChg chg="add mod ord">
          <ac:chgData name="光汰 齊藤" userId="50845e5bd7423914" providerId="LiveId" clId="{6C757DE9-355C-4ED3-A569-31F5B9354D0F}" dt="2026-09-11T15:38:57.518" v="7728" actId="207"/>
          <ac:spMkLst>
            <pc:docMk/>
            <pc:sldMk cId="902745780" sldId="296"/>
            <ac:spMk id="10" creationId="{A9F22044-A94B-488E-F5E2-9EF659B3006C}"/>
          </ac:spMkLst>
        </pc:spChg>
        <pc:spChg chg="add mod">
          <ac:chgData name="光汰 齊藤" userId="50845e5bd7423914" providerId="LiveId" clId="{6C757DE9-355C-4ED3-A569-31F5B9354D0F}" dt="2026-09-11T15:37:13.376" v="7694" actId="1035"/>
          <ac:spMkLst>
            <pc:docMk/>
            <pc:sldMk cId="902745780" sldId="296"/>
            <ac:spMk id="15" creationId="{7B1F59F7-9074-B155-25D6-FF3D8F317D58}"/>
          </ac:spMkLst>
        </pc:spChg>
        <pc:spChg chg="add mod">
          <ac:chgData name="光汰 齊藤" userId="50845e5bd7423914" providerId="LiveId" clId="{6C757DE9-355C-4ED3-A569-31F5B9354D0F}" dt="2026-09-11T15:37:33.178" v="7698" actId="1076"/>
          <ac:spMkLst>
            <pc:docMk/>
            <pc:sldMk cId="902745780" sldId="296"/>
            <ac:spMk id="16" creationId="{FC2B04AB-F4F3-25C0-0A54-D99A699E05CF}"/>
          </ac:spMkLst>
        </pc:spChg>
        <pc:spChg chg="add mod">
          <ac:chgData name="光汰 齊藤" userId="50845e5bd7423914" providerId="LiveId" clId="{6C757DE9-355C-4ED3-A569-31F5B9354D0F}" dt="2026-09-11T15:37:39.271" v="7700" actId="1076"/>
          <ac:spMkLst>
            <pc:docMk/>
            <pc:sldMk cId="902745780" sldId="296"/>
            <ac:spMk id="18" creationId="{0859DBBD-BC15-618F-04AF-82E394234996}"/>
          </ac:spMkLst>
        </pc:spChg>
        <pc:spChg chg="add mod">
          <ac:chgData name="光汰 齊藤" userId="50845e5bd7423914" providerId="LiveId" clId="{6C757DE9-355C-4ED3-A569-31F5B9354D0F}" dt="2026-09-11T15:38:21.881" v="7719" actId="14100"/>
          <ac:spMkLst>
            <pc:docMk/>
            <pc:sldMk cId="902745780" sldId="296"/>
            <ac:spMk id="19" creationId="{CA674223-1B0B-F1BE-7AFD-739A90A422E2}"/>
          </ac:spMkLst>
        </pc:spChg>
        <pc:spChg chg="add mod">
          <ac:chgData name="光汰 齊藤" userId="50845e5bd7423914" providerId="LiveId" clId="{6C757DE9-355C-4ED3-A569-31F5B9354D0F}" dt="2026-09-11T15:37:33.178" v="7698" actId="1076"/>
          <ac:spMkLst>
            <pc:docMk/>
            <pc:sldMk cId="902745780" sldId="296"/>
            <ac:spMk id="26" creationId="{2DD97516-CB1B-7382-C902-6B6E51371275}"/>
          </ac:spMkLst>
        </pc:spChg>
        <pc:spChg chg="add mod">
          <ac:chgData name="光汰 齊藤" userId="50845e5bd7423914" providerId="LiveId" clId="{6C757DE9-355C-4ED3-A569-31F5B9354D0F}" dt="2026-09-11T15:38:11.910" v="7716" actId="20577"/>
          <ac:spMkLst>
            <pc:docMk/>
            <pc:sldMk cId="902745780" sldId="296"/>
            <ac:spMk id="28" creationId="{30AA8FBC-6F9C-18AC-AA86-DE76F9D81985}"/>
          </ac:spMkLst>
        </pc:spChg>
      </pc:sldChg>
      <pc:sldChg chg="modSp mod modNotesTx">
        <pc:chgData name="光汰 齊藤" userId="50845e5bd7423914" providerId="LiveId" clId="{6C757DE9-355C-4ED3-A569-31F5B9354D0F}" dt="2026-09-12T03:13:51.838" v="9338" actId="20577"/>
        <pc:sldMkLst>
          <pc:docMk/>
          <pc:sldMk cId="1240762161" sldId="302"/>
        </pc:sldMkLst>
        <pc:spChg chg="mod">
          <ac:chgData name="光汰 齊藤" userId="50845e5bd7423914" providerId="LiveId" clId="{6C757DE9-355C-4ED3-A569-31F5B9354D0F}" dt="2026-09-11T05:26:58.694" v="551"/>
          <ac:spMkLst>
            <pc:docMk/>
            <pc:sldMk cId="1240762161" sldId="302"/>
            <ac:spMk id="2" creationId="{5EC0E432-2637-442C-986D-27DBC6BE3E34}"/>
          </ac:spMkLst>
        </pc:spChg>
        <pc:spChg chg="mod">
          <ac:chgData name="光汰 齊藤" userId="50845e5bd7423914" providerId="LiveId" clId="{6C757DE9-355C-4ED3-A569-31F5B9354D0F}" dt="2026-09-11T15:22:19.600" v="7589" actId="207"/>
          <ac:spMkLst>
            <pc:docMk/>
            <pc:sldMk cId="1240762161" sldId="302"/>
            <ac:spMk id="30" creationId="{594AC3A8-EBFD-CD74-A9A3-BA39755F6DE6}"/>
          </ac:spMkLst>
        </pc:spChg>
      </pc:sldChg>
      <pc:sldChg chg="addSp modSp mod modNotesTx">
        <pc:chgData name="光汰 齊藤" userId="50845e5bd7423914" providerId="LiveId" clId="{6C757DE9-355C-4ED3-A569-31F5B9354D0F}" dt="2026-09-12T03:14:09.776" v="9362" actId="20577"/>
        <pc:sldMkLst>
          <pc:docMk/>
          <pc:sldMk cId="2737113053" sldId="303"/>
        </pc:sldMkLst>
        <pc:spChg chg="mod">
          <ac:chgData name="光汰 齊藤" userId="50845e5bd7423914" providerId="LiveId" clId="{6C757DE9-355C-4ED3-A569-31F5B9354D0F}" dt="2026-09-11T05:27:21.050" v="601"/>
          <ac:spMkLst>
            <pc:docMk/>
            <pc:sldMk cId="2737113053" sldId="303"/>
            <ac:spMk id="2" creationId="{E7D5D690-F2D3-DF1D-21F0-825BA940F687}"/>
          </ac:spMkLst>
        </pc:spChg>
        <pc:picChg chg="add mod">
          <ac:chgData name="光汰 齊藤" userId="50845e5bd7423914" providerId="LiveId" clId="{6C757DE9-355C-4ED3-A569-31F5B9354D0F}" dt="2026-09-11T15:25:01.032" v="7594" actId="1076"/>
          <ac:picMkLst>
            <pc:docMk/>
            <pc:sldMk cId="2737113053" sldId="303"/>
            <ac:picMk id="5" creationId="{D9A5FD3D-DB35-6A94-F4AE-24C4246C9F1A}"/>
          </ac:picMkLst>
        </pc:picChg>
        <pc:picChg chg="add mod">
          <ac:chgData name="光汰 齊藤" userId="50845e5bd7423914" providerId="LiveId" clId="{6C757DE9-355C-4ED3-A569-31F5B9354D0F}" dt="2026-09-11T15:24:58.406" v="7593" actId="1076"/>
          <ac:picMkLst>
            <pc:docMk/>
            <pc:sldMk cId="2737113053" sldId="303"/>
            <ac:picMk id="7" creationId="{E29DF94C-855C-02F5-A8E4-5B6C73A3EAAD}"/>
          </ac:picMkLst>
        </pc:picChg>
        <pc:picChg chg="add mod">
          <ac:chgData name="光汰 齊藤" userId="50845e5bd7423914" providerId="LiveId" clId="{6C757DE9-355C-4ED3-A569-31F5B9354D0F}" dt="2026-09-11T15:24:47.260" v="7592" actId="1076"/>
          <ac:picMkLst>
            <pc:docMk/>
            <pc:sldMk cId="2737113053" sldId="303"/>
            <ac:picMk id="9" creationId="{841FEAA5-8B73-EDAA-1040-5248A21572EF}"/>
          </ac:picMkLst>
        </pc:picChg>
      </pc:sldChg>
      <pc:sldChg chg="modSp mod modNotesTx">
        <pc:chgData name="光汰 齊藤" userId="50845e5bd7423914" providerId="LiveId" clId="{6C757DE9-355C-4ED3-A569-31F5B9354D0F}" dt="2026-09-12T03:14:03.656" v="9352" actId="20577"/>
        <pc:sldMkLst>
          <pc:docMk/>
          <pc:sldMk cId="548788537" sldId="306"/>
        </pc:sldMkLst>
        <pc:spChg chg="mod">
          <ac:chgData name="光汰 齊藤" userId="50845e5bd7423914" providerId="LiveId" clId="{6C757DE9-355C-4ED3-A569-31F5B9354D0F}" dt="2026-09-11T05:27:52.019" v="642" actId="20577"/>
          <ac:spMkLst>
            <pc:docMk/>
            <pc:sldMk cId="548788537" sldId="306"/>
            <ac:spMk id="3" creationId="{B1C62531-BFF3-0B14-E0FA-9B29C99C2359}"/>
          </ac:spMkLst>
        </pc:spChg>
      </pc:sldChg>
      <pc:sldChg chg="modSp mod modNotesTx">
        <pc:chgData name="光汰 齊藤" userId="50845e5bd7423914" providerId="LiveId" clId="{6C757DE9-355C-4ED3-A569-31F5B9354D0F}" dt="2026-09-12T03:15:35.674" v="9430" actId="20577"/>
        <pc:sldMkLst>
          <pc:docMk/>
          <pc:sldMk cId="2208643470" sldId="307"/>
        </pc:sldMkLst>
        <pc:spChg chg="mod">
          <ac:chgData name="光汰 齊藤" userId="50845e5bd7423914" providerId="LiveId" clId="{6C757DE9-355C-4ED3-A569-31F5B9354D0F}" dt="2026-09-11T05:28:55.585" v="801" actId="20577"/>
          <ac:spMkLst>
            <pc:docMk/>
            <pc:sldMk cId="2208643470" sldId="307"/>
            <ac:spMk id="2" creationId="{15426E59-E2B3-427A-DD55-5496C8CAC960}"/>
          </ac:spMkLst>
        </pc:spChg>
        <pc:spChg chg="mod">
          <ac:chgData name="光汰 齊藤" userId="50845e5bd7423914" providerId="LiveId" clId="{6C757DE9-355C-4ED3-A569-31F5B9354D0F}" dt="2026-09-11T05:15:39.266" v="518" actId="1076"/>
          <ac:spMkLst>
            <pc:docMk/>
            <pc:sldMk cId="2208643470" sldId="307"/>
            <ac:spMk id="21" creationId="{07D79530-5CF0-B103-F599-C7772A93E210}"/>
          </ac:spMkLst>
        </pc:spChg>
        <pc:spChg chg="mod">
          <ac:chgData name="光汰 齊藤" userId="50845e5bd7423914" providerId="LiveId" clId="{6C757DE9-355C-4ED3-A569-31F5B9354D0F}" dt="2026-09-11T05:14:51.273" v="514" actId="208"/>
          <ac:spMkLst>
            <pc:docMk/>
            <pc:sldMk cId="2208643470" sldId="307"/>
            <ac:spMk id="22" creationId="{901CCA82-82EC-4924-7D72-5A5096A4848C}"/>
          </ac:spMkLst>
        </pc:spChg>
        <pc:spChg chg="mod">
          <ac:chgData name="光汰 齊藤" userId="50845e5bd7423914" providerId="LiveId" clId="{6C757DE9-355C-4ED3-A569-31F5B9354D0F}" dt="2026-09-11T05:14:44.088" v="513" actId="207"/>
          <ac:spMkLst>
            <pc:docMk/>
            <pc:sldMk cId="2208643470" sldId="307"/>
            <ac:spMk id="23" creationId="{BD67F7BF-DC76-2A4E-AC28-614A263DEE2E}"/>
          </ac:spMkLst>
        </pc:spChg>
      </pc:sldChg>
      <pc:sldChg chg="addSp modSp mod modNotesTx">
        <pc:chgData name="光汰 齊藤" userId="50845e5bd7423914" providerId="LiveId" clId="{6C757DE9-355C-4ED3-A569-31F5B9354D0F}" dt="2026-09-12T03:50:48.939" v="9755"/>
        <pc:sldMkLst>
          <pc:docMk/>
          <pc:sldMk cId="2587131814" sldId="308"/>
        </pc:sldMkLst>
        <pc:spChg chg="mod">
          <ac:chgData name="光汰 齊藤" userId="50845e5bd7423914" providerId="LiveId" clId="{6C757DE9-355C-4ED3-A569-31F5B9354D0F}" dt="2026-09-11T05:28:28.286" v="730" actId="20577"/>
          <ac:spMkLst>
            <pc:docMk/>
            <pc:sldMk cId="2587131814" sldId="308"/>
            <ac:spMk id="2" creationId="{DD7EC533-4391-EEC9-8470-8506CD168190}"/>
          </ac:spMkLst>
        </pc:spChg>
        <pc:spChg chg="add mod">
          <ac:chgData name="光汰 齊藤" userId="50845e5bd7423914" providerId="LiveId" clId="{6C757DE9-355C-4ED3-A569-31F5B9354D0F}" dt="2026-09-12T03:49:19.890" v="9653" actId="1076"/>
          <ac:spMkLst>
            <pc:docMk/>
            <pc:sldMk cId="2587131814" sldId="308"/>
            <ac:spMk id="5" creationId="{9A4FE896-3610-56E5-50E2-78F94D319081}"/>
          </ac:spMkLst>
        </pc:spChg>
        <pc:spChg chg="mod">
          <ac:chgData name="光汰 齊藤" userId="50845e5bd7423914" providerId="LiveId" clId="{6C757DE9-355C-4ED3-A569-31F5B9354D0F}" dt="2026-09-12T03:50:48.939" v="9755"/>
          <ac:spMkLst>
            <pc:docMk/>
            <pc:sldMk cId="2587131814" sldId="308"/>
            <ac:spMk id="15" creationId="{245D2C31-7383-AACC-ECEB-B819F743C153}"/>
          </ac:spMkLst>
        </pc:spChg>
        <pc:spChg chg="mod">
          <ac:chgData name="光汰 齊藤" userId="50845e5bd7423914" providerId="LiveId" clId="{6C757DE9-355C-4ED3-A569-31F5B9354D0F}" dt="2026-09-11T05:15:26.559" v="516" actId="1076"/>
          <ac:spMkLst>
            <pc:docMk/>
            <pc:sldMk cId="2587131814" sldId="308"/>
            <ac:spMk id="21" creationId="{61AC4A8E-1435-CB7E-5B6C-36DCCDF0B29D}"/>
          </ac:spMkLst>
        </pc:spChg>
      </pc:sldChg>
      <pc:sldChg chg="addSp delSp modSp add mod modNotesTx">
        <pc:chgData name="光汰 齊藤" userId="50845e5bd7423914" providerId="LiveId" clId="{6C757DE9-355C-4ED3-A569-31F5B9354D0F}" dt="2026-09-12T03:15:50.329" v="9443" actId="20577"/>
        <pc:sldMkLst>
          <pc:docMk/>
          <pc:sldMk cId="682351120" sldId="313"/>
        </pc:sldMkLst>
        <pc:spChg chg="mod">
          <ac:chgData name="光汰 齊藤" userId="50845e5bd7423914" providerId="LiveId" clId="{6C757DE9-355C-4ED3-A569-31F5B9354D0F}" dt="2026-09-11T05:29:35.343" v="877"/>
          <ac:spMkLst>
            <pc:docMk/>
            <pc:sldMk cId="682351120" sldId="313"/>
            <ac:spMk id="2" creationId="{30562699-EAA4-91AE-BABB-069799A4C9A5}"/>
          </ac:spMkLst>
        </pc:spChg>
        <pc:spChg chg="add mod">
          <ac:chgData name="光汰 齊藤" userId="50845e5bd7423914" providerId="LiveId" clId="{6C757DE9-355C-4ED3-A569-31F5B9354D0F}" dt="2026-09-11T15:28:42.101" v="7609" actId="207"/>
          <ac:spMkLst>
            <pc:docMk/>
            <pc:sldMk cId="682351120" sldId="313"/>
            <ac:spMk id="6" creationId="{F527E219-10DA-D72A-1E80-DD1A171C7D62}"/>
          </ac:spMkLst>
        </pc:spChg>
        <pc:spChg chg="add mod">
          <ac:chgData name="光汰 齊藤" userId="50845e5bd7423914" providerId="LiveId" clId="{6C757DE9-355C-4ED3-A569-31F5B9354D0F}" dt="2026-09-11T15:27:35.646" v="7605" actId="403"/>
          <ac:spMkLst>
            <pc:docMk/>
            <pc:sldMk cId="682351120" sldId="313"/>
            <ac:spMk id="7" creationId="{4B9ADFE9-7595-2BC9-C7F9-CA4E16973B5D}"/>
          </ac:spMkLst>
        </pc:spChg>
        <pc:spChg chg="add mod">
          <ac:chgData name="光汰 齊藤" userId="50845e5bd7423914" providerId="LiveId" clId="{6C757DE9-355C-4ED3-A569-31F5B9354D0F}" dt="2026-09-11T15:27:48.560" v="7607" actId="403"/>
          <ac:spMkLst>
            <pc:docMk/>
            <pc:sldMk cId="682351120" sldId="313"/>
            <ac:spMk id="9" creationId="{51E91A14-4C2A-B291-9AE6-EB1B04426772}"/>
          </ac:spMkLst>
        </pc:spChg>
        <pc:spChg chg="add mod">
          <ac:chgData name="光汰 齊藤" userId="50845e5bd7423914" providerId="LiveId" clId="{6C757DE9-355C-4ED3-A569-31F5B9354D0F}" dt="2026-09-11T15:28:59.323" v="7613" actId="14100"/>
          <ac:spMkLst>
            <pc:docMk/>
            <pc:sldMk cId="682351120" sldId="313"/>
            <ac:spMk id="10" creationId="{836EBBC4-6F70-B788-37A2-CE4EB47C14AE}"/>
          </ac:spMkLst>
        </pc:spChg>
        <pc:spChg chg="add mod">
          <ac:chgData name="光汰 齊藤" userId="50845e5bd7423914" providerId="LiveId" clId="{6C757DE9-355C-4ED3-A569-31F5B9354D0F}" dt="2026-09-11T15:27:35.646" v="7605" actId="403"/>
          <ac:spMkLst>
            <pc:docMk/>
            <pc:sldMk cId="682351120" sldId="313"/>
            <ac:spMk id="11" creationId="{E062AD5D-D9F5-CAE6-6EE6-28FE52B25505}"/>
          </ac:spMkLst>
        </pc:spChg>
        <pc:spChg chg="add mod">
          <ac:chgData name="光汰 齊藤" userId="50845e5bd7423914" providerId="LiveId" clId="{6C757DE9-355C-4ED3-A569-31F5B9354D0F}" dt="2026-09-11T15:27:48.560" v="7607" actId="403"/>
          <ac:spMkLst>
            <pc:docMk/>
            <pc:sldMk cId="682351120" sldId="313"/>
            <ac:spMk id="13" creationId="{D01105D8-A13F-C270-F774-49A4DDED0FDA}"/>
          </ac:spMkLst>
        </pc:spChg>
        <pc:spChg chg="add mod">
          <ac:chgData name="光汰 齊藤" userId="50845e5bd7423914" providerId="LiveId" clId="{6C757DE9-355C-4ED3-A569-31F5B9354D0F}" dt="2026-09-11T15:30:41.205" v="7621" actId="13822"/>
          <ac:spMkLst>
            <pc:docMk/>
            <pc:sldMk cId="682351120" sldId="313"/>
            <ac:spMk id="16" creationId="{B2AD0FF3-77F6-9072-679C-02F94E04000C}"/>
          </ac:spMkLst>
        </pc:spChg>
        <pc:spChg chg="mod">
          <ac:chgData name="光汰 齊藤" userId="50845e5bd7423914" providerId="LiveId" clId="{6C757DE9-355C-4ED3-A569-31F5B9354D0F}" dt="2026-09-11T05:41:47.462" v="968" actId="164"/>
          <ac:spMkLst>
            <pc:docMk/>
            <pc:sldMk cId="682351120" sldId="313"/>
            <ac:spMk id="37" creationId="{3ABF3F7F-EE47-3E59-E542-EA0AB23426A8}"/>
          </ac:spMkLst>
        </pc:spChg>
        <pc:spChg chg="mod">
          <ac:chgData name="光汰 齊藤" userId="50845e5bd7423914" providerId="LiveId" clId="{6C757DE9-355C-4ED3-A569-31F5B9354D0F}" dt="2026-09-11T05:41:47.462" v="968" actId="164"/>
          <ac:spMkLst>
            <pc:docMk/>
            <pc:sldMk cId="682351120" sldId="313"/>
            <ac:spMk id="42" creationId="{5E011100-DBFE-B296-4A47-FA2AB787E951}"/>
          </ac:spMkLst>
        </pc:spChg>
        <pc:spChg chg="mod">
          <ac:chgData name="光汰 齊藤" userId="50845e5bd7423914" providerId="LiveId" clId="{6C757DE9-355C-4ED3-A569-31F5B9354D0F}" dt="2026-09-11T05:41:47.462" v="968" actId="164"/>
          <ac:spMkLst>
            <pc:docMk/>
            <pc:sldMk cId="682351120" sldId="313"/>
            <ac:spMk id="46" creationId="{198E279E-475D-8470-BEBA-B1327987071E}"/>
          </ac:spMkLst>
        </pc:spChg>
        <pc:spChg chg="mod">
          <ac:chgData name="光汰 齊藤" userId="50845e5bd7423914" providerId="LiveId" clId="{6C757DE9-355C-4ED3-A569-31F5B9354D0F}" dt="2026-09-11T05:41:47.462" v="968" actId="164"/>
          <ac:spMkLst>
            <pc:docMk/>
            <pc:sldMk cId="682351120" sldId="313"/>
            <ac:spMk id="55" creationId="{F50433BF-7267-69F6-604F-1A8E9E4CFA40}"/>
          </ac:spMkLst>
        </pc:spChg>
        <pc:spChg chg="mod">
          <ac:chgData name="光汰 齊藤" userId="50845e5bd7423914" providerId="LiveId" clId="{6C757DE9-355C-4ED3-A569-31F5B9354D0F}" dt="2026-09-11T05:41:47.462" v="968" actId="164"/>
          <ac:spMkLst>
            <pc:docMk/>
            <pc:sldMk cId="682351120" sldId="313"/>
            <ac:spMk id="56" creationId="{1A8BF51A-7840-1A16-19E1-DCF4AFEB90D0}"/>
          </ac:spMkLst>
        </pc:spChg>
        <pc:spChg chg="mod">
          <ac:chgData name="光汰 齊藤" userId="50845e5bd7423914" providerId="LiveId" clId="{6C757DE9-355C-4ED3-A569-31F5B9354D0F}" dt="2026-09-11T05:41:47.462" v="968" actId="164"/>
          <ac:spMkLst>
            <pc:docMk/>
            <pc:sldMk cId="682351120" sldId="313"/>
            <ac:spMk id="58" creationId="{8A8BE97B-3F90-A2DA-3A93-BE37F34BDF94}"/>
          </ac:spMkLst>
        </pc:spChg>
        <pc:spChg chg="mod">
          <ac:chgData name="光汰 齊藤" userId="50845e5bd7423914" providerId="LiveId" clId="{6C757DE9-355C-4ED3-A569-31F5B9354D0F}" dt="2026-09-11T05:41:47.462" v="968" actId="164"/>
          <ac:spMkLst>
            <pc:docMk/>
            <pc:sldMk cId="682351120" sldId="313"/>
            <ac:spMk id="59" creationId="{19298A08-6C09-A748-371D-5D89B717CB74}"/>
          </ac:spMkLst>
        </pc:spChg>
        <pc:spChg chg="mod">
          <ac:chgData name="光汰 齊藤" userId="50845e5bd7423914" providerId="LiveId" clId="{6C757DE9-355C-4ED3-A569-31F5B9354D0F}" dt="2026-09-11T05:41:47.462" v="968" actId="164"/>
          <ac:spMkLst>
            <pc:docMk/>
            <pc:sldMk cId="682351120" sldId="313"/>
            <ac:spMk id="64" creationId="{0046B015-1B8C-D44D-36B0-9E05541F362B}"/>
          </ac:spMkLst>
        </pc:spChg>
        <pc:spChg chg="mod">
          <ac:chgData name="光汰 齊藤" userId="50845e5bd7423914" providerId="LiveId" clId="{6C757DE9-355C-4ED3-A569-31F5B9354D0F}" dt="2026-09-11T05:41:47.462" v="968" actId="164"/>
          <ac:spMkLst>
            <pc:docMk/>
            <pc:sldMk cId="682351120" sldId="313"/>
            <ac:spMk id="65" creationId="{6D5B1C01-7CEF-0694-2A15-034432621793}"/>
          </ac:spMkLst>
        </pc:spChg>
        <pc:spChg chg="mod">
          <ac:chgData name="光汰 齊藤" userId="50845e5bd7423914" providerId="LiveId" clId="{6C757DE9-355C-4ED3-A569-31F5B9354D0F}" dt="2026-09-11T05:41:47.462" v="968" actId="164"/>
          <ac:spMkLst>
            <pc:docMk/>
            <pc:sldMk cId="682351120" sldId="313"/>
            <ac:spMk id="66" creationId="{14CFE632-3F15-5EC4-05BF-44D897A9192E}"/>
          </ac:spMkLst>
        </pc:spChg>
        <pc:grpChg chg="mod">
          <ac:chgData name="光汰 齊藤" userId="50845e5bd7423914" providerId="LiveId" clId="{6C757DE9-355C-4ED3-A569-31F5B9354D0F}" dt="2026-09-11T05:42:15.110" v="970" actId="1076"/>
          <ac:grpSpMkLst>
            <pc:docMk/>
            <pc:sldMk cId="682351120" sldId="313"/>
            <ac:grpSpMk id="5" creationId="{E16B12D5-8955-E136-1C45-31960DF631DF}"/>
          </ac:grpSpMkLst>
        </pc:grpChg>
        <pc:cxnChg chg="add mod">
          <ac:chgData name="光汰 齊藤" userId="50845e5bd7423914" providerId="LiveId" clId="{6C757DE9-355C-4ED3-A569-31F5B9354D0F}" dt="2026-09-11T15:29:48.738" v="7616" actId="17032"/>
          <ac:cxnSpMkLst>
            <pc:docMk/>
            <pc:sldMk cId="682351120" sldId="313"/>
            <ac:cxnSpMk id="14" creationId="{F42C9913-3490-66F3-AA15-6C2FD3983938}"/>
          </ac:cxnSpMkLst>
        </pc:cxnChg>
        <pc:cxnChg chg="add mod">
          <ac:chgData name="光汰 齊藤" userId="50845e5bd7423914" providerId="LiveId" clId="{6C757DE9-355C-4ED3-A569-31F5B9354D0F}" dt="2026-09-11T15:29:59.244" v="7618" actId="1076"/>
          <ac:cxnSpMkLst>
            <pc:docMk/>
            <pc:sldMk cId="682351120" sldId="313"/>
            <ac:cxnSpMk id="15" creationId="{971AF605-A3D9-1E8E-FCF1-B848DC2A525F}"/>
          </ac:cxnSpMkLst>
        </pc:cxnChg>
      </pc:sldChg>
      <pc:sldChg chg="addSp delSp modSp new mod modNotesTx">
        <pc:chgData name="光汰 齊藤" userId="50845e5bd7423914" providerId="LiveId" clId="{6C757DE9-355C-4ED3-A569-31F5B9354D0F}" dt="2026-09-12T03:53:16.293" v="9788" actId="20577"/>
        <pc:sldMkLst>
          <pc:docMk/>
          <pc:sldMk cId="4034522240" sldId="315"/>
        </pc:sldMkLst>
        <pc:spChg chg="mod">
          <ac:chgData name="光汰 齊藤" userId="50845e5bd7423914" providerId="LiveId" clId="{6C757DE9-355C-4ED3-A569-31F5B9354D0F}" dt="2026-09-11T13:42:43.198" v="6165"/>
          <ac:spMkLst>
            <pc:docMk/>
            <pc:sldMk cId="4034522240" sldId="315"/>
            <ac:spMk id="2" creationId="{3E3187AF-53A6-3316-EC1F-7F307167AFCD}"/>
          </ac:spMkLst>
        </pc:spChg>
        <pc:spChg chg="mod">
          <ac:chgData name="光汰 齊藤" userId="50845e5bd7423914" providerId="LiveId" clId="{6C757DE9-355C-4ED3-A569-31F5B9354D0F}" dt="2026-09-11T13:30:44.910" v="6091" actId="790"/>
          <ac:spMkLst>
            <pc:docMk/>
            <pc:sldMk cId="4034522240" sldId="315"/>
            <ac:spMk id="7" creationId="{F3348926-0FE9-A399-7042-C2D175309576}"/>
          </ac:spMkLst>
        </pc:spChg>
        <pc:spChg chg="mod">
          <ac:chgData name="光汰 齊藤" userId="50845e5bd7423914" providerId="LiveId" clId="{6C757DE9-355C-4ED3-A569-31F5B9354D0F}" dt="2026-09-11T13:30:44.910" v="6091" actId="790"/>
          <ac:spMkLst>
            <pc:docMk/>
            <pc:sldMk cId="4034522240" sldId="315"/>
            <ac:spMk id="11" creationId="{CEADEBED-445C-DE66-6919-79CFE9CDC224}"/>
          </ac:spMkLst>
        </pc:spChg>
        <pc:spChg chg="add mod">
          <ac:chgData name="光汰 齊藤" userId="50845e5bd7423914" providerId="LiveId" clId="{6C757DE9-355C-4ED3-A569-31F5B9354D0F}" dt="2026-09-11T13:26:48.141" v="5959" actId="1035"/>
          <ac:spMkLst>
            <pc:docMk/>
            <pc:sldMk cId="4034522240" sldId="315"/>
            <ac:spMk id="51" creationId="{5B984C9F-B969-2057-229F-2C98857E989A}"/>
          </ac:spMkLst>
        </pc:spChg>
        <pc:spChg chg="add mod">
          <ac:chgData name="光汰 齊藤" userId="50845e5bd7423914" providerId="LiveId" clId="{6C757DE9-355C-4ED3-A569-31F5B9354D0F}" dt="2026-09-11T13:26:48.141" v="5959" actId="1035"/>
          <ac:spMkLst>
            <pc:docMk/>
            <pc:sldMk cId="4034522240" sldId="315"/>
            <ac:spMk id="67" creationId="{53918A35-09BA-6A70-3623-F2E69D453932}"/>
          </ac:spMkLst>
        </pc:spChg>
        <pc:spChg chg="mod">
          <ac:chgData name="光汰 齊藤" userId="50845e5bd7423914" providerId="LiveId" clId="{6C757DE9-355C-4ED3-A569-31F5B9354D0F}" dt="2026-09-11T13:30:44.910" v="6091" actId="790"/>
          <ac:spMkLst>
            <pc:docMk/>
            <pc:sldMk cId="4034522240" sldId="315"/>
            <ac:spMk id="73" creationId="{7187536B-F96C-0974-A0F3-8B69F8F5981B}"/>
          </ac:spMkLst>
        </pc:spChg>
        <pc:spChg chg="mod">
          <ac:chgData name="光汰 齊藤" userId="50845e5bd7423914" providerId="LiveId" clId="{6C757DE9-355C-4ED3-A569-31F5B9354D0F}" dt="2026-09-11T13:30:44.910" v="6091" actId="790"/>
          <ac:spMkLst>
            <pc:docMk/>
            <pc:sldMk cId="4034522240" sldId="315"/>
            <ac:spMk id="77" creationId="{87A933C8-DC9D-CE0D-3638-2D70AF1EA101}"/>
          </ac:spMkLst>
        </pc:spChg>
        <pc:spChg chg="add mod">
          <ac:chgData name="光汰 齊藤" userId="50845e5bd7423914" providerId="LiveId" clId="{6C757DE9-355C-4ED3-A569-31F5B9354D0F}" dt="2026-09-11T13:26:48.141" v="5959" actId="1035"/>
          <ac:spMkLst>
            <pc:docMk/>
            <pc:sldMk cId="4034522240" sldId="315"/>
            <ac:spMk id="95" creationId="{C10B1E63-02EC-FDCB-F57E-F9AFBC1D2E8E}"/>
          </ac:spMkLst>
        </pc:spChg>
        <pc:spChg chg="add mod">
          <ac:chgData name="光汰 齊藤" userId="50845e5bd7423914" providerId="LiveId" clId="{6C757DE9-355C-4ED3-A569-31F5B9354D0F}" dt="2026-09-11T13:26:48.141" v="5959" actId="1035"/>
          <ac:spMkLst>
            <pc:docMk/>
            <pc:sldMk cId="4034522240" sldId="315"/>
            <ac:spMk id="113" creationId="{7A18EA87-6529-3B35-4448-1E069A582C4C}"/>
          </ac:spMkLst>
        </pc:spChg>
        <pc:spChg chg="add mod">
          <ac:chgData name="光汰 齊藤" userId="50845e5bd7423914" providerId="LiveId" clId="{6C757DE9-355C-4ED3-A569-31F5B9354D0F}" dt="2026-09-11T13:26:48.141" v="5959" actId="1035"/>
          <ac:spMkLst>
            <pc:docMk/>
            <pc:sldMk cId="4034522240" sldId="315"/>
            <ac:spMk id="115" creationId="{B821663B-33F2-CCE5-814A-15E547A351FA}"/>
          </ac:spMkLst>
        </pc:spChg>
        <pc:spChg chg="add mod">
          <ac:chgData name="光汰 齊藤" userId="50845e5bd7423914" providerId="LiveId" clId="{6C757DE9-355C-4ED3-A569-31F5B9354D0F}" dt="2026-09-11T13:26:48.141" v="5959" actId="1035"/>
          <ac:spMkLst>
            <pc:docMk/>
            <pc:sldMk cId="4034522240" sldId="315"/>
            <ac:spMk id="117" creationId="{89ABEE30-E5F6-87C3-D2F4-DEABEFCE7704}"/>
          </ac:spMkLst>
        </pc:spChg>
        <pc:spChg chg="add mod">
          <ac:chgData name="光汰 齊藤" userId="50845e5bd7423914" providerId="LiveId" clId="{6C757DE9-355C-4ED3-A569-31F5B9354D0F}" dt="2026-09-11T13:26:48.141" v="5959" actId="1035"/>
          <ac:spMkLst>
            <pc:docMk/>
            <pc:sldMk cId="4034522240" sldId="315"/>
            <ac:spMk id="119" creationId="{227DC2A8-C455-9723-63F9-D88F28F3546F}"/>
          </ac:spMkLst>
        </pc:spChg>
        <pc:spChg chg="mod">
          <ac:chgData name="光汰 齊藤" userId="50845e5bd7423914" providerId="LiveId" clId="{6C757DE9-355C-4ED3-A569-31F5B9354D0F}" dt="2026-09-11T13:30:44.910" v="6091" actId="790"/>
          <ac:spMkLst>
            <pc:docMk/>
            <pc:sldMk cId="4034522240" sldId="315"/>
            <ac:spMk id="139" creationId="{EA3F16C6-4DF6-FE4F-70AE-F80B415B10C2}"/>
          </ac:spMkLst>
        </pc:spChg>
        <pc:spChg chg="mod">
          <ac:chgData name="光汰 齊藤" userId="50845e5bd7423914" providerId="LiveId" clId="{6C757DE9-355C-4ED3-A569-31F5B9354D0F}" dt="2026-09-11T13:30:44.910" v="6091" actId="790"/>
          <ac:spMkLst>
            <pc:docMk/>
            <pc:sldMk cId="4034522240" sldId="315"/>
            <ac:spMk id="143" creationId="{CAB7246A-4744-1FAA-E97D-D52CBDF4B548}"/>
          </ac:spMkLst>
        </pc:spChg>
        <pc:spChg chg="add mod">
          <ac:chgData name="光汰 齊藤" userId="50845e5bd7423914" providerId="LiveId" clId="{6C757DE9-355C-4ED3-A569-31F5B9354D0F}" dt="2026-09-11T13:26:48.141" v="5959" actId="1035"/>
          <ac:spMkLst>
            <pc:docMk/>
            <pc:sldMk cId="4034522240" sldId="315"/>
            <ac:spMk id="153" creationId="{CFA11A8B-4960-CCC0-E15C-2D13A9A9AB05}"/>
          </ac:spMkLst>
        </pc:spChg>
        <pc:spChg chg="add mod">
          <ac:chgData name="光汰 齊藤" userId="50845e5bd7423914" providerId="LiveId" clId="{6C757DE9-355C-4ED3-A569-31F5B9354D0F}" dt="2026-09-11T13:26:48.141" v="5959" actId="1035"/>
          <ac:spMkLst>
            <pc:docMk/>
            <pc:sldMk cId="4034522240" sldId="315"/>
            <ac:spMk id="157" creationId="{E0E53822-7B8E-2AB4-160C-FC9BD92C3F46}"/>
          </ac:spMkLst>
        </pc:spChg>
        <pc:spChg chg="add mod">
          <ac:chgData name="光汰 齊藤" userId="50845e5bd7423914" providerId="LiveId" clId="{6C757DE9-355C-4ED3-A569-31F5B9354D0F}" dt="2026-09-11T13:26:48.141" v="5959" actId="1035"/>
          <ac:spMkLst>
            <pc:docMk/>
            <pc:sldMk cId="4034522240" sldId="315"/>
            <ac:spMk id="197" creationId="{64C4490B-33B7-E0E2-1ED4-554C62333351}"/>
          </ac:spMkLst>
        </pc:spChg>
        <pc:spChg chg="mod">
          <ac:chgData name="光汰 齊藤" userId="50845e5bd7423914" providerId="LiveId" clId="{6C757DE9-355C-4ED3-A569-31F5B9354D0F}" dt="2026-09-11T13:30:44.910" v="6091" actId="790"/>
          <ac:spMkLst>
            <pc:docMk/>
            <pc:sldMk cId="4034522240" sldId="315"/>
            <ac:spMk id="209" creationId="{B24D0AC4-1A8F-58DC-3DD2-904DD0DA79D0}"/>
          </ac:spMkLst>
        </pc:spChg>
        <pc:spChg chg="mod">
          <ac:chgData name="光汰 齊藤" userId="50845e5bd7423914" providerId="LiveId" clId="{6C757DE9-355C-4ED3-A569-31F5B9354D0F}" dt="2026-09-11T13:32:43.787" v="6114" actId="14100"/>
          <ac:spMkLst>
            <pc:docMk/>
            <pc:sldMk cId="4034522240" sldId="315"/>
            <ac:spMk id="211" creationId="{E13685EA-85A4-290E-7FFF-4532F2CBA268}"/>
          </ac:spMkLst>
        </pc:spChg>
        <pc:spChg chg="mod">
          <ac:chgData name="光汰 齊藤" userId="50845e5bd7423914" providerId="LiveId" clId="{6C757DE9-355C-4ED3-A569-31F5B9354D0F}" dt="2026-09-11T13:34:46.900" v="6151"/>
          <ac:spMkLst>
            <pc:docMk/>
            <pc:sldMk cId="4034522240" sldId="315"/>
            <ac:spMk id="213" creationId="{F3E15109-8766-2B2C-4273-ED758A362D1E}"/>
          </ac:spMkLst>
        </pc:spChg>
        <pc:spChg chg="mod">
          <ac:chgData name="光汰 齊藤" userId="50845e5bd7423914" providerId="LiveId" clId="{6C757DE9-355C-4ED3-A569-31F5B9354D0F}" dt="2026-09-11T13:32:57.488" v="6118" actId="20577"/>
          <ac:spMkLst>
            <pc:docMk/>
            <pc:sldMk cId="4034522240" sldId="315"/>
            <ac:spMk id="219" creationId="{9E952590-AD1C-99DA-F481-00AC2166688D}"/>
          </ac:spMkLst>
        </pc:spChg>
        <pc:spChg chg="mod">
          <ac:chgData name="光汰 齊藤" userId="50845e5bd7423914" providerId="LiveId" clId="{6C757DE9-355C-4ED3-A569-31F5B9354D0F}" dt="2026-09-12T03:53:16.293" v="9788" actId="20577"/>
          <ac:spMkLst>
            <pc:docMk/>
            <pc:sldMk cId="4034522240" sldId="315"/>
            <ac:spMk id="221" creationId="{14DB4CA5-3BA7-DF79-99EF-9DF27CCDE6D4}"/>
          </ac:spMkLst>
        </pc:spChg>
        <pc:spChg chg="add mod">
          <ac:chgData name="光汰 齊藤" userId="50845e5bd7423914" providerId="LiveId" clId="{6C757DE9-355C-4ED3-A569-31F5B9354D0F}" dt="2026-09-11T13:33:24.027" v="6127" actId="20577"/>
          <ac:spMkLst>
            <pc:docMk/>
            <pc:sldMk cId="4034522240" sldId="315"/>
            <ac:spMk id="229" creationId="{79C789E6-CD8F-E23C-8913-BDC3FCE2B41F}"/>
          </ac:spMkLst>
        </pc:spChg>
        <pc:spChg chg="add mod">
          <ac:chgData name="光汰 齊藤" userId="50845e5bd7423914" providerId="LiveId" clId="{6C757DE9-355C-4ED3-A569-31F5B9354D0F}" dt="2026-09-11T13:42:57.399" v="6167" actId="20577"/>
          <ac:spMkLst>
            <pc:docMk/>
            <pc:sldMk cId="4034522240" sldId="315"/>
            <ac:spMk id="230" creationId="{2E7230DC-B851-C216-920B-2257660EE100}"/>
          </ac:spMkLst>
        </pc:spChg>
      </pc:sldChg>
      <pc:sldChg chg="addSp delSp modSp new mod modNotesTx">
        <pc:chgData name="光汰 齊藤" userId="50845e5bd7423914" providerId="LiveId" clId="{6C757DE9-355C-4ED3-A569-31F5B9354D0F}" dt="2026-09-12T03:16:40.444" v="9502" actId="20577"/>
        <pc:sldMkLst>
          <pc:docMk/>
          <pc:sldMk cId="2129221304" sldId="316"/>
        </pc:sldMkLst>
        <pc:spChg chg="mod">
          <ac:chgData name="光汰 齊藤" userId="50845e5bd7423914" providerId="LiveId" clId="{6C757DE9-355C-4ED3-A569-31F5B9354D0F}" dt="2026-09-11T14:28:43.922" v="6185"/>
          <ac:spMkLst>
            <pc:docMk/>
            <pc:sldMk cId="2129221304" sldId="316"/>
            <ac:spMk id="2" creationId="{59E1EF39-7660-E804-E81B-38D3203E376E}"/>
          </ac:spMkLst>
        </pc:spChg>
        <pc:spChg chg="add mod">
          <ac:chgData name="光汰 齊藤" userId="50845e5bd7423914" providerId="LiveId" clId="{6C757DE9-355C-4ED3-A569-31F5B9354D0F}" dt="2026-09-11T14:38:42.287" v="6458" actId="14100"/>
          <ac:spMkLst>
            <pc:docMk/>
            <pc:sldMk cId="2129221304" sldId="316"/>
            <ac:spMk id="5" creationId="{D1080F94-11A5-7FAE-9561-42BA96681FD8}"/>
          </ac:spMkLst>
        </pc:spChg>
        <pc:spChg chg="add mod">
          <ac:chgData name="光汰 齊藤" userId="50845e5bd7423914" providerId="LiveId" clId="{6C757DE9-355C-4ED3-A569-31F5B9354D0F}" dt="2026-09-11T14:35:33.427" v="6344" actId="20577"/>
          <ac:spMkLst>
            <pc:docMk/>
            <pc:sldMk cId="2129221304" sldId="316"/>
            <ac:spMk id="7" creationId="{8FD66912-CED6-7696-3F0C-A20775E56B72}"/>
          </ac:spMkLst>
        </pc:spChg>
        <pc:spChg chg="add mod">
          <ac:chgData name="光汰 齊藤" userId="50845e5bd7423914" providerId="LiveId" clId="{6C757DE9-355C-4ED3-A569-31F5B9354D0F}" dt="2026-09-11T14:38:52.936" v="6474" actId="1035"/>
          <ac:spMkLst>
            <pc:docMk/>
            <pc:sldMk cId="2129221304" sldId="316"/>
            <ac:spMk id="9" creationId="{0C0ACDC1-C94B-D813-2CBC-76EC7674ACC3}"/>
          </ac:spMkLst>
        </pc:spChg>
        <pc:spChg chg="add mod">
          <ac:chgData name="光汰 齊藤" userId="50845e5bd7423914" providerId="LiveId" clId="{6C757DE9-355C-4ED3-A569-31F5B9354D0F}" dt="2026-09-11T14:38:52.936" v="6474" actId="1035"/>
          <ac:spMkLst>
            <pc:docMk/>
            <pc:sldMk cId="2129221304" sldId="316"/>
            <ac:spMk id="11" creationId="{33EBF3BF-0CC8-78F7-ACF6-AE0AF4E23F1E}"/>
          </ac:spMkLst>
        </pc:spChg>
        <pc:spChg chg="add mod">
          <ac:chgData name="光汰 齊藤" userId="50845e5bd7423914" providerId="LiveId" clId="{6C757DE9-355C-4ED3-A569-31F5B9354D0F}" dt="2026-09-11T14:38:31.735" v="6457" actId="20577"/>
          <ac:spMkLst>
            <pc:docMk/>
            <pc:sldMk cId="2129221304" sldId="316"/>
            <ac:spMk id="13" creationId="{89846D5D-1769-3665-F9B4-E521DA9A7EE5}"/>
          </ac:spMkLst>
        </pc:spChg>
        <pc:spChg chg="add mod">
          <ac:chgData name="光汰 齊藤" userId="50845e5bd7423914" providerId="LiveId" clId="{6C757DE9-355C-4ED3-A569-31F5B9354D0F}" dt="2026-09-11T14:45:27.140" v="7060" actId="1036"/>
          <ac:spMkLst>
            <pc:docMk/>
            <pc:sldMk cId="2129221304" sldId="316"/>
            <ac:spMk id="15" creationId="{31B91A33-BF8B-AE3B-2F03-A9AC628FFB30}"/>
          </ac:spMkLst>
        </pc:spChg>
        <pc:spChg chg="add mod">
          <ac:chgData name="光汰 齊藤" userId="50845e5bd7423914" providerId="LiveId" clId="{6C757DE9-355C-4ED3-A569-31F5B9354D0F}" dt="2026-09-11T14:46:40.612" v="7096" actId="1035"/>
          <ac:spMkLst>
            <pc:docMk/>
            <pc:sldMk cId="2129221304" sldId="316"/>
            <ac:spMk id="17" creationId="{65D4500E-425B-ADCE-713D-370E678D1F62}"/>
          </ac:spMkLst>
        </pc:spChg>
        <pc:spChg chg="add mod">
          <ac:chgData name="光汰 齊藤" userId="50845e5bd7423914" providerId="LiveId" clId="{6C757DE9-355C-4ED3-A569-31F5B9354D0F}" dt="2026-09-11T14:46:43.928" v="7100"/>
          <ac:spMkLst>
            <pc:docMk/>
            <pc:sldMk cId="2129221304" sldId="316"/>
            <ac:spMk id="19" creationId="{459CD66E-D4AE-8A66-488F-78DC91AB84AB}"/>
          </ac:spMkLst>
        </pc:spChg>
        <pc:spChg chg="add mod">
          <ac:chgData name="光汰 齊藤" userId="50845e5bd7423914" providerId="LiveId" clId="{6C757DE9-355C-4ED3-A569-31F5B9354D0F}" dt="2026-09-11T14:45:27.140" v="7060" actId="1036"/>
          <ac:spMkLst>
            <pc:docMk/>
            <pc:sldMk cId="2129221304" sldId="316"/>
            <ac:spMk id="21" creationId="{9E1D8EED-9C93-62EE-1ADA-EBEDED7C472D}"/>
          </ac:spMkLst>
        </pc:spChg>
        <pc:spChg chg="add mod">
          <ac:chgData name="光汰 齊藤" userId="50845e5bd7423914" providerId="LiveId" clId="{6C757DE9-355C-4ED3-A569-31F5B9354D0F}" dt="2026-09-11T14:46:30.162" v="7081" actId="20577"/>
          <ac:spMkLst>
            <pc:docMk/>
            <pc:sldMk cId="2129221304" sldId="316"/>
            <ac:spMk id="23" creationId="{6D9818C0-CB0A-56AD-6E57-0861F86E2BF1}"/>
          </ac:spMkLst>
        </pc:spChg>
        <pc:spChg chg="add mod">
          <ac:chgData name="光汰 齊藤" userId="50845e5bd7423914" providerId="LiveId" clId="{6C757DE9-355C-4ED3-A569-31F5B9354D0F}" dt="2026-09-12T01:51:01.199" v="7969" actId="207"/>
          <ac:spMkLst>
            <pc:docMk/>
            <pc:sldMk cId="2129221304" sldId="316"/>
            <ac:spMk id="25" creationId="{E31AD24D-3AFA-AD82-FEB7-E3675D19B97E}"/>
          </ac:spMkLst>
        </pc:spChg>
      </pc:sldChg>
      <pc:sldChg chg="addSp modSp new mod">
        <pc:chgData name="光汰 齊藤" userId="50845e5bd7423914" providerId="LiveId" clId="{6C757DE9-355C-4ED3-A569-31F5B9354D0F}" dt="2026-09-11T14:47:58.152" v="7204" actId="113"/>
        <pc:sldMkLst>
          <pc:docMk/>
          <pc:sldMk cId="314459443" sldId="319"/>
        </pc:sldMkLst>
        <pc:spChg chg="add mod">
          <ac:chgData name="光汰 齊藤" userId="50845e5bd7423914" providerId="LiveId" clId="{6C757DE9-355C-4ED3-A569-31F5B9354D0F}" dt="2026-09-11T14:47:58.152" v="7204" actId="113"/>
          <ac:spMkLst>
            <pc:docMk/>
            <pc:sldMk cId="314459443" sldId="319"/>
            <ac:spMk id="3" creationId="{8A673C65-F0F0-E1BA-7F5E-BF9ADDD81911}"/>
          </ac:spMkLst>
        </pc:spChg>
      </pc:sldChg>
      <pc:sldChg chg="addSp modSp new mod modNotesTx">
        <pc:chgData name="光汰 齊藤" userId="50845e5bd7423914" providerId="LiveId" clId="{6C757DE9-355C-4ED3-A569-31F5B9354D0F}" dt="2026-09-12T03:16:31.944" v="9493" actId="20577"/>
        <pc:sldMkLst>
          <pc:docMk/>
          <pc:sldMk cId="2005609620" sldId="322"/>
        </pc:sldMkLst>
        <pc:spChg chg="mod">
          <ac:chgData name="光汰 齊藤" userId="50845e5bd7423914" providerId="LiveId" clId="{6C757DE9-355C-4ED3-A569-31F5B9354D0F}" dt="2026-09-12T03:00:53.158" v="8246"/>
          <ac:spMkLst>
            <pc:docMk/>
            <pc:sldMk cId="2005609620" sldId="322"/>
            <ac:spMk id="2" creationId="{F4965C07-10D7-7473-93AC-8DB61A1E9ED1}"/>
          </ac:spMkLst>
        </pc:spChg>
        <pc:spChg chg="add mod">
          <ac:chgData name="光汰 齊藤" userId="50845e5bd7423914" providerId="LiveId" clId="{6C757DE9-355C-4ED3-A569-31F5B9354D0F}" dt="2026-09-12T03:01:35.465" v="8296"/>
          <ac:spMkLst>
            <pc:docMk/>
            <pc:sldMk cId="2005609620" sldId="322"/>
            <ac:spMk id="5" creationId="{C1B6FF00-3A3B-F429-513C-9387C66F98F1}"/>
          </ac:spMkLst>
        </pc:spChg>
        <pc:spChg chg="add mod">
          <ac:chgData name="光汰 齊藤" userId="50845e5bd7423914" providerId="LiveId" clId="{6C757DE9-355C-4ED3-A569-31F5B9354D0F}" dt="2026-09-12T03:02:38.549" v="8448"/>
          <ac:spMkLst>
            <pc:docMk/>
            <pc:sldMk cId="2005609620" sldId="322"/>
            <ac:spMk id="7" creationId="{5C370CC4-DC73-CDB6-2825-892FDFA1C363}"/>
          </ac:spMkLst>
        </pc:spChg>
        <pc:spChg chg="add mod">
          <ac:chgData name="光汰 齊藤" userId="50845e5bd7423914" providerId="LiveId" clId="{6C757DE9-355C-4ED3-A569-31F5B9354D0F}" dt="2026-09-12T03:01:16.602" v="8248" actId="1076"/>
          <ac:spMkLst>
            <pc:docMk/>
            <pc:sldMk cId="2005609620" sldId="322"/>
            <ac:spMk id="9" creationId="{94D511FB-CC64-2B2F-2DD3-70FC10FA942E}"/>
          </ac:spMkLst>
        </pc:spChg>
        <pc:spChg chg="add mod">
          <ac:chgData name="光汰 齊藤" userId="50845e5bd7423914" providerId="LiveId" clId="{6C757DE9-355C-4ED3-A569-31F5B9354D0F}" dt="2026-09-12T03:01:16.602" v="8248" actId="1076"/>
          <ac:spMkLst>
            <pc:docMk/>
            <pc:sldMk cId="2005609620" sldId="322"/>
            <ac:spMk id="11" creationId="{93BDBD52-EA19-045D-1721-613C18D14FA5}"/>
          </ac:spMkLst>
        </pc:spChg>
        <pc:spChg chg="add mod">
          <ac:chgData name="光汰 齊藤" userId="50845e5bd7423914" providerId="LiveId" clId="{6C757DE9-355C-4ED3-A569-31F5B9354D0F}" dt="2026-09-12T03:02:26.419" v="8431"/>
          <ac:spMkLst>
            <pc:docMk/>
            <pc:sldMk cId="2005609620" sldId="322"/>
            <ac:spMk id="12" creationId="{E9B75CFB-F0BA-6EB9-8DFB-9F0EA4BFBBD1}"/>
          </ac:spMkLst>
        </pc:spChg>
        <pc:spChg chg="add mod">
          <ac:chgData name="光汰 齊藤" userId="50845e5bd7423914" providerId="LiveId" clId="{6C757DE9-355C-4ED3-A569-31F5B9354D0F}" dt="2026-09-12T03:04:49.850" v="8683"/>
          <ac:spMkLst>
            <pc:docMk/>
            <pc:sldMk cId="2005609620" sldId="322"/>
            <ac:spMk id="14" creationId="{B433FD89-1ADE-DD9E-3515-FF513B4C414B}"/>
          </ac:spMkLst>
        </pc:spChg>
      </pc:sldChg>
    </pc:docChg>
  </pc:docChgLst>
  <pc:docChgLst>
    <pc:chgData name="光汰 齊藤" userId="50845e5bd7423914" providerId="LiveId" clId="{6CE9B3B8-4FE1-5230-B5E3-C1A3EE15ED22}"/>
    <pc:docChg chg="undo redo custSel addSld delSld modSld sldOrd">
      <pc:chgData name="光汰 齊藤" userId="50845e5bd7423914" providerId="LiveId" clId="{6CE9B3B8-4FE1-5230-B5E3-C1A3EE15ED22}" dt="2026-10-04T02:07:26.488" v="19598" actId="680"/>
      <pc:docMkLst>
        <pc:docMk/>
      </pc:docMkLst>
      <pc:sldChg chg="modSp mod modNotesTx">
        <pc:chgData name="光汰 齊藤" userId="50845e5bd7423914" providerId="LiveId" clId="{6CE9B3B8-4FE1-5230-B5E3-C1A3EE15ED22}" dt="2026-10-04T01:32:14.741" v="19572" actId="20577"/>
        <pc:sldMkLst>
          <pc:docMk/>
          <pc:sldMk cId="338026499" sldId="256"/>
        </pc:sldMkLst>
        <pc:spChg chg="mod">
          <ac:chgData name="光汰 齊藤" userId="50845e5bd7423914" providerId="LiveId" clId="{6CE9B3B8-4FE1-5230-B5E3-C1A3EE15ED22}" dt="2026-10-04T01:29:18.555" v="19510" actId="20577"/>
          <ac:spMkLst>
            <pc:docMk/>
            <pc:sldMk cId="338026499" sldId="256"/>
            <ac:spMk id="2" creationId="{BBAF71C6-17C9-57AB-ECD3-E62D59DC8A04}"/>
          </ac:spMkLst>
        </pc:spChg>
      </pc:sldChg>
      <pc:sldChg chg="addSp delSp modSp mod modNotesTx">
        <pc:chgData name="光汰 齊藤" userId="50845e5bd7423914" providerId="LiveId" clId="{6CE9B3B8-4FE1-5230-B5E3-C1A3EE15ED22}" dt="2026-10-04T01:32:17.819" v="19573" actId="20577"/>
        <pc:sldMkLst>
          <pc:docMk/>
          <pc:sldMk cId="4154883763" sldId="257"/>
        </pc:sldMkLst>
        <pc:spChg chg="add mod">
          <ac:chgData name="光汰 齊藤" userId="50845e5bd7423914" providerId="LiveId" clId="{6CE9B3B8-4FE1-5230-B5E3-C1A3EE15ED22}" dt="2026-09-09T04:22:21.538" v="10150" actId="20577"/>
          <ac:spMkLst>
            <pc:docMk/>
            <pc:sldMk cId="4154883763" sldId="257"/>
            <ac:spMk id="5" creationId="{F0BE491E-0AF2-2FF6-A8B6-AC209FE0B87E}"/>
          </ac:spMkLst>
        </pc:spChg>
      </pc:sldChg>
      <pc:sldChg chg="modSp add del mod ord modShow">
        <pc:chgData name="光汰 齊藤" userId="50845e5bd7423914" providerId="LiveId" clId="{6CE9B3B8-4FE1-5230-B5E3-C1A3EE15ED22}" dt="2026-10-04T01:32:05.499" v="19571" actId="20578"/>
        <pc:sldMkLst>
          <pc:docMk/>
          <pc:sldMk cId="3141176618" sldId="274"/>
        </pc:sldMkLst>
        <pc:spChg chg="mod">
          <ac:chgData name="光汰 齊藤" userId="50845e5bd7423914" providerId="LiveId" clId="{6CE9B3B8-4FE1-5230-B5E3-C1A3EE15ED22}" dt="2026-09-09T09:11:17.681" v="12675"/>
          <ac:spMkLst>
            <pc:docMk/>
            <pc:sldMk cId="3141176618" sldId="274"/>
            <ac:spMk id="3" creationId="{8A4E69F2-E7A6-6A33-C1C3-4EB6E23649AD}"/>
          </ac:spMkLst>
        </pc:spChg>
        <pc:spChg chg="mod">
          <ac:chgData name="光汰 齊藤" userId="50845e5bd7423914" providerId="LiveId" clId="{6CE9B3B8-4FE1-5230-B5E3-C1A3EE15ED22}" dt="2026-09-10T04:45:59.617" v="14780" actId="208"/>
          <ac:spMkLst>
            <pc:docMk/>
            <pc:sldMk cId="3141176618" sldId="274"/>
            <ac:spMk id="7" creationId="{F6DC29CF-E294-A672-DE31-E64B06EA1259}"/>
          </ac:spMkLst>
        </pc:spChg>
        <pc:spChg chg="mod">
          <ac:chgData name="光汰 齊藤" userId="50845e5bd7423914" providerId="LiveId" clId="{6CE9B3B8-4FE1-5230-B5E3-C1A3EE15ED22}" dt="2026-09-10T04:46:18.998" v="14782" actId="207"/>
          <ac:spMkLst>
            <pc:docMk/>
            <pc:sldMk cId="3141176618" sldId="274"/>
            <ac:spMk id="8" creationId="{285F0EF7-8E76-7526-5347-DBAA0A3A08F0}"/>
          </ac:spMkLst>
        </pc:spChg>
        <pc:spChg chg="mod">
          <ac:chgData name="光汰 齊藤" userId="50845e5bd7423914" providerId="LiveId" clId="{6CE9B3B8-4FE1-5230-B5E3-C1A3EE15ED22}" dt="2026-09-10T05:50:43.305" v="15122" actId="20577"/>
          <ac:spMkLst>
            <pc:docMk/>
            <pc:sldMk cId="3141176618" sldId="274"/>
            <ac:spMk id="9" creationId="{9EB02E97-9123-CC8A-7F85-05249294C003}"/>
          </ac:spMkLst>
        </pc:spChg>
        <pc:spChg chg="mod">
          <ac:chgData name="光汰 齊藤" userId="50845e5bd7423914" providerId="LiveId" clId="{6CE9B3B8-4FE1-5230-B5E3-C1A3EE15ED22}" dt="2026-09-10T05:51:02.963" v="15129" actId="207"/>
          <ac:spMkLst>
            <pc:docMk/>
            <pc:sldMk cId="3141176618" sldId="274"/>
            <ac:spMk id="10" creationId="{45194816-83C8-E914-D10B-CF5BB3AA1FF2}"/>
          </ac:spMkLst>
        </pc:spChg>
        <pc:spChg chg="mod">
          <ac:chgData name="光汰 齊藤" userId="50845e5bd7423914" providerId="LiveId" clId="{6CE9B3B8-4FE1-5230-B5E3-C1A3EE15ED22}" dt="2026-09-10T04:45:59.617" v="14780" actId="208"/>
          <ac:spMkLst>
            <pc:docMk/>
            <pc:sldMk cId="3141176618" sldId="274"/>
            <ac:spMk id="11" creationId="{1B6E267C-0DB8-CF94-99DF-800CCA9A5A58}"/>
          </ac:spMkLst>
        </pc:spChg>
        <pc:spChg chg="mod">
          <ac:chgData name="光汰 齊藤" userId="50845e5bd7423914" providerId="LiveId" clId="{6CE9B3B8-4FE1-5230-B5E3-C1A3EE15ED22}" dt="2026-09-10T04:46:18.998" v="14782" actId="207"/>
          <ac:spMkLst>
            <pc:docMk/>
            <pc:sldMk cId="3141176618" sldId="274"/>
            <ac:spMk id="12" creationId="{E3405C53-C4EB-BB75-4DED-6585985BE9D0}"/>
          </ac:spMkLst>
        </pc:spChg>
      </pc:sldChg>
      <pc:sldChg chg="addSp modSp new del mod ord">
        <pc:chgData name="光汰 齊藤" userId="50845e5bd7423914" providerId="LiveId" clId="{6CE9B3B8-4FE1-5230-B5E3-C1A3EE15ED22}" dt="2026-10-04T01:29:24.216" v="19511" actId="2696"/>
        <pc:sldMkLst>
          <pc:docMk/>
          <pc:sldMk cId="2508502882" sldId="287"/>
        </pc:sldMkLst>
      </pc:sldChg>
      <pc:sldChg chg="addSp delSp modSp new add del mod">
        <pc:chgData name="光汰 齊藤" userId="50845e5bd7423914" providerId="LiveId" clId="{6CE9B3B8-4FE1-5230-B5E3-C1A3EE15ED22}" dt="2026-10-04T01:29:45.309" v="19536" actId="2696"/>
        <pc:sldMkLst>
          <pc:docMk/>
          <pc:sldMk cId="825178835" sldId="288"/>
        </pc:sldMkLst>
      </pc:sldChg>
      <pc:sldChg chg="addSp delSp modSp new add del mod ord modShow modNotesTx">
        <pc:chgData name="光汰 齊藤" userId="50845e5bd7423914" providerId="LiveId" clId="{6CE9B3B8-4FE1-5230-B5E3-C1A3EE15ED22}" dt="2026-10-04T01:32:05.499" v="19571" actId="20578"/>
        <pc:sldMkLst>
          <pc:docMk/>
          <pc:sldMk cId="1845202054" sldId="289"/>
        </pc:sldMkLst>
        <pc:spChg chg="mod">
          <ac:chgData name="光汰 齊藤" userId="50845e5bd7423914" providerId="LiveId" clId="{6CE9B3B8-4FE1-5230-B5E3-C1A3EE15ED22}" dt="2026-09-10T03:06:35.647" v="14489" actId="20577"/>
          <ac:spMkLst>
            <pc:docMk/>
            <pc:sldMk cId="1845202054" sldId="289"/>
            <ac:spMk id="2" creationId="{834D5114-4933-017A-51FA-79F0D17C9017}"/>
          </ac:spMkLst>
        </pc:spChg>
        <pc:spChg chg="add mod">
          <ac:chgData name="光汰 齊藤" userId="50845e5bd7423914" providerId="LiveId" clId="{6CE9B3B8-4FE1-5230-B5E3-C1A3EE15ED22}" dt="2026-09-10T06:01:06.398" v="15579" actId="1076"/>
          <ac:spMkLst>
            <pc:docMk/>
            <pc:sldMk cId="1845202054" sldId="289"/>
            <ac:spMk id="4" creationId="{868B797A-D6E7-F29B-D45F-72D1D5FD66A7}"/>
          </ac:spMkLst>
        </pc:spChg>
        <pc:spChg chg="add mod">
          <ac:chgData name="光汰 齊藤" userId="50845e5bd7423914" providerId="LiveId" clId="{6CE9B3B8-4FE1-5230-B5E3-C1A3EE15ED22}" dt="2026-09-10T06:15:01.121" v="15943" actId="164"/>
          <ac:spMkLst>
            <pc:docMk/>
            <pc:sldMk cId="1845202054" sldId="289"/>
            <ac:spMk id="33" creationId="{802445D2-8C83-0672-E2D8-9303AAC8D3F8}"/>
          </ac:spMkLst>
        </pc:spChg>
        <pc:spChg chg="add mod">
          <ac:chgData name="光汰 齊藤" userId="50845e5bd7423914" providerId="LiveId" clId="{6CE9B3B8-4FE1-5230-B5E3-C1A3EE15ED22}" dt="2026-09-10T06:11:47.452" v="15893" actId="164"/>
          <ac:spMkLst>
            <pc:docMk/>
            <pc:sldMk cId="1845202054" sldId="289"/>
            <ac:spMk id="34" creationId="{61000A8F-5260-3C11-F3D4-80D924687E93}"/>
          </ac:spMkLst>
        </pc:spChg>
        <pc:spChg chg="add mod">
          <ac:chgData name="光汰 齊藤" userId="50845e5bd7423914" providerId="LiveId" clId="{6CE9B3B8-4FE1-5230-B5E3-C1A3EE15ED22}" dt="2026-09-10T06:11:52.043" v="15894" actId="164"/>
          <ac:spMkLst>
            <pc:docMk/>
            <pc:sldMk cId="1845202054" sldId="289"/>
            <ac:spMk id="35" creationId="{B373C3E1-9ECF-CC6A-F829-BA56590E3133}"/>
          </ac:spMkLst>
        </pc:spChg>
        <pc:spChg chg="add mod topLvl">
          <ac:chgData name="光汰 齊藤" userId="50845e5bd7423914" providerId="LiveId" clId="{6CE9B3B8-4FE1-5230-B5E3-C1A3EE15ED22}" dt="2026-09-10T06:12:56.136" v="15912" actId="164"/>
          <ac:spMkLst>
            <pc:docMk/>
            <pc:sldMk cId="1845202054" sldId="289"/>
            <ac:spMk id="36" creationId="{B1EFE4B9-1A27-CB5E-E0E0-FEA6A33B01D8}"/>
          </ac:spMkLst>
        </pc:spChg>
        <pc:spChg chg="add mod topLvl">
          <ac:chgData name="光汰 齊藤" userId="50845e5bd7423914" providerId="LiveId" clId="{6CE9B3B8-4FE1-5230-B5E3-C1A3EE15ED22}" dt="2026-09-10T06:16:03.240" v="16060" actId="1076"/>
          <ac:spMkLst>
            <pc:docMk/>
            <pc:sldMk cId="1845202054" sldId="289"/>
            <ac:spMk id="37" creationId="{9914F15F-7A07-4FCD-3479-2FB7ABB72929}"/>
          </ac:spMkLst>
        </pc:spChg>
        <pc:spChg chg="add mod">
          <ac:chgData name="光汰 齊藤" userId="50845e5bd7423914" providerId="LiveId" clId="{6CE9B3B8-4FE1-5230-B5E3-C1A3EE15ED22}" dt="2026-09-10T06:13:18.265" v="15917" actId="164"/>
          <ac:spMkLst>
            <pc:docMk/>
            <pc:sldMk cId="1845202054" sldId="289"/>
            <ac:spMk id="40" creationId="{543F815E-CC02-1B5B-EB08-45D9014419FF}"/>
          </ac:spMkLst>
        </pc:spChg>
        <pc:spChg chg="add mod">
          <ac:chgData name="光汰 齊藤" userId="50845e5bd7423914" providerId="LiveId" clId="{6CE9B3B8-4FE1-5230-B5E3-C1A3EE15ED22}" dt="2026-09-10T06:15:01.121" v="15943" actId="164"/>
          <ac:spMkLst>
            <pc:docMk/>
            <pc:sldMk cId="1845202054" sldId="289"/>
            <ac:spMk id="41" creationId="{F6C60E43-5889-9BD3-F906-F93D4A5E2982}"/>
          </ac:spMkLst>
        </pc:spChg>
        <pc:spChg chg="add mod">
          <ac:chgData name="光汰 齊藤" userId="50845e5bd7423914" providerId="LiveId" clId="{6CE9B3B8-4FE1-5230-B5E3-C1A3EE15ED22}" dt="2026-09-10T06:16:03.240" v="16060" actId="1076"/>
          <ac:spMkLst>
            <pc:docMk/>
            <pc:sldMk cId="1845202054" sldId="289"/>
            <ac:spMk id="42" creationId="{1A93BB47-B73B-AA22-FDD2-73EE18387082}"/>
          </ac:spMkLst>
        </pc:spChg>
        <pc:spChg chg="add mod">
          <ac:chgData name="光汰 齊藤" userId="50845e5bd7423914" providerId="LiveId" clId="{6CE9B3B8-4FE1-5230-B5E3-C1A3EE15ED22}" dt="2026-09-10T06:11:47.452" v="15893" actId="164"/>
          <ac:spMkLst>
            <pc:docMk/>
            <pc:sldMk cId="1845202054" sldId="289"/>
            <ac:spMk id="43" creationId="{F5D2AFBA-2967-01AF-73EE-2824A4ACD1F6}"/>
          </ac:spMkLst>
        </pc:spChg>
        <pc:spChg chg="add mod">
          <ac:chgData name="光汰 齊藤" userId="50845e5bd7423914" providerId="LiveId" clId="{6CE9B3B8-4FE1-5230-B5E3-C1A3EE15ED22}" dt="2026-09-10T06:11:52.043" v="15894" actId="164"/>
          <ac:spMkLst>
            <pc:docMk/>
            <pc:sldMk cId="1845202054" sldId="289"/>
            <ac:spMk id="44" creationId="{F3552AE8-75C6-4F0E-D414-D10FE9898454}"/>
          </ac:spMkLst>
        </pc:spChg>
        <pc:spChg chg="add mod topLvl">
          <ac:chgData name="光汰 齊藤" userId="50845e5bd7423914" providerId="LiveId" clId="{6CE9B3B8-4FE1-5230-B5E3-C1A3EE15ED22}" dt="2026-09-10T06:12:56.136" v="15912" actId="164"/>
          <ac:spMkLst>
            <pc:docMk/>
            <pc:sldMk cId="1845202054" sldId="289"/>
            <ac:spMk id="45" creationId="{A95160E1-4022-7558-BFA2-1043D77FFED9}"/>
          </ac:spMkLst>
        </pc:spChg>
        <pc:spChg chg="add mod topLvl">
          <ac:chgData name="光汰 齊藤" userId="50845e5bd7423914" providerId="LiveId" clId="{6CE9B3B8-4FE1-5230-B5E3-C1A3EE15ED22}" dt="2026-09-10T06:16:03.240" v="16060" actId="1076"/>
          <ac:spMkLst>
            <pc:docMk/>
            <pc:sldMk cId="1845202054" sldId="289"/>
            <ac:spMk id="46" creationId="{EF3B9577-1040-D37F-8B52-E3D279419376}"/>
          </ac:spMkLst>
        </pc:spChg>
        <pc:spChg chg="mod topLvl">
          <ac:chgData name="光汰 齊藤" userId="50845e5bd7423914" providerId="LiveId" clId="{6CE9B3B8-4FE1-5230-B5E3-C1A3EE15ED22}" dt="2026-09-10T06:16:03.240" v="16060" actId="1076"/>
          <ac:spMkLst>
            <pc:docMk/>
            <pc:sldMk cId="1845202054" sldId="289"/>
            <ac:spMk id="55" creationId="{DA2DA8E0-F871-5569-56D7-069F8B9D10F0}"/>
          </ac:spMkLst>
        </pc:spChg>
        <pc:spChg chg="mod topLvl">
          <ac:chgData name="光汰 齊藤" userId="50845e5bd7423914" providerId="LiveId" clId="{6CE9B3B8-4FE1-5230-B5E3-C1A3EE15ED22}" dt="2026-09-10T06:16:03.240" v="16060" actId="1076"/>
          <ac:spMkLst>
            <pc:docMk/>
            <pc:sldMk cId="1845202054" sldId="289"/>
            <ac:spMk id="56" creationId="{27628933-8B61-C324-45B8-D8C345EED12A}"/>
          </ac:spMkLst>
        </pc:spChg>
        <pc:spChg chg="mod topLvl">
          <ac:chgData name="光汰 齊藤" userId="50845e5bd7423914" providerId="LiveId" clId="{6CE9B3B8-4FE1-5230-B5E3-C1A3EE15ED22}" dt="2026-09-10T06:16:03.240" v="16060" actId="1076"/>
          <ac:spMkLst>
            <pc:docMk/>
            <pc:sldMk cId="1845202054" sldId="289"/>
            <ac:spMk id="58" creationId="{6100DF4F-FBA6-96D1-0DE0-004CAFBED060}"/>
          </ac:spMkLst>
        </pc:spChg>
        <pc:spChg chg="mod topLvl">
          <ac:chgData name="光汰 齊藤" userId="50845e5bd7423914" providerId="LiveId" clId="{6CE9B3B8-4FE1-5230-B5E3-C1A3EE15ED22}" dt="2026-09-10T06:16:03.240" v="16060" actId="1076"/>
          <ac:spMkLst>
            <pc:docMk/>
            <pc:sldMk cId="1845202054" sldId="289"/>
            <ac:spMk id="59" creationId="{01B8C80A-428B-AAE1-709E-7ACCD0672F0F}"/>
          </ac:spMkLst>
        </pc:spChg>
        <pc:spChg chg="add mod">
          <ac:chgData name="光汰 齊藤" userId="50845e5bd7423914" providerId="LiveId" clId="{6CE9B3B8-4FE1-5230-B5E3-C1A3EE15ED22}" dt="2026-09-10T06:13:18.265" v="15917" actId="164"/>
          <ac:spMkLst>
            <pc:docMk/>
            <pc:sldMk cId="1845202054" sldId="289"/>
            <ac:spMk id="60" creationId="{E1B6A133-7FD5-3DB0-DC92-EC92E86A2F5D}"/>
          </ac:spMkLst>
        </pc:spChg>
        <pc:spChg chg="add mod">
          <ac:chgData name="光汰 齊藤" userId="50845e5bd7423914" providerId="LiveId" clId="{6CE9B3B8-4FE1-5230-B5E3-C1A3EE15ED22}" dt="2026-09-10T06:16:03.240" v="16060" actId="1076"/>
          <ac:spMkLst>
            <pc:docMk/>
            <pc:sldMk cId="1845202054" sldId="289"/>
            <ac:spMk id="64" creationId="{ABF0D300-58FE-246C-94C4-C9A87DB599A9}"/>
          </ac:spMkLst>
        </pc:spChg>
        <pc:spChg chg="add mod">
          <ac:chgData name="光汰 齊藤" userId="50845e5bd7423914" providerId="LiveId" clId="{6CE9B3B8-4FE1-5230-B5E3-C1A3EE15ED22}" dt="2026-09-10T06:16:03.240" v="16060" actId="1076"/>
          <ac:spMkLst>
            <pc:docMk/>
            <pc:sldMk cId="1845202054" sldId="289"/>
            <ac:spMk id="65" creationId="{1181FEBD-CC92-5832-3FF3-BCA3D92F88CC}"/>
          </ac:spMkLst>
        </pc:spChg>
        <pc:spChg chg="add mod">
          <ac:chgData name="光汰 齊藤" userId="50845e5bd7423914" providerId="LiveId" clId="{6CE9B3B8-4FE1-5230-B5E3-C1A3EE15ED22}" dt="2026-09-10T06:16:39.401" v="16066" actId="2085"/>
          <ac:spMkLst>
            <pc:docMk/>
            <pc:sldMk cId="1845202054" sldId="289"/>
            <ac:spMk id="66" creationId="{D82AF8DB-DE03-A0B9-62DD-0C0ED83AE72C}"/>
          </ac:spMkLst>
        </pc:spChg>
        <pc:spChg chg="add mod">
          <ac:chgData name="光汰 齊藤" userId="50845e5bd7423914" providerId="LiveId" clId="{6CE9B3B8-4FE1-5230-B5E3-C1A3EE15ED22}" dt="2026-09-10T06:22:43.825" v="16449" actId="1076"/>
          <ac:spMkLst>
            <pc:docMk/>
            <pc:sldMk cId="1845202054" sldId="289"/>
            <ac:spMk id="67" creationId="{0051D913-0BDE-36FF-BF5F-81D182A2B9F4}"/>
          </ac:spMkLst>
        </pc:spChg>
        <pc:grpChg chg="add mod">
          <ac:chgData name="光汰 齊藤" userId="50845e5bd7423914" providerId="LiveId" clId="{6CE9B3B8-4FE1-5230-B5E3-C1A3EE15ED22}" dt="2026-09-10T06:16:03.240" v="16060" actId="1076"/>
          <ac:grpSpMkLst>
            <pc:docMk/>
            <pc:sldMk cId="1845202054" sldId="289"/>
            <ac:grpSpMk id="50" creationId="{FBBED2EC-C5E1-244C-E7A1-CF1B947D1794}"/>
          </ac:grpSpMkLst>
        </pc:grpChg>
        <pc:grpChg chg="add mod">
          <ac:chgData name="光汰 齊藤" userId="50845e5bd7423914" providerId="LiveId" clId="{6CE9B3B8-4FE1-5230-B5E3-C1A3EE15ED22}" dt="2026-09-10T06:15:17.176" v="15976" actId="1035"/>
          <ac:grpSpMkLst>
            <pc:docMk/>
            <pc:sldMk cId="1845202054" sldId="289"/>
            <ac:grpSpMk id="51" creationId="{2CD2C800-C186-5A49-8D09-569DD7C7F3AA}"/>
          </ac:grpSpMkLst>
        </pc:grpChg>
        <pc:grpChg chg="add mod">
          <ac:chgData name="光汰 齊藤" userId="50845e5bd7423914" providerId="LiveId" clId="{6CE9B3B8-4FE1-5230-B5E3-C1A3EE15ED22}" dt="2026-09-10T06:15:17.176" v="15976" actId="1035"/>
          <ac:grpSpMkLst>
            <pc:docMk/>
            <pc:sldMk cId="1845202054" sldId="289"/>
            <ac:grpSpMk id="61" creationId="{3294AB52-7584-44A3-97A6-B70EB67333D2}"/>
          </ac:grpSpMkLst>
        </pc:grpChg>
        <pc:grpChg chg="add mod">
          <ac:chgData name="光汰 齊藤" userId="50845e5bd7423914" providerId="LiveId" clId="{6CE9B3B8-4FE1-5230-B5E3-C1A3EE15ED22}" dt="2026-09-10T06:15:54.912" v="16059" actId="1076"/>
          <ac:grpSpMkLst>
            <pc:docMk/>
            <pc:sldMk cId="1845202054" sldId="289"/>
            <ac:grpSpMk id="62" creationId="{7B9FDA9A-5EA0-9420-213D-FC9078BBDD7C}"/>
          </ac:grpSpMkLst>
        </pc:grpChg>
        <pc:grpChg chg="add mod">
          <ac:chgData name="光汰 齊藤" userId="50845e5bd7423914" providerId="LiveId" clId="{6CE9B3B8-4FE1-5230-B5E3-C1A3EE15ED22}" dt="2026-09-10T06:15:04.735" v="15944" actId="1076"/>
          <ac:grpSpMkLst>
            <pc:docMk/>
            <pc:sldMk cId="1845202054" sldId="289"/>
            <ac:grpSpMk id="63" creationId="{3648BF24-3FAB-BFA5-485F-FA15470D207A}"/>
          </ac:grpSpMkLst>
        </pc:grpChg>
      </pc:sldChg>
      <pc:sldChg chg="addSp delSp modSp new add del mod ord modShow">
        <pc:chgData name="光汰 齊藤" userId="50845e5bd7423914" providerId="LiveId" clId="{6CE9B3B8-4FE1-5230-B5E3-C1A3EE15ED22}" dt="2026-10-04T01:32:05.499" v="19571" actId="20578"/>
        <pc:sldMkLst>
          <pc:docMk/>
          <pc:sldMk cId="2319904379" sldId="290"/>
        </pc:sldMkLst>
        <pc:spChg chg="mod">
          <ac:chgData name="光汰 齊藤" userId="50845e5bd7423914" providerId="LiveId" clId="{6CE9B3B8-4FE1-5230-B5E3-C1A3EE15ED22}" dt="2026-09-10T06:23:19.004" v="16468" actId="20577"/>
          <ac:spMkLst>
            <pc:docMk/>
            <pc:sldMk cId="2319904379" sldId="290"/>
            <ac:spMk id="2" creationId="{66197AAF-FB65-F3A6-744A-EBED07B940FD}"/>
          </ac:spMkLst>
        </pc:spChg>
        <pc:spChg chg="add mod">
          <ac:chgData name="光汰 齊藤" userId="50845e5bd7423914" providerId="LiveId" clId="{6CE9B3B8-4FE1-5230-B5E3-C1A3EE15ED22}" dt="2026-09-12T00:17:18.942" v="19028" actId="20577"/>
          <ac:spMkLst>
            <pc:docMk/>
            <pc:sldMk cId="2319904379" sldId="290"/>
            <ac:spMk id="5" creationId="{BB0878C1-F43F-E349-1C70-974104CF240B}"/>
          </ac:spMkLst>
        </pc:spChg>
        <pc:spChg chg="add mod">
          <ac:chgData name="光汰 齊藤" userId="50845e5bd7423914" providerId="LiveId" clId="{6CE9B3B8-4FE1-5230-B5E3-C1A3EE15ED22}" dt="2026-09-12T00:17:03.917" v="19020" actId="1036"/>
          <ac:spMkLst>
            <pc:docMk/>
            <pc:sldMk cId="2319904379" sldId="290"/>
            <ac:spMk id="8" creationId="{AA3D795D-95D0-530F-E010-EE0D97418DDD}"/>
          </ac:spMkLst>
        </pc:spChg>
        <pc:spChg chg="add mod">
          <ac:chgData name="光汰 齊藤" userId="50845e5bd7423914" providerId="LiveId" clId="{6CE9B3B8-4FE1-5230-B5E3-C1A3EE15ED22}" dt="2026-09-12T00:17:03.917" v="19020" actId="1036"/>
          <ac:spMkLst>
            <pc:docMk/>
            <pc:sldMk cId="2319904379" sldId="290"/>
            <ac:spMk id="9" creationId="{AB92605B-61D5-E448-1AF7-4318FABF3E69}"/>
          </ac:spMkLst>
        </pc:spChg>
        <pc:spChg chg="add mod">
          <ac:chgData name="光汰 齊藤" userId="50845e5bd7423914" providerId="LiveId" clId="{6CE9B3B8-4FE1-5230-B5E3-C1A3EE15ED22}" dt="2026-09-12T00:17:03.917" v="19020" actId="1036"/>
          <ac:spMkLst>
            <pc:docMk/>
            <pc:sldMk cId="2319904379" sldId="290"/>
            <ac:spMk id="10" creationId="{1F090B6E-2A48-C183-2DA8-A7472E9A7DCE}"/>
          </ac:spMkLst>
        </pc:spChg>
        <pc:spChg chg="add mod">
          <ac:chgData name="光汰 齊藤" userId="50845e5bd7423914" providerId="LiveId" clId="{6CE9B3B8-4FE1-5230-B5E3-C1A3EE15ED22}" dt="2026-09-12T00:17:03.917" v="19020" actId="1036"/>
          <ac:spMkLst>
            <pc:docMk/>
            <pc:sldMk cId="2319904379" sldId="290"/>
            <ac:spMk id="11" creationId="{156CEDCA-8EC2-5507-BA12-219CBE5E45D9}"/>
          </ac:spMkLst>
        </pc:spChg>
        <pc:spChg chg="add mod">
          <ac:chgData name="光汰 齊藤" userId="50845e5bd7423914" providerId="LiveId" clId="{6CE9B3B8-4FE1-5230-B5E3-C1A3EE15ED22}" dt="2026-09-10T07:03:54.191" v="17358" actId="207"/>
          <ac:spMkLst>
            <pc:docMk/>
            <pc:sldMk cId="2319904379" sldId="290"/>
            <ac:spMk id="12" creationId="{E70DCB3D-6C0C-6A59-84AE-761A345C60EA}"/>
          </ac:spMkLst>
        </pc:spChg>
        <pc:spChg chg="add mod">
          <ac:chgData name="光汰 齊藤" userId="50845e5bd7423914" providerId="LiveId" clId="{6CE9B3B8-4FE1-5230-B5E3-C1A3EE15ED22}" dt="2026-09-12T00:19:37.820" v="19268" actId="14100"/>
          <ac:spMkLst>
            <pc:docMk/>
            <pc:sldMk cId="2319904379" sldId="290"/>
            <ac:spMk id="13" creationId="{EAC0E931-BC76-81E4-F964-4A4093F5133A}"/>
          </ac:spMkLst>
        </pc:spChg>
        <pc:spChg chg="add mod">
          <ac:chgData name="光汰 齊藤" userId="50845e5bd7423914" providerId="LiveId" clId="{6CE9B3B8-4FE1-5230-B5E3-C1A3EE15ED22}" dt="2026-09-12T00:19:26.479" v="19251" actId="1035"/>
          <ac:spMkLst>
            <pc:docMk/>
            <pc:sldMk cId="2319904379" sldId="290"/>
            <ac:spMk id="14" creationId="{81597718-8F15-D586-40EC-803C95E15D49}"/>
          </ac:spMkLst>
        </pc:spChg>
        <pc:spChg chg="add mod">
          <ac:chgData name="光汰 齊藤" userId="50845e5bd7423914" providerId="LiveId" clId="{6CE9B3B8-4FE1-5230-B5E3-C1A3EE15ED22}" dt="2026-09-12T00:18:33.620" v="19221" actId="1076"/>
          <ac:spMkLst>
            <pc:docMk/>
            <pc:sldMk cId="2319904379" sldId="290"/>
            <ac:spMk id="15" creationId="{4E4F10A4-B112-F26C-8191-FAF28D9E31FC}"/>
          </ac:spMkLst>
        </pc:spChg>
        <pc:spChg chg="add mod">
          <ac:chgData name="光汰 齊藤" userId="50845e5bd7423914" providerId="LiveId" clId="{6CE9B3B8-4FE1-5230-B5E3-C1A3EE15ED22}" dt="2026-09-12T04:43:33.502" v="19482" actId="20577"/>
          <ac:spMkLst>
            <pc:docMk/>
            <pc:sldMk cId="2319904379" sldId="290"/>
            <ac:spMk id="18" creationId="{6D60128D-7717-FAB1-B6BC-76BF0955D64B}"/>
          </ac:spMkLst>
        </pc:spChg>
        <pc:spChg chg="add mod">
          <ac:chgData name="光汰 齊藤" userId="50845e5bd7423914" providerId="LiveId" clId="{6CE9B3B8-4FE1-5230-B5E3-C1A3EE15ED22}" dt="2026-09-12T00:19:34.083" v="19267" actId="1035"/>
          <ac:spMkLst>
            <pc:docMk/>
            <pc:sldMk cId="2319904379" sldId="290"/>
            <ac:spMk id="19" creationId="{8DAEEE2E-DDD2-526E-3132-23D9616D26E4}"/>
          </ac:spMkLst>
        </pc:spChg>
        <pc:graphicFrameChg chg="add mod modGraphic">
          <ac:chgData name="光汰 齊藤" userId="50845e5bd7423914" providerId="LiveId" clId="{6CE9B3B8-4FE1-5230-B5E3-C1A3EE15ED22}" dt="2026-09-12T00:21:09.304" v="19289" actId="1076"/>
          <ac:graphicFrameMkLst>
            <pc:docMk/>
            <pc:sldMk cId="2319904379" sldId="290"/>
            <ac:graphicFrameMk id="16" creationId="{68FF1096-C831-6E68-CB7D-4DE3366D71D7}"/>
          </ac:graphicFrameMkLst>
        </pc:graphicFrameChg>
      </pc:sldChg>
      <pc:sldChg chg="addSp delSp modSp new add del mod ord modShow">
        <pc:chgData name="光汰 齊藤" userId="50845e5bd7423914" providerId="LiveId" clId="{6CE9B3B8-4FE1-5230-B5E3-C1A3EE15ED22}" dt="2026-10-04T01:32:05.499" v="19571" actId="20578"/>
        <pc:sldMkLst>
          <pc:docMk/>
          <pc:sldMk cId="1117972738" sldId="291"/>
        </pc:sldMkLst>
        <pc:spChg chg="mod">
          <ac:chgData name="光汰 齊藤" userId="50845e5bd7423914" providerId="LiveId" clId="{6CE9B3B8-4FE1-5230-B5E3-C1A3EE15ED22}" dt="2026-09-09T09:06:55.854" v="12552" actId="20577"/>
          <ac:spMkLst>
            <pc:docMk/>
            <pc:sldMk cId="1117972738" sldId="291"/>
            <ac:spMk id="2" creationId="{DE5F9D73-6512-57D7-A194-404A459A8E3B}"/>
          </ac:spMkLst>
        </pc:spChg>
        <pc:spChg chg="add mod">
          <ac:chgData name="光汰 齊藤" userId="50845e5bd7423914" providerId="LiveId" clId="{6CE9B3B8-4FE1-5230-B5E3-C1A3EE15ED22}" dt="2026-09-10T08:24:47.005" v="18305" actId="1076"/>
          <ac:spMkLst>
            <pc:docMk/>
            <pc:sldMk cId="1117972738" sldId="291"/>
            <ac:spMk id="4" creationId="{FA6B674A-69E8-17AB-2515-F633BABCF3C9}"/>
          </ac:spMkLst>
        </pc:spChg>
        <pc:spChg chg="add mod">
          <ac:chgData name="光汰 齊藤" userId="50845e5bd7423914" providerId="LiveId" clId="{6CE9B3B8-4FE1-5230-B5E3-C1A3EE15ED22}" dt="2026-09-10T08:25:48.223" v="18364" actId="14100"/>
          <ac:spMkLst>
            <pc:docMk/>
            <pc:sldMk cId="1117972738" sldId="291"/>
            <ac:spMk id="10" creationId="{600FC221-20F2-EBB1-B181-8FEB4F89D82E}"/>
          </ac:spMkLst>
        </pc:spChg>
        <pc:spChg chg="mod">
          <ac:chgData name="光汰 齊藤" userId="50845e5bd7423914" providerId="LiveId" clId="{6CE9B3B8-4FE1-5230-B5E3-C1A3EE15ED22}" dt="2026-09-12T00:26:01.802" v="19338" actId="1076"/>
          <ac:spMkLst>
            <pc:docMk/>
            <pc:sldMk cId="1117972738" sldId="291"/>
            <ac:spMk id="13" creationId="{F4CB5D91-2D4B-45D9-C9DA-15C496830A52}"/>
          </ac:spMkLst>
        </pc:spChg>
        <pc:spChg chg="add mod">
          <ac:chgData name="光汰 齊藤" userId="50845e5bd7423914" providerId="LiveId" clId="{6CE9B3B8-4FE1-5230-B5E3-C1A3EE15ED22}" dt="2026-09-10T08:25:43.604" v="18363" actId="1076"/>
          <ac:spMkLst>
            <pc:docMk/>
            <pc:sldMk cId="1117972738" sldId="291"/>
            <ac:spMk id="14" creationId="{DAE75398-13E4-C4C8-87A1-2E89AB0CD46C}"/>
          </ac:spMkLst>
        </pc:spChg>
        <pc:spChg chg="mod">
          <ac:chgData name="光汰 齊藤" userId="50845e5bd7423914" providerId="LiveId" clId="{6CE9B3B8-4FE1-5230-B5E3-C1A3EE15ED22}" dt="2026-09-10T08:25:57.993" v="18388" actId="20577"/>
          <ac:spMkLst>
            <pc:docMk/>
            <pc:sldMk cId="1117972738" sldId="291"/>
            <ac:spMk id="15" creationId="{C9FFC3C8-A31C-D09F-ACBE-1F3F3CA4D95B}"/>
          </ac:spMkLst>
        </pc:spChg>
        <pc:spChg chg="add mod">
          <ac:chgData name="光汰 齊藤" userId="50845e5bd7423914" providerId="LiveId" clId="{6CE9B3B8-4FE1-5230-B5E3-C1A3EE15ED22}" dt="2026-09-10T08:32:39.476" v="18459" actId="1076"/>
          <ac:spMkLst>
            <pc:docMk/>
            <pc:sldMk cId="1117972738" sldId="291"/>
            <ac:spMk id="16" creationId="{5D0D1F29-EA99-79C0-9F16-C05CC074D4DF}"/>
          </ac:spMkLst>
        </pc:spChg>
        <pc:spChg chg="mod">
          <ac:chgData name="光汰 齊藤" userId="50845e5bd7423914" providerId="LiveId" clId="{6CE9B3B8-4FE1-5230-B5E3-C1A3EE15ED22}" dt="2026-09-12T00:26:01.802" v="19338" actId="1076"/>
          <ac:spMkLst>
            <pc:docMk/>
            <pc:sldMk cId="1117972738" sldId="291"/>
            <ac:spMk id="17" creationId="{51B2EFE3-7473-CB03-9998-2C42B446F3EB}"/>
          </ac:spMkLst>
        </pc:spChg>
        <pc:spChg chg="add mod">
          <ac:chgData name="光汰 齊藤" userId="50845e5bd7423914" providerId="LiveId" clId="{6CE9B3B8-4FE1-5230-B5E3-C1A3EE15ED22}" dt="2026-09-10T08:25:18.906" v="18306"/>
          <ac:spMkLst>
            <pc:docMk/>
            <pc:sldMk cId="1117972738" sldId="291"/>
            <ac:spMk id="18" creationId="{22D61288-25D9-DFE9-2BDE-56CBFD08EB49}"/>
          </ac:spMkLst>
        </pc:spChg>
        <pc:spChg chg="add mod">
          <ac:chgData name="光汰 齊藤" userId="50845e5bd7423914" providerId="LiveId" clId="{6CE9B3B8-4FE1-5230-B5E3-C1A3EE15ED22}" dt="2026-09-10T08:34:07.794" v="18708" actId="20577"/>
          <ac:spMkLst>
            <pc:docMk/>
            <pc:sldMk cId="1117972738" sldId="291"/>
            <ac:spMk id="25" creationId="{0B5586C9-8780-A5B6-E6AB-FC51FC7E9B3A}"/>
          </ac:spMkLst>
        </pc:spChg>
        <pc:spChg chg="add mod">
          <ac:chgData name="光汰 齊藤" userId="50845e5bd7423914" providerId="LiveId" clId="{6CE9B3B8-4FE1-5230-B5E3-C1A3EE15ED22}" dt="2026-09-12T00:26:01.802" v="19338" actId="1076"/>
          <ac:spMkLst>
            <pc:docMk/>
            <pc:sldMk cId="1117972738" sldId="291"/>
            <ac:spMk id="26" creationId="{730BD3ED-DAC9-8111-3C9D-01D28483C06D}"/>
          </ac:spMkLst>
        </pc:spChg>
        <pc:spChg chg="mod">
          <ac:chgData name="光汰 齊藤" userId="50845e5bd7423914" providerId="LiveId" clId="{6CE9B3B8-4FE1-5230-B5E3-C1A3EE15ED22}" dt="2026-09-12T00:27:58.098" v="19366" actId="1076"/>
          <ac:spMkLst>
            <pc:docMk/>
            <pc:sldMk cId="1117972738" sldId="291"/>
            <ac:spMk id="34" creationId="{BFE36B60-A3C3-E665-E07B-F05E17755466}"/>
          </ac:spMkLst>
        </pc:spChg>
        <pc:graphicFrameChg chg="add mod modGraphic">
          <ac:chgData name="光汰 齊藤" userId="50845e5bd7423914" providerId="LiveId" clId="{6CE9B3B8-4FE1-5230-B5E3-C1A3EE15ED22}" dt="2026-09-12T00:32:34.019" v="19422" actId="20577"/>
          <ac:graphicFrameMkLst>
            <pc:docMk/>
            <pc:sldMk cId="1117972738" sldId="291"/>
            <ac:graphicFrameMk id="6" creationId="{452087B4-37E3-910C-D48F-4F60C0AC7EEB}"/>
          </ac:graphicFrameMkLst>
        </pc:graphicFrameChg>
        <pc:graphicFrameChg chg="mod modGraphic">
          <ac:chgData name="光汰 齊藤" userId="50845e5bd7423914" providerId="LiveId" clId="{6CE9B3B8-4FE1-5230-B5E3-C1A3EE15ED22}" dt="2026-09-12T00:31:15.969" v="19401" actId="400"/>
          <ac:graphicFrameMkLst>
            <pc:docMk/>
            <pc:sldMk cId="1117972738" sldId="291"/>
            <ac:graphicFrameMk id="32" creationId="{38240ABC-CAB0-F03C-C76A-CE9390E6948F}"/>
          </ac:graphicFrameMkLst>
        </pc:graphicFrameChg>
      </pc:sldChg>
      <pc:sldChg chg="addSp delSp modSp new mod ord modShow">
        <pc:chgData name="光汰 齊藤" userId="50845e5bd7423914" providerId="LiveId" clId="{6CE9B3B8-4FE1-5230-B5E3-C1A3EE15ED22}" dt="2026-10-04T01:32:05.499" v="19571" actId="20578"/>
        <pc:sldMkLst>
          <pc:docMk/>
          <pc:sldMk cId="754461221" sldId="292"/>
        </pc:sldMkLst>
        <pc:spChg chg="mod">
          <ac:chgData name="光汰 齊藤" userId="50845e5bd7423914" providerId="LiveId" clId="{6CE9B3B8-4FE1-5230-B5E3-C1A3EE15ED22}" dt="2026-09-09T09:06:59.851" v="12555" actId="20577"/>
          <ac:spMkLst>
            <pc:docMk/>
            <pc:sldMk cId="754461221" sldId="292"/>
            <ac:spMk id="2" creationId="{357C2715-F2A2-D208-A85D-67860B4ACC4B}"/>
          </ac:spMkLst>
        </pc:spChg>
        <pc:spChg chg="mod">
          <ac:chgData name="光汰 齊藤" userId="50845e5bd7423914" providerId="LiveId" clId="{6CE9B3B8-4FE1-5230-B5E3-C1A3EE15ED22}" dt="2026-09-12T00:33:51.828" v="19435" actId="1076"/>
          <ac:spMkLst>
            <pc:docMk/>
            <pc:sldMk cId="754461221" sldId="292"/>
            <ac:spMk id="6" creationId="{E26C5694-5933-1B36-2CC1-7451CC5C393D}"/>
          </ac:spMkLst>
        </pc:spChg>
        <pc:spChg chg="mod">
          <ac:chgData name="光汰 齊藤" userId="50845e5bd7423914" providerId="LiveId" clId="{6CE9B3B8-4FE1-5230-B5E3-C1A3EE15ED22}" dt="2026-09-12T00:33:49.322" v="19434" actId="14100"/>
          <ac:spMkLst>
            <pc:docMk/>
            <pc:sldMk cId="754461221" sldId="292"/>
            <ac:spMk id="19" creationId="{A7BEC913-DE66-5788-839F-EFFAC40F0493}"/>
          </ac:spMkLst>
        </pc:spChg>
        <pc:spChg chg="mod">
          <ac:chgData name="光汰 齊藤" userId="50845e5bd7423914" providerId="LiveId" clId="{6CE9B3B8-4FE1-5230-B5E3-C1A3EE15ED22}" dt="2026-09-12T00:33:49.322" v="19434" actId="14100"/>
          <ac:spMkLst>
            <pc:docMk/>
            <pc:sldMk cId="754461221" sldId="292"/>
            <ac:spMk id="21" creationId="{552F6B69-D4B6-C2FB-8746-24B85430B8B5}"/>
          </ac:spMkLst>
        </pc:spChg>
        <pc:spChg chg="mod">
          <ac:chgData name="光汰 齊藤" userId="50845e5bd7423914" providerId="LiveId" clId="{6CE9B3B8-4FE1-5230-B5E3-C1A3EE15ED22}" dt="2026-09-12T00:33:26.169" v="19432" actId="20577"/>
          <ac:spMkLst>
            <pc:docMk/>
            <pc:sldMk cId="754461221" sldId="292"/>
            <ac:spMk id="44" creationId="{F0FBBE2A-CD72-D9D3-8138-9E4743223311}"/>
          </ac:spMkLst>
        </pc:spChg>
      </pc:sldChg>
      <pc:sldChg chg="addSp delSp modSp add del mod ord">
        <pc:chgData name="光汰 齊藤" userId="50845e5bd7423914" providerId="LiveId" clId="{6CE9B3B8-4FE1-5230-B5E3-C1A3EE15ED22}" dt="2026-10-04T01:29:46.146" v="19537" actId="2696"/>
        <pc:sldMkLst>
          <pc:docMk/>
          <pc:sldMk cId="4179065817" sldId="293"/>
        </pc:sldMkLst>
      </pc:sldChg>
      <pc:sldChg chg="addSp delSp modSp add del mod ord modShow">
        <pc:chgData name="光汰 齊藤" userId="50845e5bd7423914" providerId="LiveId" clId="{6CE9B3B8-4FE1-5230-B5E3-C1A3EE15ED22}" dt="2026-10-04T01:32:05.499" v="19571" actId="20578"/>
        <pc:sldMkLst>
          <pc:docMk/>
          <pc:sldMk cId="128889613" sldId="294"/>
        </pc:sldMkLst>
        <pc:spChg chg="mod">
          <ac:chgData name="光汰 齊藤" userId="50845e5bd7423914" providerId="LiveId" clId="{6CE9B3B8-4FE1-5230-B5E3-C1A3EE15ED22}" dt="2026-09-09T09:05:37.677" v="12530" actId="20577"/>
          <ac:spMkLst>
            <pc:docMk/>
            <pc:sldMk cId="128889613" sldId="294"/>
            <ac:spMk id="2" creationId="{6688408A-D1E8-02D1-C682-690BF906E10D}"/>
          </ac:spMkLst>
        </pc:spChg>
        <pc:spChg chg="add mod">
          <ac:chgData name="光汰 齊藤" userId="50845e5bd7423914" providerId="LiveId" clId="{6CE9B3B8-4FE1-5230-B5E3-C1A3EE15ED22}" dt="2026-09-09T09:10:02.574" v="12664"/>
          <ac:spMkLst>
            <pc:docMk/>
            <pc:sldMk cId="128889613" sldId="294"/>
            <ac:spMk id="4" creationId="{0435156B-3078-3F5C-A306-7B9D0CF7D2FD}"/>
          </ac:spMkLst>
        </pc:spChg>
        <pc:spChg chg="add mod">
          <ac:chgData name="光汰 齊藤" userId="50845e5bd7423914" providerId="LiveId" clId="{6CE9B3B8-4FE1-5230-B5E3-C1A3EE15ED22}" dt="2026-09-09T09:10:02.574" v="12664"/>
          <ac:spMkLst>
            <pc:docMk/>
            <pc:sldMk cId="128889613" sldId="294"/>
            <ac:spMk id="5" creationId="{4FF200D7-770D-A267-5ED6-C62F0A72921F}"/>
          </ac:spMkLst>
        </pc:spChg>
        <pc:spChg chg="add mod">
          <ac:chgData name="光汰 齊藤" userId="50845e5bd7423914" providerId="LiveId" clId="{6CE9B3B8-4FE1-5230-B5E3-C1A3EE15ED22}" dt="2026-09-09T09:10:02.574" v="12664"/>
          <ac:spMkLst>
            <pc:docMk/>
            <pc:sldMk cId="128889613" sldId="294"/>
            <ac:spMk id="6" creationId="{23779959-645D-6808-5FA5-F07010FBB0E3}"/>
          </ac:spMkLst>
        </pc:spChg>
        <pc:spChg chg="add mod">
          <ac:chgData name="光汰 齊藤" userId="50845e5bd7423914" providerId="LiveId" clId="{6CE9B3B8-4FE1-5230-B5E3-C1A3EE15ED22}" dt="2026-09-09T09:10:02.574" v="12664"/>
          <ac:spMkLst>
            <pc:docMk/>
            <pc:sldMk cId="128889613" sldId="294"/>
            <ac:spMk id="9" creationId="{7C74ED51-067E-71D4-063D-4E9F1EA9220E}"/>
          </ac:spMkLst>
        </pc:spChg>
        <pc:spChg chg="add mod">
          <ac:chgData name="光汰 齊藤" userId="50845e5bd7423914" providerId="LiveId" clId="{6CE9B3B8-4FE1-5230-B5E3-C1A3EE15ED22}" dt="2026-09-09T09:10:02.574" v="12664"/>
          <ac:spMkLst>
            <pc:docMk/>
            <pc:sldMk cId="128889613" sldId="294"/>
            <ac:spMk id="10" creationId="{6F0C8D3E-B1B8-4A6A-CB5D-A04808BDA54E}"/>
          </ac:spMkLst>
        </pc:spChg>
        <pc:spChg chg="add mod">
          <ac:chgData name="光汰 齊藤" userId="50845e5bd7423914" providerId="LiveId" clId="{6CE9B3B8-4FE1-5230-B5E3-C1A3EE15ED22}" dt="2026-09-09T09:10:02.574" v="12664"/>
          <ac:spMkLst>
            <pc:docMk/>
            <pc:sldMk cId="128889613" sldId="294"/>
            <ac:spMk id="11" creationId="{F67A87A1-681D-5682-2697-7BDE82585E59}"/>
          </ac:spMkLst>
        </pc:spChg>
        <pc:spChg chg="add mod">
          <ac:chgData name="光汰 齊藤" userId="50845e5bd7423914" providerId="LiveId" clId="{6CE9B3B8-4FE1-5230-B5E3-C1A3EE15ED22}" dt="2026-09-09T09:10:02.574" v="12664"/>
          <ac:spMkLst>
            <pc:docMk/>
            <pc:sldMk cId="128889613" sldId="294"/>
            <ac:spMk id="12" creationId="{E9C66FE3-F528-54D1-DB55-0BFAAF77A59D}"/>
          </ac:spMkLst>
        </pc:spChg>
        <pc:spChg chg="add mod">
          <ac:chgData name="光汰 齊藤" userId="50845e5bd7423914" providerId="LiveId" clId="{6CE9B3B8-4FE1-5230-B5E3-C1A3EE15ED22}" dt="2026-09-09T09:10:02.574" v="12664"/>
          <ac:spMkLst>
            <pc:docMk/>
            <pc:sldMk cId="128889613" sldId="294"/>
            <ac:spMk id="13" creationId="{8A393CB5-5DC1-C924-FEA9-96DC53C2F24A}"/>
          </ac:spMkLst>
        </pc:spChg>
        <pc:spChg chg="add mod">
          <ac:chgData name="光汰 齊藤" userId="50845e5bd7423914" providerId="LiveId" clId="{6CE9B3B8-4FE1-5230-B5E3-C1A3EE15ED22}" dt="2026-09-09T09:10:02.574" v="12664"/>
          <ac:spMkLst>
            <pc:docMk/>
            <pc:sldMk cId="128889613" sldId="294"/>
            <ac:spMk id="14" creationId="{0DD40778-AFD4-45BA-A1AB-CDEEF3D46AC4}"/>
          </ac:spMkLst>
        </pc:spChg>
        <pc:spChg chg="add mod">
          <ac:chgData name="光汰 齊藤" userId="50845e5bd7423914" providerId="LiveId" clId="{6CE9B3B8-4FE1-5230-B5E3-C1A3EE15ED22}" dt="2026-09-09T09:10:09.053" v="12665"/>
          <ac:spMkLst>
            <pc:docMk/>
            <pc:sldMk cId="128889613" sldId="294"/>
            <ac:spMk id="15" creationId="{6D93B2AC-47C9-E759-BAA6-C856561C267C}"/>
          </ac:spMkLst>
        </pc:spChg>
        <pc:picChg chg="add mod">
          <ac:chgData name="光汰 齊藤" userId="50845e5bd7423914" providerId="LiveId" clId="{6CE9B3B8-4FE1-5230-B5E3-C1A3EE15ED22}" dt="2026-09-09T09:10:02.574" v="12664"/>
          <ac:picMkLst>
            <pc:docMk/>
            <pc:sldMk cId="128889613" sldId="294"/>
            <ac:picMk id="8" creationId="{B4AB1027-7AD4-D633-85C3-AAE269FEC664}"/>
          </ac:picMkLst>
        </pc:picChg>
      </pc:sldChg>
      <pc:sldChg chg="modSp new mod modNotesTx">
        <pc:chgData name="光汰 齊藤" userId="50845e5bd7423914" providerId="LiveId" clId="{6CE9B3B8-4FE1-5230-B5E3-C1A3EE15ED22}" dt="2026-10-04T01:32:23.129" v="19582" actId="20577"/>
        <pc:sldMkLst>
          <pc:docMk/>
          <pc:sldMk cId="902745780" sldId="296"/>
        </pc:sldMkLst>
        <pc:spChg chg="mod">
          <ac:chgData name="光汰 齊藤" userId="50845e5bd7423914" providerId="LiveId" clId="{6CE9B3B8-4FE1-5230-B5E3-C1A3EE15ED22}" dt="2026-09-09T09:07:25.401" v="12629" actId="20577"/>
          <ac:spMkLst>
            <pc:docMk/>
            <pc:sldMk cId="902745780" sldId="296"/>
            <ac:spMk id="2" creationId="{CC5B1D69-8333-18EF-27E9-79E17811FBB1}"/>
          </ac:spMkLst>
        </pc:spChg>
        <pc:spChg chg="mod">
          <ac:chgData name="光汰 齊藤" userId="50845e5bd7423914" providerId="LiveId" clId="{6CE9B3B8-4FE1-5230-B5E3-C1A3EE15ED22}" dt="2026-10-04T01:30:28.783" v="19562" actId="20577"/>
          <ac:spMkLst>
            <pc:docMk/>
            <pc:sldMk cId="902745780" sldId="296"/>
            <ac:spMk id="16" creationId="{FC2B04AB-F4F3-25C0-0A54-D99A699E05CF}"/>
          </ac:spMkLst>
        </pc:spChg>
      </pc:sldChg>
      <pc:sldChg chg="addSp delSp modSp add del mod ord modShow">
        <pc:chgData name="光汰 齊藤" userId="50845e5bd7423914" providerId="LiveId" clId="{6CE9B3B8-4FE1-5230-B5E3-C1A3EE15ED22}" dt="2026-10-04T01:32:05.499" v="19571" actId="20578"/>
        <pc:sldMkLst>
          <pc:docMk/>
          <pc:sldMk cId="1240762161" sldId="302"/>
        </pc:sldMkLst>
        <pc:spChg chg="mod">
          <ac:chgData name="光汰 齊藤" userId="50845e5bd7423914" providerId="LiveId" clId="{6CE9B3B8-4FE1-5230-B5E3-C1A3EE15ED22}" dt="2026-09-10T02:19:58.581" v="13132" actId="20577"/>
          <ac:spMkLst>
            <pc:docMk/>
            <pc:sldMk cId="1240762161" sldId="302"/>
            <ac:spMk id="2" creationId="{5EC0E432-2637-442C-986D-27DBC6BE3E34}"/>
          </ac:spMkLst>
        </pc:spChg>
        <pc:spChg chg="add mod">
          <ac:chgData name="光汰 齊藤" userId="50845e5bd7423914" providerId="LiveId" clId="{6CE9B3B8-4FE1-5230-B5E3-C1A3EE15ED22}" dt="2026-09-12T00:22:47.659" v="19333" actId="1076"/>
          <ac:spMkLst>
            <pc:docMk/>
            <pc:sldMk cId="1240762161" sldId="302"/>
            <ac:spMk id="4" creationId="{E2A8E1E6-12C4-0D70-3093-100BB87B5BEA}"/>
          </ac:spMkLst>
        </pc:spChg>
        <pc:spChg chg="add mod">
          <ac:chgData name="光汰 齊藤" userId="50845e5bd7423914" providerId="LiveId" clId="{6CE9B3B8-4FE1-5230-B5E3-C1A3EE15ED22}" dt="2026-09-12T00:09:55.378" v="18883" actId="207"/>
          <ac:spMkLst>
            <pc:docMk/>
            <pc:sldMk cId="1240762161" sldId="302"/>
            <ac:spMk id="30" creationId="{594AC3A8-EBFD-CD74-A9A3-BA39755F6DE6}"/>
          </ac:spMkLst>
        </pc:spChg>
        <pc:spChg chg="add mod">
          <ac:chgData name="光汰 齊藤" userId="50845e5bd7423914" providerId="LiveId" clId="{6CE9B3B8-4FE1-5230-B5E3-C1A3EE15ED22}" dt="2026-09-10T03:16:26.300" v="14565" actId="1076"/>
          <ac:spMkLst>
            <pc:docMk/>
            <pc:sldMk cId="1240762161" sldId="302"/>
            <ac:spMk id="35" creationId="{EBB34DE9-E2F2-189B-27DD-F7FAE4B792A5}"/>
          </ac:spMkLst>
        </pc:spChg>
        <pc:spChg chg="add mod">
          <ac:chgData name="光汰 齊藤" userId="50845e5bd7423914" providerId="LiveId" clId="{6CE9B3B8-4FE1-5230-B5E3-C1A3EE15ED22}" dt="2026-09-10T02:31:40.089" v="13178" actId="208"/>
          <ac:spMkLst>
            <pc:docMk/>
            <pc:sldMk cId="1240762161" sldId="302"/>
            <ac:spMk id="45" creationId="{1C4671BA-9E59-5A3F-D7A0-2DCFAA667E58}"/>
          </ac:spMkLst>
        </pc:spChg>
        <pc:spChg chg="mod">
          <ac:chgData name="光汰 齊藤" userId="50845e5bd7423914" providerId="LiveId" clId="{6CE9B3B8-4FE1-5230-B5E3-C1A3EE15ED22}" dt="2026-09-10T02:31:40.089" v="13178" actId="208"/>
          <ac:spMkLst>
            <pc:docMk/>
            <pc:sldMk cId="1240762161" sldId="302"/>
            <ac:spMk id="46" creationId="{8EF062F8-39C9-A10A-B766-650A97F2F53A}"/>
          </ac:spMkLst>
        </pc:spChg>
        <pc:spChg chg="add mod">
          <ac:chgData name="光汰 齊藤" userId="50845e5bd7423914" providerId="LiveId" clId="{6CE9B3B8-4FE1-5230-B5E3-C1A3EE15ED22}" dt="2026-09-10T03:16:26.300" v="14565" actId="1076"/>
          <ac:spMkLst>
            <pc:docMk/>
            <pc:sldMk cId="1240762161" sldId="302"/>
            <ac:spMk id="47" creationId="{7A1C0EE3-CF4C-D79D-3CF5-CB4613CC6EFC}"/>
          </ac:spMkLst>
        </pc:spChg>
        <pc:spChg chg="add mod">
          <ac:chgData name="光汰 齊藤" userId="50845e5bd7423914" providerId="LiveId" clId="{6CE9B3B8-4FE1-5230-B5E3-C1A3EE15ED22}" dt="2026-09-10T03:16:26.300" v="14565" actId="1076"/>
          <ac:spMkLst>
            <pc:docMk/>
            <pc:sldMk cId="1240762161" sldId="302"/>
            <ac:spMk id="48" creationId="{B21A783D-58B4-D9CE-EC75-4767615F9804}"/>
          </ac:spMkLst>
        </pc:spChg>
        <pc:spChg chg="add mod">
          <ac:chgData name="光汰 齊藤" userId="50845e5bd7423914" providerId="LiveId" clId="{6CE9B3B8-4FE1-5230-B5E3-C1A3EE15ED22}" dt="2026-09-10T02:32:38.948" v="13192" actId="1076"/>
          <ac:spMkLst>
            <pc:docMk/>
            <pc:sldMk cId="1240762161" sldId="302"/>
            <ac:spMk id="49" creationId="{B34ECF8E-2676-AD55-84F8-F8790D6A30F0}"/>
          </ac:spMkLst>
        </pc:spChg>
        <pc:spChg chg="add mod">
          <ac:chgData name="光汰 齊藤" userId="50845e5bd7423914" providerId="LiveId" clId="{6CE9B3B8-4FE1-5230-B5E3-C1A3EE15ED22}" dt="2026-09-10T03:16:26.300" v="14565" actId="1076"/>
          <ac:spMkLst>
            <pc:docMk/>
            <pc:sldMk cId="1240762161" sldId="302"/>
            <ac:spMk id="50" creationId="{4735CB33-5C4B-CEB8-16AF-038602BDF597}"/>
          </ac:spMkLst>
        </pc:spChg>
        <pc:spChg chg="add mod">
          <ac:chgData name="光汰 齊藤" userId="50845e5bd7423914" providerId="LiveId" clId="{6CE9B3B8-4FE1-5230-B5E3-C1A3EE15ED22}" dt="2026-09-10T02:32:46.225" v="13195" actId="1076"/>
          <ac:spMkLst>
            <pc:docMk/>
            <pc:sldMk cId="1240762161" sldId="302"/>
            <ac:spMk id="51" creationId="{95C84B30-7DCB-01CF-8EB1-5BF1A9667E00}"/>
          </ac:spMkLst>
        </pc:spChg>
        <pc:spChg chg="add mod">
          <ac:chgData name="光汰 齊藤" userId="50845e5bd7423914" providerId="LiveId" clId="{6CE9B3B8-4FE1-5230-B5E3-C1A3EE15ED22}" dt="2026-09-10T03:16:26.300" v="14565" actId="1076"/>
          <ac:spMkLst>
            <pc:docMk/>
            <pc:sldMk cId="1240762161" sldId="302"/>
            <ac:spMk id="52" creationId="{DE9868E9-9CDE-C95A-B269-2034677B7150}"/>
          </ac:spMkLst>
        </pc:spChg>
        <pc:spChg chg="add mod">
          <ac:chgData name="光汰 齊藤" userId="50845e5bd7423914" providerId="LiveId" clId="{6CE9B3B8-4FE1-5230-B5E3-C1A3EE15ED22}" dt="2026-09-10T02:34:29.243" v="13322" actId="1076"/>
          <ac:spMkLst>
            <pc:docMk/>
            <pc:sldMk cId="1240762161" sldId="302"/>
            <ac:spMk id="53" creationId="{FE6D353A-65B3-DE88-B151-50B7F26C3547}"/>
          </ac:spMkLst>
        </pc:spChg>
        <pc:spChg chg="add mod">
          <ac:chgData name="光汰 齊藤" userId="50845e5bd7423914" providerId="LiveId" clId="{6CE9B3B8-4FE1-5230-B5E3-C1A3EE15ED22}" dt="2026-09-10T02:34:55.878" v="13349" actId="20577"/>
          <ac:spMkLst>
            <pc:docMk/>
            <pc:sldMk cId="1240762161" sldId="302"/>
            <ac:spMk id="54" creationId="{63A09ADA-3F9F-728D-825B-3A0C8EB86C24}"/>
          </ac:spMkLst>
        </pc:spChg>
        <pc:spChg chg="add mod">
          <ac:chgData name="光汰 齊藤" userId="50845e5bd7423914" providerId="LiveId" clId="{6CE9B3B8-4FE1-5230-B5E3-C1A3EE15ED22}" dt="2026-09-10T03:16:26.300" v="14565" actId="1076"/>
          <ac:spMkLst>
            <pc:docMk/>
            <pc:sldMk cId="1240762161" sldId="302"/>
            <ac:spMk id="55" creationId="{7B2F8AFA-FA9A-6F8B-A253-93513FCFE25D}"/>
          </ac:spMkLst>
        </pc:spChg>
        <pc:spChg chg="add mod">
          <ac:chgData name="光汰 齊藤" userId="50845e5bd7423914" providerId="LiveId" clId="{6CE9B3B8-4FE1-5230-B5E3-C1A3EE15ED22}" dt="2026-09-12T00:10:12.606" v="18897" actId="1076"/>
          <ac:spMkLst>
            <pc:docMk/>
            <pc:sldMk cId="1240762161" sldId="302"/>
            <ac:spMk id="56" creationId="{7643B543-C71B-9448-2629-A3166CF94173}"/>
          </ac:spMkLst>
        </pc:spChg>
        <pc:spChg chg="add mod">
          <ac:chgData name="光汰 齊藤" userId="50845e5bd7423914" providerId="LiveId" clId="{6CE9B3B8-4FE1-5230-B5E3-C1A3EE15ED22}" dt="2026-09-10T03:16:26.300" v="14565" actId="1076"/>
          <ac:spMkLst>
            <pc:docMk/>
            <pc:sldMk cId="1240762161" sldId="302"/>
            <ac:spMk id="57" creationId="{ECBD08BD-8E79-B604-F449-659F5176C30A}"/>
          </ac:spMkLst>
        </pc:spChg>
        <pc:spChg chg="add mod">
          <ac:chgData name="光汰 齊藤" userId="50845e5bd7423914" providerId="LiveId" clId="{6CE9B3B8-4FE1-5230-B5E3-C1A3EE15ED22}" dt="2026-09-10T03:16:26.300" v="14565" actId="1076"/>
          <ac:spMkLst>
            <pc:docMk/>
            <pc:sldMk cId="1240762161" sldId="302"/>
            <ac:spMk id="58" creationId="{39FD49EE-DF0E-8913-5333-AAEA3076F656}"/>
          </ac:spMkLst>
        </pc:spChg>
        <pc:spChg chg="add mod">
          <ac:chgData name="光汰 齊藤" userId="50845e5bd7423914" providerId="LiveId" clId="{6CE9B3B8-4FE1-5230-B5E3-C1A3EE15ED22}" dt="2026-09-10T03:16:26.300" v="14565" actId="1076"/>
          <ac:spMkLst>
            <pc:docMk/>
            <pc:sldMk cId="1240762161" sldId="302"/>
            <ac:spMk id="59" creationId="{6D9161C4-6F39-ADF7-DCFB-AFC30031EF42}"/>
          </ac:spMkLst>
        </pc:spChg>
        <pc:spChg chg="add mod">
          <ac:chgData name="光汰 齊藤" userId="50845e5bd7423914" providerId="LiveId" clId="{6CE9B3B8-4FE1-5230-B5E3-C1A3EE15ED22}" dt="2026-09-12T00:29:22.562" v="19387" actId="1076"/>
          <ac:spMkLst>
            <pc:docMk/>
            <pc:sldMk cId="1240762161" sldId="302"/>
            <ac:spMk id="65" creationId="{8A854C00-558F-F4FC-C7C1-F017950EBBE7}"/>
          </ac:spMkLst>
        </pc:spChg>
        <pc:spChg chg="add mod">
          <ac:chgData name="光汰 齊藤" userId="50845e5bd7423914" providerId="LiveId" clId="{6CE9B3B8-4FE1-5230-B5E3-C1A3EE15ED22}" dt="2026-09-12T00:22:36.498" v="19330" actId="1076"/>
          <ac:spMkLst>
            <pc:docMk/>
            <pc:sldMk cId="1240762161" sldId="302"/>
            <ac:spMk id="68" creationId="{41B0A02E-AE94-B5F3-2AA4-A8A0DCA41AAC}"/>
          </ac:spMkLst>
        </pc:spChg>
        <pc:spChg chg="add mod">
          <ac:chgData name="光汰 齊藤" userId="50845e5bd7423914" providerId="LiveId" clId="{6CE9B3B8-4FE1-5230-B5E3-C1A3EE15ED22}" dt="2026-09-10T03:44:15.194" v="14671" actId="1076"/>
          <ac:spMkLst>
            <pc:docMk/>
            <pc:sldMk cId="1240762161" sldId="302"/>
            <ac:spMk id="72" creationId="{83E93DA2-4762-6204-7542-2A5E51C9D2F3}"/>
          </ac:spMkLst>
        </pc:spChg>
        <pc:graphicFrameChg chg="add mod modGraphic">
          <ac:chgData name="光汰 齊藤" userId="50845e5bd7423914" providerId="LiveId" clId="{6CE9B3B8-4FE1-5230-B5E3-C1A3EE15ED22}" dt="2026-09-12T00:29:56.066" v="19393" actId="400"/>
          <ac:graphicFrameMkLst>
            <pc:docMk/>
            <pc:sldMk cId="1240762161" sldId="302"/>
            <ac:graphicFrameMk id="6" creationId="{479453D8-B703-3277-066A-A19C9ED7C10A}"/>
          </ac:graphicFrameMkLst>
        </pc:graphicFrameChg>
        <pc:graphicFrameChg chg="add mod modGraphic">
          <ac:chgData name="光汰 齊藤" userId="50845e5bd7423914" providerId="LiveId" clId="{6CE9B3B8-4FE1-5230-B5E3-C1A3EE15ED22}" dt="2026-09-12T00:30:03.287" v="19395" actId="1076"/>
          <ac:graphicFrameMkLst>
            <pc:docMk/>
            <pc:sldMk cId="1240762161" sldId="302"/>
            <ac:graphicFrameMk id="7" creationId="{3616C4F2-89B6-4D89-73C2-27870715C7AE}"/>
          </ac:graphicFrameMkLst>
        </pc:graphicFrameChg>
        <pc:picChg chg="add mod">
          <ac:chgData name="光汰 齊藤" userId="50845e5bd7423914" providerId="LiveId" clId="{6CE9B3B8-4FE1-5230-B5E3-C1A3EE15ED22}" dt="2026-09-12T00:22:38.674" v="19331" actId="1076"/>
          <ac:picMkLst>
            <pc:docMk/>
            <pc:sldMk cId="1240762161" sldId="302"/>
            <ac:picMk id="64" creationId="{355F9CBC-295B-9FC8-25A3-0A9FEB1057E5}"/>
          </ac:picMkLst>
        </pc:picChg>
      </pc:sldChg>
      <pc:sldChg chg="addSp delSp modSp new add del mod ord modShow">
        <pc:chgData name="光汰 齊藤" userId="50845e5bd7423914" providerId="LiveId" clId="{6CE9B3B8-4FE1-5230-B5E3-C1A3EE15ED22}" dt="2026-10-04T01:32:05.499" v="19571" actId="20578"/>
        <pc:sldMkLst>
          <pc:docMk/>
          <pc:sldMk cId="2737113053" sldId="303"/>
        </pc:sldMkLst>
        <pc:spChg chg="mod">
          <ac:chgData name="光汰 齊藤" userId="50845e5bd7423914" providerId="LiveId" clId="{6CE9B3B8-4FE1-5230-B5E3-C1A3EE15ED22}" dt="2026-09-10T03:15:19.304" v="14551" actId="20577"/>
          <ac:spMkLst>
            <pc:docMk/>
            <pc:sldMk cId="2737113053" sldId="303"/>
            <ac:spMk id="2" creationId="{E7D5D690-F2D3-DF1D-21F0-825BA940F687}"/>
          </ac:spMkLst>
        </pc:spChg>
        <pc:spChg chg="add mod">
          <ac:chgData name="光汰 齊藤" userId="50845e5bd7423914" providerId="LiveId" clId="{6CE9B3B8-4FE1-5230-B5E3-C1A3EE15ED22}" dt="2026-09-10T04:38:50.318" v="14768" actId="1076"/>
          <ac:spMkLst>
            <pc:docMk/>
            <pc:sldMk cId="2737113053" sldId="303"/>
            <ac:spMk id="31" creationId="{5FA8F46F-442C-C777-6C77-DCFD231B0E07}"/>
          </ac:spMkLst>
        </pc:spChg>
        <pc:spChg chg="add mod">
          <ac:chgData name="光汰 齊藤" userId="50845e5bd7423914" providerId="LiveId" clId="{6CE9B3B8-4FE1-5230-B5E3-C1A3EE15ED22}" dt="2026-09-10T04:47:52.807" v="14835" actId="1076"/>
          <ac:spMkLst>
            <pc:docMk/>
            <pc:sldMk cId="2737113053" sldId="303"/>
            <ac:spMk id="32" creationId="{2B93061C-5650-E80B-29B7-31D972398AB5}"/>
          </ac:spMkLst>
        </pc:spChg>
        <pc:spChg chg="add mod">
          <ac:chgData name="光汰 齊藤" userId="50845e5bd7423914" providerId="LiveId" clId="{6CE9B3B8-4FE1-5230-B5E3-C1A3EE15ED22}" dt="2026-09-10T04:38:45.068" v="14767" actId="1076"/>
          <ac:spMkLst>
            <pc:docMk/>
            <pc:sldMk cId="2737113053" sldId="303"/>
            <ac:spMk id="33" creationId="{3716818A-E941-E4E6-EADD-C1E704543C70}"/>
          </ac:spMkLst>
        </pc:spChg>
        <pc:spChg chg="add mod">
          <ac:chgData name="光汰 齊藤" userId="50845e5bd7423914" providerId="LiveId" clId="{6CE9B3B8-4FE1-5230-B5E3-C1A3EE15ED22}" dt="2026-09-10T04:38:45.068" v="14767" actId="1076"/>
          <ac:spMkLst>
            <pc:docMk/>
            <pc:sldMk cId="2737113053" sldId="303"/>
            <ac:spMk id="34" creationId="{EB17BE5E-6546-EAB2-0C5B-1DA948DEE33F}"/>
          </ac:spMkLst>
        </pc:spChg>
        <pc:spChg chg="add mod">
          <ac:chgData name="光汰 齊藤" userId="50845e5bd7423914" providerId="LiveId" clId="{6CE9B3B8-4FE1-5230-B5E3-C1A3EE15ED22}" dt="2026-09-10T04:47:38.093" v="14829" actId="14100"/>
          <ac:spMkLst>
            <pc:docMk/>
            <pc:sldMk cId="2737113053" sldId="303"/>
            <ac:spMk id="39" creationId="{B831764D-5983-197F-6E27-B022A1730DA3}"/>
          </ac:spMkLst>
        </pc:spChg>
        <pc:spChg chg="add mod">
          <ac:chgData name="光汰 齊藤" userId="50845e5bd7423914" providerId="LiveId" clId="{6CE9B3B8-4FE1-5230-B5E3-C1A3EE15ED22}" dt="2026-09-10T04:47:38.093" v="14829" actId="14100"/>
          <ac:spMkLst>
            <pc:docMk/>
            <pc:sldMk cId="2737113053" sldId="303"/>
            <ac:spMk id="40" creationId="{19BD875B-9CB2-2329-3137-99715A46DA44}"/>
          </ac:spMkLst>
        </pc:spChg>
        <pc:spChg chg="add mod">
          <ac:chgData name="光汰 齊藤" userId="50845e5bd7423914" providerId="LiveId" clId="{6CE9B3B8-4FE1-5230-B5E3-C1A3EE15ED22}" dt="2026-09-12T00:11:59.085" v="18921" actId="20577"/>
          <ac:spMkLst>
            <pc:docMk/>
            <pc:sldMk cId="2737113053" sldId="303"/>
            <ac:spMk id="41" creationId="{6749CD11-F9A6-16FB-AFE3-7C891995DBA1}"/>
          </ac:spMkLst>
        </pc:spChg>
        <pc:spChg chg="add mod">
          <ac:chgData name="光汰 齊藤" userId="50845e5bd7423914" providerId="LiveId" clId="{6CE9B3B8-4FE1-5230-B5E3-C1A3EE15ED22}" dt="2026-09-10T05:53:34.913" v="15148" actId="1076"/>
          <ac:spMkLst>
            <pc:docMk/>
            <pc:sldMk cId="2737113053" sldId="303"/>
            <ac:spMk id="42" creationId="{41D67812-7CD2-1842-546E-77E046F231BB}"/>
          </ac:spMkLst>
        </pc:spChg>
        <pc:spChg chg="add mod">
          <ac:chgData name="光汰 齊藤" userId="50845e5bd7423914" providerId="LiveId" clId="{6CE9B3B8-4FE1-5230-B5E3-C1A3EE15ED22}" dt="2026-09-12T00:13:09.782" v="18947" actId="14100"/>
          <ac:spMkLst>
            <pc:docMk/>
            <pc:sldMk cId="2737113053" sldId="303"/>
            <ac:spMk id="43" creationId="{2A317DE5-2F75-4EA2-EAB7-55255A7B1472}"/>
          </ac:spMkLst>
        </pc:spChg>
        <pc:spChg chg="add mod">
          <ac:chgData name="光汰 齊藤" userId="50845e5bd7423914" providerId="LiveId" clId="{6CE9B3B8-4FE1-5230-B5E3-C1A3EE15ED22}" dt="2026-09-10T05:53:37.408" v="15149" actId="1076"/>
          <ac:spMkLst>
            <pc:docMk/>
            <pc:sldMk cId="2737113053" sldId="303"/>
            <ac:spMk id="44" creationId="{8641DC2B-028C-75E0-DF40-FAB87DF3F935}"/>
          </ac:spMkLst>
        </pc:spChg>
        <pc:spChg chg="add mod">
          <ac:chgData name="光汰 齊藤" userId="50845e5bd7423914" providerId="LiveId" clId="{6CE9B3B8-4FE1-5230-B5E3-C1A3EE15ED22}" dt="2026-09-10T05:56:28.588" v="15218" actId="1076"/>
          <ac:spMkLst>
            <pc:docMk/>
            <pc:sldMk cId="2737113053" sldId="303"/>
            <ac:spMk id="45" creationId="{EB586243-5E7E-A465-5687-A48D5C9CDC1D}"/>
          </ac:spMkLst>
        </pc:spChg>
        <pc:spChg chg="add mod">
          <ac:chgData name="光汰 齊藤" userId="50845e5bd7423914" providerId="LiveId" clId="{6CE9B3B8-4FE1-5230-B5E3-C1A3EE15ED22}" dt="2026-09-12T00:13:02.533" v="18945" actId="20577"/>
          <ac:spMkLst>
            <pc:docMk/>
            <pc:sldMk cId="2737113053" sldId="303"/>
            <ac:spMk id="46" creationId="{FC158977-053D-000A-7341-5C6DC6091DA0}"/>
          </ac:spMkLst>
        </pc:spChg>
        <pc:spChg chg="add mod">
          <ac:chgData name="光汰 齊藤" userId="50845e5bd7423914" providerId="LiveId" clId="{6CE9B3B8-4FE1-5230-B5E3-C1A3EE15ED22}" dt="2026-09-10T05:58:54.066" v="15318" actId="20577"/>
          <ac:spMkLst>
            <pc:docMk/>
            <pc:sldMk cId="2737113053" sldId="303"/>
            <ac:spMk id="47" creationId="{27F3C52C-ED01-CF65-FEA8-8BAF43F5C727}"/>
          </ac:spMkLst>
        </pc:spChg>
        <pc:spChg chg="add mod">
          <ac:chgData name="光汰 齊藤" userId="50845e5bd7423914" providerId="LiveId" clId="{6CE9B3B8-4FE1-5230-B5E3-C1A3EE15ED22}" dt="2026-09-12T00:13:32.586" v="18954" actId="1037"/>
          <ac:spMkLst>
            <pc:docMk/>
            <pc:sldMk cId="2737113053" sldId="303"/>
            <ac:spMk id="48" creationId="{1F84D813-2BA2-1A53-2AEE-7CE8A94DA4A2}"/>
          </ac:spMkLst>
        </pc:spChg>
        <pc:spChg chg="add mod">
          <ac:chgData name="光汰 齊藤" userId="50845e5bd7423914" providerId="LiveId" clId="{6CE9B3B8-4FE1-5230-B5E3-C1A3EE15ED22}" dt="2026-09-10T05:59:20.113" v="15324" actId="1076"/>
          <ac:spMkLst>
            <pc:docMk/>
            <pc:sldMk cId="2737113053" sldId="303"/>
            <ac:spMk id="49" creationId="{24D30816-D102-02CB-825A-E62561E3C642}"/>
          </ac:spMkLst>
        </pc:spChg>
        <pc:picChg chg="add mod">
          <ac:chgData name="光汰 齊藤" userId="50845e5bd7423914" providerId="LiveId" clId="{6CE9B3B8-4FE1-5230-B5E3-C1A3EE15ED22}" dt="2026-09-10T04:39:08.183" v="14771" actId="1076"/>
          <ac:picMkLst>
            <pc:docMk/>
            <pc:sldMk cId="2737113053" sldId="303"/>
            <ac:picMk id="37" creationId="{C14FF82D-F6A1-5E52-26EF-9F441674D76E}"/>
          </ac:picMkLst>
        </pc:picChg>
        <pc:picChg chg="add mod">
          <ac:chgData name="光汰 齊藤" userId="50845e5bd7423914" providerId="LiveId" clId="{6CE9B3B8-4FE1-5230-B5E3-C1A3EE15ED22}" dt="2026-09-10T04:39:01.298" v="14770" actId="1076"/>
          <ac:picMkLst>
            <pc:docMk/>
            <pc:sldMk cId="2737113053" sldId="303"/>
            <ac:picMk id="38" creationId="{BC9DDA72-3A21-F8B9-37B9-D255B25F9433}"/>
          </ac:picMkLst>
        </pc:picChg>
      </pc:sldChg>
      <pc:sldChg chg="add del mod modShow">
        <pc:chgData name="光汰 齊藤" userId="50845e5bd7423914" providerId="LiveId" clId="{6CE9B3B8-4FE1-5230-B5E3-C1A3EE15ED22}" dt="2026-10-04T01:31:10.386" v="19563" actId="2696"/>
        <pc:sldMkLst>
          <pc:docMk/>
          <pc:sldMk cId="1862812600" sldId="305"/>
        </pc:sldMkLst>
      </pc:sldChg>
      <pc:sldChg chg="modSp add del mod ord modShow">
        <pc:chgData name="光汰 齊藤" userId="50845e5bd7423914" providerId="LiveId" clId="{6CE9B3B8-4FE1-5230-B5E3-C1A3EE15ED22}" dt="2026-10-04T01:32:05.499" v="19571" actId="20578"/>
        <pc:sldMkLst>
          <pc:docMk/>
          <pc:sldMk cId="548788537" sldId="306"/>
        </pc:sldMkLst>
        <pc:spChg chg="mod">
          <ac:chgData name="光汰 齊藤" userId="50845e5bd7423914" providerId="LiveId" clId="{6CE9B3B8-4FE1-5230-B5E3-C1A3EE15ED22}" dt="2026-09-10T04:46:32.985" v="14783" actId="208"/>
          <ac:spMkLst>
            <pc:docMk/>
            <pc:sldMk cId="548788537" sldId="306"/>
            <ac:spMk id="5" creationId="{42733674-57B9-DC58-6153-ED89D243C9DB}"/>
          </ac:spMkLst>
        </pc:spChg>
        <pc:spChg chg="mod">
          <ac:chgData name="光汰 齊藤" userId="50845e5bd7423914" providerId="LiveId" clId="{6CE9B3B8-4FE1-5230-B5E3-C1A3EE15ED22}" dt="2026-09-10T04:46:39.977" v="14784" actId="207"/>
          <ac:spMkLst>
            <pc:docMk/>
            <pc:sldMk cId="548788537" sldId="306"/>
            <ac:spMk id="6" creationId="{89E8E9D6-3354-5D15-F078-1D8EE34E4001}"/>
          </ac:spMkLst>
        </pc:spChg>
        <pc:spChg chg="mod">
          <ac:chgData name="光汰 齊藤" userId="50845e5bd7423914" providerId="LiveId" clId="{6CE9B3B8-4FE1-5230-B5E3-C1A3EE15ED22}" dt="2026-09-10T05:51:19.719" v="15139" actId="207"/>
          <ac:spMkLst>
            <pc:docMk/>
            <pc:sldMk cId="548788537" sldId="306"/>
            <ac:spMk id="9" creationId="{1A557330-59BF-D73E-BC38-FF3434F3FD13}"/>
          </ac:spMkLst>
        </pc:spChg>
        <pc:spChg chg="mod">
          <ac:chgData name="光汰 齊藤" userId="50845e5bd7423914" providerId="LiveId" clId="{6CE9B3B8-4FE1-5230-B5E3-C1A3EE15ED22}" dt="2026-09-10T05:51:24.987" v="15145"/>
          <ac:spMkLst>
            <pc:docMk/>
            <pc:sldMk cId="548788537" sldId="306"/>
            <ac:spMk id="10" creationId="{294B8967-29FC-B3DC-795F-DDEDCF2AF94A}"/>
          </ac:spMkLst>
        </pc:spChg>
        <pc:spChg chg="mod">
          <ac:chgData name="光汰 齊藤" userId="50845e5bd7423914" providerId="LiveId" clId="{6CE9B3B8-4FE1-5230-B5E3-C1A3EE15ED22}" dt="2026-09-10T04:46:32.985" v="14783" actId="208"/>
          <ac:spMkLst>
            <pc:docMk/>
            <pc:sldMk cId="548788537" sldId="306"/>
            <ac:spMk id="11" creationId="{59D4B2FC-D2F6-8054-DFD6-78CE2F5BC29D}"/>
          </ac:spMkLst>
        </pc:spChg>
        <pc:spChg chg="mod">
          <ac:chgData name="光汰 齊藤" userId="50845e5bd7423914" providerId="LiveId" clId="{6CE9B3B8-4FE1-5230-B5E3-C1A3EE15ED22}" dt="2026-09-10T04:46:39.977" v="14784" actId="207"/>
          <ac:spMkLst>
            <pc:docMk/>
            <pc:sldMk cId="548788537" sldId="306"/>
            <ac:spMk id="12" creationId="{B9F12472-AEA4-DDA7-F552-5046FF0F3436}"/>
          </ac:spMkLst>
        </pc:spChg>
      </pc:sldChg>
      <pc:sldChg chg="addSp delSp modSp add del mod ord modShow">
        <pc:chgData name="光汰 齊藤" userId="50845e5bd7423914" providerId="LiveId" clId="{6CE9B3B8-4FE1-5230-B5E3-C1A3EE15ED22}" dt="2026-10-04T01:32:05.499" v="19571" actId="20578"/>
        <pc:sldMkLst>
          <pc:docMk/>
          <pc:sldMk cId="2208643470" sldId="307"/>
        </pc:sldMkLst>
        <pc:spChg chg="mod">
          <ac:chgData name="光汰 齊藤" userId="50845e5bd7423914" providerId="LiveId" clId="{6CE9B3B8-4FE1-5230-B5E3-C1A3EE15ED22}" dt="2026-09-10T06:36:01.611" v="16485" actId="20577"/>
          <ac:spMkLst>
            <pc:docMk/>
            <pc:sldMk cId="2208643470" sldId="307"/>
            <ac:spMk id="2" creationId="{15426E59-E2B3-427A-DD55-5496C8CAC960}"/>
          </ac:spMkLst>
        </pc:spChg>
        <pc:spChg chg="mod">
          <ac:chgData name="光汰 齊藤" userId="50845e5bd7423914" providerId="LiveId" clId="{6CE9B3B8-4FE1-5230-B5E3-C1A3EE15ED22}" dt="2026-09-10T07:49:35.731" v="17901" actId="1076"/>
          <ac:spMkLst>
            <pc:docMk/>
            <pc:sldMk cId="2208643470" sldId="307"/>
            <ac:spMk id="15" creationId="{A0B51D05-73AE-0629-7B47-9F6641115D97}"/>
          </ac:spMkLst>
        </pc:spChg>
        <pc:spChg chg="add mod">
          <ac:chgData name="光汰 齊藤" userId="50845e5bd7423914" providerId="LiveId" clId="{6CE9B3B8-4FE1-5230-B5E3-C1A3EE15ED22}" dt="2026-09-10T08:22:15.409" v="18181" actId="208"/>
          <ac:spMkLst>
            <pc:docMk/>
            <pc:sldMk cId="2208643470" sldId="307"/>
            <ac:spMk id="16" creationId="{D4546335-DDE5-5A3D-B7ED-EC75518BE0D9}"/>
          </ac:spMkLst>
        </pc:spChg>
        <pc:spChg chg="add mod">
          <ac:chgData name="光汰 齊藤" userId="50845e5bd7423914" providerId="LiveId" clId="{6CE9B3B8-4FE1-5230-B5E3-C1A3EE15ED22}" dt="2026-09-10T08:22:09.651" v="18180" actId="207"/>
          <ac:spMkLst>
            <pc:docMk/>
            <pc:sldMk cId="2208643470" sldId="307"/>
            <ac:spMk id="17" creationId="{7D4DECDA-E610-02BC-5D73-D5F1C279B46A}"/>
          </ac:spMkLst>
        </pc:spChg>
        <pc:spChg chg="add mod">
          <ac:chgData name="光汰 齊藤" userId="50845e5bd7423914" providerId="LiveId" clId="{6CE9B3B8-4FE1-5230-B5E3-C1A3EE15ED22}" dt="2026-09-10T08:21:56.843" v="18178" actId="208"/>
          <ac:spMkLst>
            <pc:docMk/>
            <pc:sldMk cId="2208643470" sldId="307"/>
            <ac:spMk id="18" creationId="{1BD81316-B46C-4E5F-3094-517ED91C524F}"/>
          </ac:spMkLst>
        </pc:spChg>
        <pc:spChg chg="add mod">
          <ac:chgData name="光汰 齊藤" userId="50845e5bd7423914" providerId="LiveId" clId="{6CE9B3B8-4FE1-5230-B5E3-C1A3EE15ED22}" dt="2026-09-10T08:10:35.221" v="17907" actId="1076"/>
          <ac:spMkLst>
            <pc:docMk/>
            <pc:sldMk cId="2208643470" sldId="307"/>
            <ac:spMk id="19" creationId="{60D494EF-E04C-422E-1E46-953F479E19FA}"/>
          </ac:spMkLst>
        </pc:spChg>
        <pc:spChg chg="add mod">
          <ac:chgData name="光汰 齊藤" userId="50845e5bd7423914" providerId="LiveId" clId="{6CE9B3B8-4FE1-5230-B5E3-C1A3EE15ED22}" dt="2026-09-10T08:10:35.221" v="17907" actId="1076"/>
          <ac:spMkLst>
            <pc:docMk/>
            <pc:sldMk cId="2208643470" sldId="307"/>
            <ac:spMk id="21" creationId="{07D79530-5CF0-B103-F599-C7772A93E210}"/>
          </ac:spMkLst>
        </pc:spChg>
        <pc:spChg chg="add mod">
          <ac:chgData name="光汰 齊藤" userId="50845e5bd7423914" providerId="LiveId" clId="{6CE9B3B8-4FE1-5230-B5E3-C1A3EE15ED22}" dt="2026-09-10T08:21:07.213" v="18169" actId="208"/>
          <ac:spMkLst>
            <pc:docMk/>
            <pc:sldMk cId="2208643470" sldId="307"/>
            <ac:spMk id="22" creationId="{901CCA82-82EC-4924-7D72-5A5096A4848C}"/>
          </ac:spMkLst>
        </pc:spChg>
        <pc:spChg chg="add mod">
          <ac:chgData name="光汰 齊藤" userId="50845e5bd7423914" providerId="LiveId" clId="{6CE9B3B8-4FE1-5230-B5E3-C1A3EE15ED22}" dt="2026-09-10T08:22:05.057" v="18179" actId="207"/>
          <ac:spMkLst>
            <pc:docMk/>
            <pc:sldMk cId="2208643470" sldId="307"/>
            <ac:spMk id="23" creationId="{BD67F7BF-DC76-2A4E-AC28-614A263DEE2E}"/>
          </ac:spMkLst>
        </pc:spChg>
        <pc:spChg chg="add mod">
          <ac:chgData name="光汰 齊藤" userId="50845e5bd7423914" providerId="LiveId" clId="{6CE9B3B8-4FE1-5230-B5E3-C1A3EE15ED22}" dt="2026-09-10T08:22:05.057" v="18179" actId="207"/>
          <ac:spMkLst>
            <pc:docMk/>
            <pc:sldMk cId="2208643470" sldId="307"/>
            <ac:spMk id="24" creationId="{79631E42-4C86-8A61-708B-BDD7AB2F683B}"/>
          </ac:spMkLst>
        </pc:spChg>
        <pc:spChg chg="add mod">
          <ac:chgData name="光汰 齊藤" userId="50845e5bd7423914" providerId="LiveId" clId="{6CE9B3B8-4FE1-5230-B5E3-C1A3EE15ED22}" dt="2026-09-10T08:22:05.057" v="18179" actId="207"/>
          <ac:spMkLst>
            <pc:docMk/>
            <pc:sldMk cId="2208643470" sldId="307"/>
            <ac:spMk id="25" creationId="{ED8DF4A9-1F75-A9EA-D110-73E85BEAE2CC}"/>
          </ac:spMkLst>
        </pc:spChg>
        <pc:spChg chg="add mod">
          <ac:chgData name="光汰 齊藤" userId="50845e5bd7423914" providerId="LiveId" clId="{6CE9B3B8-4FE1-5230-B5E3-C1A3EE15ED22}" dt="2026-09-10T08:22:05.057" v="18179" actId="207"/>
          <ac:spMkLst>
            <pc:docMk/>
            <pc:sldMk cId="2208643470" sldId="307"/>
            <ac:spMk id="26" creationId="{BAE9B3B3-0F32-7C41-1CDF-6DA886C3582C}"/>
          </ac:spMkLst>
        </pc:spChg>
      </pc:sldChg>
      <pc:sldChg chg="delSp modSp add del mod ord modShow">
        <pc:chgData name="光汰 齊藤" userId="50845e5bd7423914" providerId="LiveId" clId="{6CE9B3B8-4FE1-5230-B5E3-C1A3EE15ED22}" dt="2026-10-04T01:32:05.499" v="19571" actId="20578"/>
        <pc:sldMkLst>
          <pc:docMk/>
          <pc:sldMk cId="2587131814" sldId="308"/>
        </pc:sldMkLst>
        <pc:spChg chg="mod">
          <ac:chgData name="光汰 齊藤" userId="50845e5bd7423914" providerId="LiveId" clId="{6CE9B3B8-4FE1-5230-B5E3-C1A3EE15ED22}" dt="2026-09-10T08:22:22.688" v="18182" actId="208"/>
          <ac:spMkLst>
            <pc:docMk/>
            <pc:sldMk cId="2587131814" sldId="308"/>
            <ac:spMk id="18" creationId="{88DD3EE1-D349-B9CE-9822-3C7BBFD5758F}"/>
          </ac:spMkLst>
        </pc:spChg>
        <pc:spChg chg="mod">
          <ac:chgData name="光汰 齊藤" userId="50845e5bd7423914" providerId="LiveId" clId="{6CE9B3B8-4FE1-5230-B5E3-C1A3EE15ED22}" dt="2026-09-10T08:21:16.894" v="18170" actId="207"/>
          <ac:spMkLst>
            <pc:docMk/>
            <pc:sldMk cId="2587131814" sldId="308"/>
            <ac:spMk id="19" creationId="{1DCE5C55-6DC3-5A89-1370-EA15821CEF45}"/>
          </ac:spMkLst>
        </pc:spChg>
        <pc:spChg chg="mod">
          <ac:chgData name="光汰 齊藤" userId="50845e5bd7423914" providerId="LiveId" clId="{6CE9B3B8-4FE1-5230-B5E3-C1A3EE15ED22}" dt="2026-09-10T08:21:16.894" v="18170" actId="207"/>
          <ac:spMkLst>
            <pc:docMk/>
            <pc:sldMk cId="2587131814" sldId="308"/>
            <ac:spMk id="21" creationId="{61AC4A8E-1435-CB7E-5B6C-36DCCDF0B29D}"/>
          </ac:spMkLst>
        </pc:spChg>
        <pc:spChg chg="mod">
          <ac:chgData name="光汰 齊藤" userId="50845e5bd7423914" providerId="LiveId" clId="{6CE9B3B8-4FE1-5230-B5E3-C1A3EE15ED22}" dt="2026-09-10T08:22:22.688" v="18182" actId="208"/>
          <ac:spMkLst>
            <pc:docMk/>
            <pc:sldMk cId="2587131814" sldId="308"/>
            <ac:spMk id="22" creationId="{598CAF7F-5ABC-DCC8-A536-DC3E366AC013}"/>
          </ac:spMkLst>
        </pc:spChg>
        <pc:spChg chg="mod">
          <ac:chgData name="光汰 齊藤" userId="50845e5bd7423914" providerId="LiveId" clId="{6CE9B3B8-4FE1-5230-B5E3-C1A3EE15ED22}" dt="2026-09-10T08:21:16.894" v="18170" actId="207"/>
          <ac:spMkLst>
            <pc:docMk/>
            <pc:sldMk cId="2587131814" sldId="308"/>
            <ac:spMk id="23" creationId="{3674BADF-9B28-DD5D-7EAA-7F99CF0FFE31}"/>
          </ac:spMkLst>
        </pc:spChg>
      </pc:sldChg>
      <pc:sldChg chg="del">
        <pc:chgData name="光汰 齊藤" userId="50845e5bd7423914" providerId="LiveId" clId="{6CE9B3B8-4FE1-5230-B5E3-C1A3EE15ED22}" dt="2026-10-04T01:31:10.766" v="19564" actId="2696"/>
        <pc:sldMkLst>
          <pc:docMk/>
          <pc:sldMk cId="3641088539" sldId="309"/>
        </pc:sldMkLst>
      </pc:sldChg>
      <pc:sldChg chg="modSp mod ord modShow">
        <pc:chgData name="光汰 齊藤" userId="50845e5bd7423914" providerId="LiveId" clId="{6CE9B3B8-4FE1-5230-B5E3-C1A3EE15ED22}" dt="2026-10-04T01:32:05.499" v="19571" actId="20578"/>
        <pc:sldMkLst>
          <pc:docMk/>
          <pc:sldMk cId="682351120" sldId="313"/>
        </pc:sldMkLst>
        <pc:spChg chg="mod">
          <ac:chgData name="光汰 齊藤" userId="50845e5bd7423914" providerId="LiveId" clId="{6CE9B3B8-4FE1-5230-B5E3-C1A3EE15ED22}" dt="2026-09-12T00:33:00.721" v="19428" actId="1076"/>
          <ac:spMkLst>
            <pc:docMk/>
            <pc:sldMk cId="682351120" sldId="313"/>
            <ac:spMk id="33" creationId="{5164B46F-FBDE-C26A-6AF5-8D06E5DEDB6A}"/>
          </ac:spMkLst>
        </pc:spChg>
      </pc:sldChg>
      <pc:sldChg chg="del">
        <pc:chgData name="光汰 齊藤" userId="50845e5bd7423914" providerId="LiveId" clId="{6CE9B3B8-4FE1-5230-B5E3-C1A3EE15ED22}" dt="2026-10-04T01:31:11.078" v="19565" actId="2696"/>
        <pc:sldMkLst>
          <pc:docMk/>
          <pc:sldMk cId="3033466038" sldId="314"/>
        </pc:sldMkLst>
      </pc:sldChg>
      <pc:sldChg chg="del">
        <pc:chgData name="光汰 齊藤" userId="50845e5bd7423914" providerId="LiveId" clId="{6CE9B3B8-4FE1-5230-B5E3-C1A3EE15ED22}" dt="2026-10-04T01:31:11.959" v="19568" actId="2696"/>
        <pc:sldMkLst>
          <pc:docMk/>
          <pc:sldMk cId="2741414726" sldId="317"/>
        </pc:sldMkLst>
      </pc:sldChg>
      <pc:sldChg chg="addSp modSp new del mod modShow">
        <pc:chgData name="光汰 齊藤" userId="50845e5bd7423914" providerId="LiveId" clId="{6CE9B3B8-4FE1-5230-B5E3-C1A3EE15ED22}" dt="2026-10-04T01:31:11.292" v="19566" actId="2696"/>
        <pc:sldMkLst>
          <pc:docMk/>
          <pc:sldMk cId="3961360075" sldId="320"/>
        </pc:sldMkLst>
      </pc:sldChg>
      <pc:sldChg chg="addSp modSp new del mod modShow">
        <pc:chgData name="光汰 齊藤" userId="50845e5bd7423914" providerId="LiveId" clId="{6CE9B3B8-4FE1-5230-B5E3-C1A3EE15ED22}" dt="2026-10-04T01:31:11.511" v="19567" actId="2696"/>
        <pc:sldMkLst>
          <pc:docMk/>
          <pc:sldMk cId="2643472996" sldId="321"/>
        </pc:sldMkLst>
      </pc:sldChg>
      <pc:sldChg chg="del">
        <pc:chgData name="光汰 齊藤" userId="50845e5bd7423914" providerId="LiveId" clId="{6CE9B3B8-4FE1-5230-B5E3-C1A3EE15ED22}" dt="2026-10-04T02:07:25.308" v="19596" actId="2696"/>
        <pc:sldMkLst>
          <pc:docMk/>
          <pc:sldMk cId="2005609620" sldId="322"/>
        </pc:sldMkLst>
      </pc:sldChg>
      <pc:sldChg chg="modSp new mod">
        <pc:chgData name="光汰 齊藤" userId="50845e5bd7423914" providerId="LiveId" clId="{6CE9B3B8-4FE1-5230-B5E3-C1A3EE15ED22}" dt="2026-10-04T02:07:22.924" v="19595" actId="20577"/>
        <pc:sldMkLst>
          <pc:docMk/>
          <pc:sldMk cId="1666369149" sldId="323"/>
        </pc:sldMkLst>
        <pc:spChg chg="mod">
          <ac:chgData name="光汰 齊藤" userId="50845e5bd7423914" providerId="LiveId" clId="{6CE9B3B8-4FE1-5230-B5E3-C1A3EE15ED22}" dt="2026-10-04T02:07:22.924" v="19595" actId="20577"/>
          <ac:spMkLst>
            <pc:docMk/>
            <pc:sldMk cId="1666369149" sldId="323"/>
            <ac:spMk id="2" creationId="{AD14D1EF-BEB0-79E4-29D3-A187C14C9AA3}"/>
          </ac:spMkLst>
        </pc:spChg>
      </pc:sldChg>
      <pc:sldChg chg="new">
        <pc:chgData name="光汰 齊藤" userId="50845e5bd7423914" providerId="LiveId" clId="{6CE9B3B8-4FE1-5230-B5E3-C1A3EE15ED22}" dt="2026-10-04T02:07:26.188" v="19597" actId="680"/>
        <pc:sldMkLst>
          <pc:docMk/>
          <pc:sldMk cId="3568186872" sldId="324"/>
        </pc:sldMkLst>
      </pc:sldChg>
      <pc:sldChg chg="new">
        <pc:chgData name="光汰 齊藤" userId="50845e5bd7423914" providerId="LiveId" clId="{6CE9B3B8-4FE1-5230-B5E3-C1A3EE15ED22}" dt="2026-10-04T02:07:26.488" v="19598" actId="680"/>
        <pc:sldMkLst>
          <pc:docMk/>
          <pc:sldMk cId="2652212463" sldId="325"/>
        </pc:sldMkLst>
      </pc:sldChg>
    </pc:docChg>
  </pc:docChgLst>
</pc:chgInfo>
</file>

<file path=ppt/copula/notesMasters/_rels/notesMaster1.xml.rels><?xml version='1.0' encoding='UTF-8' standalone='yes'?>
<Relationships xmlns="http://schemas.openxmlformats.org/package/2006/relationships"><Relationship Type="http://schemas.openxmlformats.org/officeDocument/2006/relationships/theme" Target="theme/theme3.xml" Id="R8d575556479f4779"/></Relationships>
</file>

<file path=ppt/copula/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copula/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copula/notesSlides/_rels/notesSlide1.xml.rels><?xml version='1.0' encoding='UTF-8' standalone='yes'?>
<Relationships xmlns="http://schemas.openxmlformats.org/package/2006/relationships"><Relationship Type="http://schemas.openxmlformats.org/officeDocument/2006/relationships/slide" Target="../../slides/slide101.xml" Id="R3f45d78bb0694296"/><Relationship Type="http://schemas.openxmlformats.org/officeDocument/2006/relationships/notesMaster" Target="../notesMasters/notesMaster1.xml" Id="R4c06998240b74b51"/></Relationships>
</file>

<file path=ppt/copula/notesSlides/_rels/notesSlide2.xml.rels><?xml version='1.0' encoding='UTF-8' standalone='yes'?>
<Relationships xmlns="http://schemas.openxmlformats.org/package/2006/relationships"><Relationship Type="http://schemas.openxmlformats.org/officeDocument/2006/relationships/slide" Target="../../slides/slide102.xml" Id="Ra279bf30795f4dc9"/><Relationship Type="http://schemas.openxmlformats.org/officeDocument/2006/relationships/notesMaster" Target="../notesMasters/notesMaster1.xml" Id="R0c4be0af5da04c85"/></Relationships>
</file>

<file path=ppt/copula/notesSlides/_rels/notesSlide3.xml.rels><?xml version='1.0' encoding='UTF-8' standalone='yes'?>
<Relationships xmlns="http://schemas.openxmlformats.org/package/2006/relationships"><Relationship Type="http://schemas.openxmlformats.org/officeDocument/2006/relationships/slide" Target="../../slides/slide103.xml" Id="R790649353f094703"/><Relationship Type="http://schemas.openxmlformats.org/officeDocument/2006/relationships/notesMaster" Target="../notesMasters/notesMaster1.xml" Id="R67471e4b5b5449a1"/></Relationships>
</file>

<file path=ppt/copula/notesSlides/_rels/notesSlide4.xml.rels><?xml version='1.0' encoding='UTF-8' standalone='yes'?>
<Relationships xmlns="http://schemas.openxmlformats.org/package/2006/relationships"><Relationship Type="http://schemas.openxmlformats.org/officeDocument/2006/relationships/slide" Target="../../slides/slide104.xml" Id="R95ba9c53cd654da5"/><Relationship Type="http://schemas.openxmlformats.org/officeDocument/2006/relationships/notesMaster" Target="../notesMasters/notesMaster1.xml" Id="R755542ddeb874304"/></Relationships>
</file>

<file path=ppt/copula/notesSlides/_rels/notesSlide5.xml.rels><?xml version='1.0' encoding='UTF-8' standalone='yes'?>
<Relationships xmlns="http://schemas.openxmlformats.org/package/2006/relationships"><Relationship Type="http://schemas.openxmlformats.org/officeDocument/2006/relationships/slide" Target="../../slides/slide105.xml" Id="R3c01c976b3af4854"/><Relationship Type="http://schemas.openxmlformats.org/officeDocument/2006/relationships/notesMaster" Target="../notesMasters/notesMaster1.xml" Id="R96cc2709ec544949"/></Relationships>
</file>

<file path=ppt/copula/notesSlides/_rels/notesSlide6.xml.rels><?xml version='1.0' encoding='UTF-8' standalone='yes'?>
<Relationships xmlns="http://schemas.openxmlformats.org/package/2006/relationships"><Relationship Type="http://schemas.openxmlformats.org/officeDocument/2006/relationships/slide" Target="../../slides/slide106.xml" Id="Rdd4007b3f6174863"/><Relationship Type="http://schemas.openxmlformats.org/officeDocument/2006/relationships/notesMaster" Target="../notesMasters/notesMaster1.xml" Id="R826186f0d6d84817"/></Relationships>
</file>

<file path=ppt/copula/notesSlides/_rels/notesSlide7.xml.rels><?xml version='1.0' encoding='UTF-8' standalone='yes'?>
<Relationships xmlns="http://schemas.openxmlformats.org/package/2006/relationships"><Relationship Type="http://schemas.openxmlformats.org/officeDocument/2006/relationships/slide" Target="../../slides/slide107.xml" Id="Rb4453c0c937b4f4d"/><Relationship Type="http://schemas.openxmlformats.org/officeDocument/2006/relationships/notesMaster" Target="../notesMasters/notesMaster1.xml" Id="R233d101a09274f2a"/></Relationships>
</file>

<file path=ppt/copula/notesSlides/_rels/notesSlide8.xml.rels><?xml version='1.0' encoding='UTF-8' standalone='yes'?>
<Relationships xmlns="http://schemas.openxmlformats.org/package/2006/relationships"><Relationship Type="http://schemas.openxmlformats.org/officeDocument/2006/relationships/slide" Target="../../slides/slide108.xml" Id="R23fa0a79cb6a44b3"/><Relationship Type="http://schemas.openxmlformats.org/officeDocument/2006/relationships/notesMaster" Target="../notesMasters/notesMaster1.xml" Id="Rcdd68a3eb7fe42b2"/></Relationships>
</file>

<file path=ppt/copula/notesSlides/_rels/notesSlide9.xml.rels><?xml version='1.0' encoding='UTF-8' standalone='yes'?>
<Relationships xmlns="http://schemas.openxmlformats.org/package/2006/relationships"><Relationship Type="http://schemas.openxmlformats.org/officeDocument/2006/relationships/slide" Target="../../slides/slide109.xml" Id="Rbe9a42a52b204808"/><Relationship Type="http://schemas.openxmlformats.org/officeDocument/2006/relationships/notesMaster" Target="../notesMasters/notesMaster1.xml" Id="R67fb373910b64928"/></Relationships>
</file>

<file path=ppt/copula/notesSlides/_rels/notesSlide10.xml.rels><?xml version='1.0' encoding='UTF-8' standalone='yes'?>
<Relationships xmlns="http://schemas.openxmlformats.org/package/2006/relationships"><Relationship Type="http://schemas.openxmlformats.org/officeDocument/2006/relationships/slide" Target="../../slides/slide110.xml" Id="Raa9994eaa3e74325"/><Relationship Type="http://schemas.openxmlformats.org/officeDocument/2006/relationships/notesMaster" Target="../notesMasters/notesMaster1.xml" Id="Recfa7ccaf0c84655"/></Relationships>
</file>

<file path=ppt/copula/notesSlides/_rels/notesSlide11.xml.rels><?xml version='1.0' encoding='UTF-8' standalone='yes'?>
<Relationships xmlns="http://schemas.openxmlformats.org/package/2006/relationships"><Relationship Type="http://schemas.openxmlformats.org/officeDocument/2006/relationships/slide" Target="../../slides/slide111.xml" Id="Rc5419195be86420b"/><Relationship Type="http://schemas.openxmlformats.org/officeDocument/2006/relationships/notesMaster" Target="../notesMasters/notesMaster1.xml" Id="R317de33d95c64699"/></Relationships>
</file>

<file path=ppt/copula/notesSlides/_rels/notesSlide12.xml.rels><?xml version='1.0' encoding='UTF-8' standalone='yes'?>
<Relationships xmlns="http://schemas.openxmlformats.org/package/2006/relationships"><Relationship Type="http://schemas.openxmlformats.org/officeDocument/2006/relationships/slide" Target="../../slides/slide112.xml" Id="Re317fb1aff2a4653"/><Relationship Type="http://schemas.openxmlformats.org/officeDocument/2006/relationships/notesMaster" Target="../notesMasters/notesMaster1.xml" Id="Rc93e84dfe6a04e30"/></Relationships>
</file>

<file path=ppt/copula/notesSlides/_rels/notesSlide13.xml.rels><?xml version='1.0' encoding='UTF-8' standalone='yes'?>
<Relationships xmlns="http://schemas.openxmlformats.org/package/2006/relationships"><Relationship Type="http://schemas.openxmlformats.org/officeDocument/2006/relationships/slide" Target="../../slides/slide113.xml" Id="Rcd6954b2f60b4d39"/><Relationship Type="http://schemas.openxmlformats.org/officeDocument/2006/relationships/notesMaster" Target="../notesMasters/notesMaster1.xml" Id="R6d248fdc2e86441f"/></Relationships>
</file>

<file path=ppt/copula/notesSlides/_rels/notesSlide14.xml.rels><?xml version='1.0' encoding='UTF-8' standalone='yes'?>
<Relationships xmlns="http://schemas.openxmlformats.org/package/2006/relationships"><Relationship Type="http://schemas.openxmlformats.org/officeDocument/2006/relationships/slide" Target="../../slides/slide114.xml" Id="Rfbcb3b9f0d034000"/><Relationship Type="http://schemas.openxmlformats.org/officeDocument/2006/relationships/notesMaster" Target="../notesMasters/notesMaster1.xml" Id="Rab874f6323154215"/></Relationships>
</file>

<file path=ppt/copula/notesSlides/_rels/notesSlide15.xml.rels><?xml version='1.0' encoding='UTF-8' standalone='yes'?>
<Relationships xmlns="http://schemas.openxmlformats.org/package/2006/relationships"><Relationship Type="http://schemas.openxmlformats.org/officeDocument/2006/relationships/slide" Target="../../slides/slide115.xml" Id="Rc0516c6fd5944472"/><Relationship Type="http://schemas.openxmlformats.org/officeDocument/2006/relationships/notesMaster" Target="../notesMasters/notesMaster1.xml" Id="R2e709e0822c640af"/></Relationships>
</file>

<file path=ppt/copula/notesSlides/_rels/notesSlide16.xml.rels><?xml version='1.0' encoding='UTF-8' standalone='yes'?>
<Relationships xmlns="http://schemas.openxmlformats.org/package/2006/relationships"><Relationship Type="http://schemas.openxmlformats.org/officeDocument/2006/relationships/slide" Target="../../slides/slide116.xml" Id="R31e7b70fdfc84eb0"/><Relationship Type="http://schemas.openxmlformats.org/officeDocument/2006/relationships/notesMaster" Target="../notesMasters/notesMaster1.xml" Id="R0c096874fced4488"/></Relationships>
</file>

<file path=ppt/copula/notesSlides/_rels/notesSlide17.xml.rels><?xml version='1.0' encoding='UTF-8' standalone='yes'?>
<Relationships xmlns="http://schemas.openxmlformats.org/package/2006/relationships"><Relationship Type="http://schemas.openxmlformats.org/officeDocument/2006/relationships/slide" Target="../../slides/slide117.xml" Id="Re59151d66de34112"/><Relationship Type="http://schemas.openxmlformats.org/officeDocument/2006/relationships/notesMaster" Target="../notesMasters/notesMaster1.xml" Id="Refb1900905c54120"/></Relationships>
</file>

<file path=ppt/copula/notesSlides/_rels/notesSlide18.xml.rels><?xml version='1.0' encoding='UTF-8' standalone='yes'?>
<Relationships xmlns="http://schemas.openxmlformats.org/package/2006/relationships"><Relationship Type="http://schemas.openxmlformats.org/officeDocument/2006/relationships/slide" Target="../../slides/slide118.xml" Id="Ra9d52f6c24134bc1"/><Relationship Type="http://schemas.openxmlformats.org/officeDocument/2006/relationships/notesMaster" Target="../notesMasters/notesMaster1.xml" Id="R784b14396b6a4c0f"/></Relationships>
</file>

<file path=ppt/copula/notesSlides/_rels/notesSlide19.xml.rels><?xml version='1.0' encoding='UTF-8' standalone='yes'?>
<Relationships xmlns="http://schemas.openxmlformats.org/package/2006/relationships"><Relationship Type="http://schemas.openxmlformats.org/officeDocument/2006/relationships/slide" Target="../../slides/slide119.xml" Id="Re459b1b09a414496"/><Relationship Type="http://schemas.openxmlformats.org/officeDocument/2006/relationships/notesMaster" Target="../notesMasters/notesMaster1.xml" Id="R1b60c72596014947"/></Relationships>
</file>

<file path=ppt/copula/notesSlides/_rels/notesSlide20.xml.rels><?xml version='1.0' encoding='UTF-8' standalone='yes'?>
<Relationships xmlns="http://schemas.openxmlformats.org/package/2006/relationships"><Relationship Type="http://schemas.openxmlformats.org/officeDocument/2006/relationships/slide" Target="../../slides/slide120.xml" Id="R0d02e60aad2e4d4e"/><Relationship Type="http://schemas.openxmlformats.org/officeDocument/2006/relationships/notesMaster" Target="../notesMasters/notesMaster1.xml" Id="R72b1de44839c4aaa"/></Relationships>
</file>

<file path=ppt/copula/notesSlides/_rels/notesSlide21.xml.rels><?xml version='1.0' encoding='UTF-8' standalone='yes'?>
<Relationships xmlns="http://schemas.openxmlformats.org/package/2006/relationships"><Relationship Type="http://schemas.openxmlformats.org/officeDocument/2006/relationships/slide" Target="../../slides/slide121.xml" Id="Rcb11b9d73e7a40d1"/><Relationship Type="http://schemas.openxmlformats.org/officeDocument/2006/relationships/notesMaster" Target="../notesMasters/notesMaster1.xml" Id="Re65b42eda6dd4db3"/></Relationships>
</file>

<file path=ppt/copula/notesSlides/_rels/notesSlide22.xml.rels><?xml version='1.0' encoding='UTF-8' standalone='yes'?>
<Relationships xmlns="http://schemas.openxmlformats.org/package/2006/relationships"><Relationship Type="http://schemas.openxmlformats.org/officeDocument/2006/relationships/slide" Target="../../slides/slide122.xml" Id="R199beb3a94a1424d"/><Relationship Type="http://schemas.openxmlformats.org/officeDocument/2006/relationships/notesMaster" Target="../notesMasters/notesMaster1.xml" Id="Rb72f10eae09a4480"/></Relationships>
</file>

<file path=ppt/copula/notesSlides/_rels/notesSlide23.xml.rels><?xml version='1.0' encoding='UTF-8' standalone='yes'?>
<Relationships xmlns="http://schemas.openxmlformats.org/package/2006/relationships"><Relationship Type="http://schemas.openxmlformats.org/officeDocument/2006/relationships/slide" Target="../../slides/slide123.xml" Id="R7b993adc389a4d2d"/><Relationship Type="http://schemas.openxmlformats.org/officeDocument/2006/relationships/notesMaster" Target="../notesMasters/notesMaster1.xml" Id="Rbbf05d4d8bdb4a79"/></Relationships>
</file>

<file path=ppt/copula/notesSlides/_rels/notesSlide24.xml.rels><?xml version='1.0' encoding='UTF-8' standalone='yes'?>
<Relationships xmlns="http://schemas.openxmlformats.org/package/2006/relationships"><Relationship Type="http://schemas.openxmlformats.org/officeDocument/2006/relationships/slide" Target="../../slides/slide124.xml" Id="R0e1606fa9b4949e9"/><Relationship Type="http://schemas.openxmlformats.org/officeDocument/2006/relationships/notesMaster" Target="../notesMasters/notesMaster1.xml" Id="R5dc2544948fa43d5"/></Relationships>
</file>

<file path=ppt/copula/notesSlides/_rels/notesSlide25.xml.rels><?xml version='1.0' encoding='UTF-8' standalone='yes'?>
<Relationships xmlns="http://schemas.openxmlformats.org/package/2006/relationships"><Relationship Type="http://schemas.openxmlformats.org/officeDocument/2006/relationships/slide" Target="../../slides/slide125.xml" Id="R9eba7333304543d7"/><Relationship Type="http://schemas.openxmlformats.org/officeDocument/2006/relationships/notesMaster" Target="../notesMasters/notesMaster1.xml" Id="Rd13a4b124f2d4bfa"/></Relationships>
</file>

<file path=ppt/copula/notesSlides/_rels/notesSlide26.xml.rels><?xml version='1.0' encoding='UTF-8' standalone='yes'?>
<Relationships xmlns="http://schemas.openxmlformats.org/package/2006/relationships"><Relationship Type="http://schemas.openxmlformats.org/officeDocument/2006/relationships/slide" Target="../../slides/slide126.xml" Id="R945bc55e9e004982"/><Relationship Type="http://schemas.openxmlformats.org/officeDocument/2006/relationships/notesMaster" Target="../notesMasters/notesMaster1.xml" Id="Rc81436bd4dbd4426"/></Relationships>
</file>

<file path=ppt/copula/notesSlides/_rels/notesSlide27.xml.rels><?xml version='1.0' encoding='UTF-8' standalone='yes'?>
<Relationships xmlns="http://schemas.openxmlformats.org/package/2006/relationships"><Relationship Type="http://schemas.openxmlformats.org/officeDocument/2006/relationships/slide" Target="../../slides/slide127.xml" Id="R71b8b94cbd284b25"/><Relationship Type="http://schemas.openxmlformats.org/officeDocument/2006/relationships/notesMaster" Target="../notesMasters/notesMaster1.xml" Id="Rbccb7aced74c42d7"/></Relationships>
</file>

<file path=ppt/copula/notesSlides/_rels/notesSlide28.xml.rels><?xml version='1.0' encoding='UTF-8' standalone='yes'?>
<Relationships xmlns="http://schemas.openxmlformats.org/package/2006/relationships"><Relationship Type="http://schemas.openxmlformats.org/officeDocument/2006/relationships/slide" Target="../../slides/slide128.xml" Id="R16d00e15053d4f7f"/><Relationship Type="http://schemas.openxmlformats.org/officeDocument/2006/relationships/notesMaster" Target="../notesMasters/notesMaster1.xml" Id="Rb029aef034ea4d1c"/></Relationships>
</file>

<file path=ppt/copula/notesSlides/_rels/notesSlide29.xml.rels><?xml version='1.0' encoding='UTF-8' standalone='yes'?>
<Relationships xmlns="http://schemas.openxmlformats.org/package/2006/relationships"><Relationship Type="http://schemas.openxmlformats.org/officeDocument/2006/relationships/slide" Target="../../slides/slide129.xml" Id="R31e02eb10a6c4134"/><Relationship Type="http://schemas.openxmlformats.org/officeDocument/2006/relationships/notesMaster" Target="../notesMasters/notesMaster1.xml" Id="R828d48d48e5847aa"/></Relationships>
</file>

<file path=ppt/copula/notesSlides/_rels/notesSlide30.xml.rels><?xml version='1.0' encoding='UTF-8' standalone='yes'?>
<Relationships xmlns="http://schemas.openxmlformats.org/package/2006/relationships"><Relationship Type="http://schemas.openxmlformats.org/officeDocument/2006/relationships/slide" Target="../../slides/slide130.xml" Id="Red90c45faa5d427f"/><Relationship Type="http://schemas.openxmlformats.org/officeDocument/2006/relationships/notesMaster" Target="../notesMasters/notesMaster1.xml" Id="R8a101e7a05b54a8d"/></Relationships>
</file>

<file path=ppt/copula/notesSlides/_rels/notesSlide31.xml.rels><?xml version='1.0' encoding='UTF-8' standalone='yes'?>
<Relationships xmlns="http://schemas.openxmlformats.org/package/2006/relationships"><Relationship Type="http://schemas.openxmlformats.org/officeDocument/2006/relationships/slide" Target="../../slides/slide131.xml" Id="Rc7680617c49d4ae4"/><Relationship Type="http://schemas.openxmlformats.org/officeDocument/2006/relationships/notesMaster" Target="../notesMasters/notesMaster1.xml" Id="R17b5fd7aedbd4199"/></Relationships>
</file>

<file path=ppt/copula/notesSlides/_rels/notesSlide32.xml.rels><?xml version='1.0' encoding='UTF-8' standalone='yes'?>
<Relationships xmlns="http://schemas.openxmlformats.org/package/2006/relationships"><Relationship Type="http://schemas.openxmlformats.org/officeDocument/2006/relationships/slide" Target="../../slides/slide132.xml" Id="R61bac8e2767f4fd8"/><Relationship Type="http://schemas.openxmlformats.org/officeDocument/2006/relationships/notesMaster" Target="../notesMasters/notesMaster1.xml" Id="Rca8bd7490110434f"/></Relationships>
</file>

<file path=ppt/copula/notesSlides/_rels/notesSlide33.xml.rels><?xml version='1.0' encoding='UTF-8' standalone='yes'?>
<Relationships xmlns="http://schemas.openxmlformats.org/package/2006/relationships"><Relationship Type="http://schemas.openxmlformats.org/officeDocument/2006/relationships/slide" Target="../../slides/slide133.xml" Id="Rf63d4ef8f3124205"/><Relationship Type="http://schemas.openxmlformats.org/officeDocument/2006/relationships/notesMaster" Target="../notesMasters/notesMaster1.xml" Id="Rc798cb82199646c8"/></Relationships>
</file>

<file path=ppt/copula/notesSlides/_rels/notesSlide34.xml.rels><?xml version='1.0' encoding='UTF-8' standalone='yes'?>
<Relationships xmlns="http://schemas.openxmlformats.org/package/2006/relationships"><Relationship Type="http://schemas.openxmlformats.org/officeDocument/2006/relationships/slide" Target="../../slides/slide134.xml" Id="R3da64601cdbb4047"/><Relationship Type="http://schemas.openxmlformats.org/officeDocument/2006/relationships/notesMaster" Target="../notesMasters/notesMaster1.xml" Id="R4fce236e207c498f"/></Relationships>
</file>

<file path=ppt/copula/notesSlides/_rels/notesSlide35.xml.rels><?xml version='1.0' encoding='UTF-8' standalone='yes'?>
<Relationships xmlns="http://schemas.openxmlformats.org/package/2006/relationships"><Relationship Type="http://schemas.openxmlformats.org/officeDocument/2006/relationships/slide" Target="../../slides/slide135.xml" Id="R4b95d010beee4c71"/><Relationship Type="http://schemas.openxmlformats.org/officeDocument/2006/relationships/notesMaster" Target="../notesMasters/notesMaster1.xml" Id="R7bf4528e820048ef"/></Relationships>
</file>

<file path=ppt/copula/notesSlides/_rels/notesSlide36.xml.rels><?xml version='1.0' encoding='UTF-8' standalone='yes'?>
<Relationships xmlns="http://schemas.openxmlformats.org/package/2006/relationships"><Relationship Type="http://schemas.openxmlformats.org/officeDocument/2006/relationships/slide" Target="../../slides/slide136.xml" Id="R606a92f450b241e2"/><Relationship Type="http://schemas.openxmlformats.org/officeDocument/2006/relationships/notesMaster" Target="../notesMasters/notesMaster1.xml" Id="R0620ca60087c4cc4"/></Relationships>
</file>

<file path=ppt/copula/notesSlides/_rels/notesSlide37.xml.rels><?xml version='1.0' encoding='UTF-8' standalone='yes'?>
<Relationships xmlns="http://schemas.openxmlformats.org/package/2006/relationships"><Relationship Type="http://schemas.openxmlformats.org/officeDocument/2006/relationships/slide" Target="../../slides/slide137.xml" Id="R49811e0cda6e4a01"/><Relationship Type="http://schemas.openxmlformats.org/officeDocument/2006/relationships/notesMaster" Target="../notesMasters/notesMaster1.xml" Id="R35c1e0a6274649fb"/></Relationships>
</file>

<file path=ppt/copula/notesSlides/_rels/notesSlide38.xml.rels><?xml version='1.0' encoding='UTF-8' standalone='yes'?>
<Relationships xmlns="http://schemas.openxmlformats.org/package/2006/relationships"><Relationship Type="http://schemas.openxmlformats.org/officeDocument/2006/relationships/slide" Target="../../slides/slide138.xml" Id="R26b61e98856b4082"/><Relationship Type="http://schemas.openxmlformats.org/officeDocument/2006/relationships/notesMaster" Target="../notesMasters/notesMaster1.xml" Id="R7f5c7c1df7ff4411"/></Relationships>
</file>

<file path=ppt/copula/notesSlides/_rels/notesSlide39.xml.rels><?xml version='1.0' encoding='UTF-8' standalone='yes'?>
<Relationships xmlns="http://schemas.openxmlformats.org/package/2006/relationships"><Relationship Type="http://schemas.openxmlformats.org/officeDocument/2006/relationships/slide" Target="../../slides/slide139.xml" Id="R7b91a571b0a54f99"/><Relationship Type="http://schemas.openxmlformats.org/officeDocument/2006/relationships/notesMaster" Target="../notesMasters/notesMaster1.xml" Id="Rc6ced5f67d4a46ad"/></Relationships>
</file>

<file path=ppt/copula/notesSlides/_rels/notesSlide40.xml.rels><?xml version='1.0' encoding='UTF-8' standalone='yes'?>
<Relationships xmlns="http://schemas.openxmlformats.org/package/2006/relationships"><Relationship Type="http://schemas.openxmlformats.org/officeDocument/2006/relationships/slide" Target="../../slides/slide140.xml" Id="R99c0ad4621124d43"/><Relationship Type="http://schemas.openxmlformats.org/officeDocument/2006/relationships/notesMaster" Target="../notesMasters/notesMaster1.xml" Id="R99e722b25e7c4de4"/></Relationships>
</file>

<file path=ppt/copula/notesSlides/_rels/notesSlide41.xml.rels><?xml version='1.0' encoding='UTF-8' standalone='yes'?>
<Relationships xmlns="http://schemas.openxmlformats.org/package/2006/relationships"><Relationship Type="http://schemas.openxmlformats.org/officeDocument/2006/relationships/slide" Target="../../slides/slide141.xml" Id="R48ba6477271d4e11"/><Relationship Type="http://schemas.openxmlformats.org/officeDocument/2006/relationships/notesMaster" Target="../notesMasters/notesMaster1.xml" Id="R5bbe0c80538746ec"/></Relationships>
</file>

<file path=ppt/copula/notesSlides/_rels/notesSlide42.xml.rels><?xml version='1.0' encoding='UTF-8' standalone='yes'?>
<Relationships xmlns="http://schemas.openxmlformats.org/package/2006/relationships"><Relationship Type="http://schemas.openxmlformats.org/officeDocument/2006/relationships/slide" Target="../../slides/slide142.xml" Id="Rb6e0771ceb1f4ee9"/><Relationship Type="http://schemas.openxmlformats.org/officeDocument/2006/relationships/notesMaster" Target="../notesMasters/notesMaster1.xml" Id="R4e6229d9a8a34c6b"/></Relationships>
</file>

<file path=ppt/copula/notesSlides/_rels/notesSlide43.xml.rels><?xml version='1.0' encoding='UTF-8' standalone='yes'?>
<Relationships xmlns="http://schemas.openxmlformats.org/package/2006/relationships"><Relationship Type="http://schemas.openxmlformats.org/officeDocument/2006/relationships/slide" Target="../../slides/slide143.xml" Id="R0f4823fb078642f2"/><Relationship Type="http://schemas.openxmlformats.org/officeDocument/2006/relationships/notesMaster" Target="../notesMasters/notesMaster1.xml" Id="R014ac662a9d44c03"/></Relationships>
</file>

<file path=ppt/copula/notesSlides/_rels/notesSlide44.xml.rels><?xml version='1.0' encoding='UTF-8' standalone='yes'?>
<Relationships xmlns="http://schemas.openxmlformats.org/package/2006/relationships"><Relationship Type="http://schemas.openxmlformats.org/officeDocument/2006/relationships/slide" Target="../../slides/slide144.xml" Id="R91d8fbc83c96486a"/><Relationship Type="http://schemas.openxmlformats.org/officeDocument/2006/relationships/notesMaster" Target="../notesMasters/notesMaster1.xml" Id="R4d5e9c229747414a"/></Relationships>
</file>

<file path=ppt/copula/notesSlides/_rels/notesSlide45.xml.rels><?xml version='1.0' encoding='UTF-8' standalone='yes'?>
<Relationships xmlns="http://schemas.openxmlformats.org/package/2006/relationships"><Relationship Type="http://schemas.openxmlformats.org/officeDocument/2006/relationships/slide" Target="../../slides/slide145.xml" Id="R453d697dc98c4708"/><Relationship Type="http://schemas.openxmlformats.org/officeDocument/2006/relationships/notesMaster" Target="../notesMasters/notesMaster1.xml" Id="R78dfa87733764f8a"/></Relationships>
</file>

<file path=ppt/copula/notesSlides/_rels/notesSlide46.xml.rels><?xml version='1.0' encoding='UTF-8' standalone='yes'?>
<Relationships xmlns="http://schemas.openxmlformats.org/package/2006/relationships"><Relationship Type="http://schemas.openxmlformats.org/officeDocument/2006/relationships/slide" Target="../../slides/slide146.xml" Id="Ref1e2ec7ac73499a"/><Relationship Type="http://schemas.openxmlformats.org/officeDocument/2006/relationships/notesMaster" Target="../notesMasters/notesMaster1.xml" Id="R74397a33218b46f2"/></Relationships>
</file>

<file path=ppt/copula/notesSlides/_rels/notesSlide47.xml.rels><?xml version='1.0' encoding='UTF-8' standalone='yes'?>
<Relationships xmlns="http://schemas.openxmlformats.org/package/2006/relationships"><Relationship Type="http://schemas.openxmlformats.org/officeDocument/2006/relationships/slide" Target="../../slides/slide147.xml" Id="Rb33072cf1d8044a8"/><Relationship Type="http://schemas.openxmlformats.org/officeDocument/2006/relationships/notesMaster" Target="../notesMasters/notesMaster1.xml" Id="R75d303f4d5034445"/></Relationships>
</file>

<file path=ppt/copula/notesSlides/_rels/notesSlide48.xml.rels><?xml version='1.0' encoding='UTF-8' standalone='yes'?>
<Relationships xmlns="http://schemas.openxmlformats.org/package/2006/relationships"><Relationship Type="http://schemas.openxmlformats.org/officeDocument/2006/relationships/slide" Target="../../slides/slide148.xml" Id="Rb0825df9a44a4d08"/><Relationship Type="http://schemas.openxmlformats.org/officeDocument/2006/relationships/notesMaster" Target="../notesMasters/notesMaster1.xml" Id="R814ef6328e8643ed"/></Relationships>
</file>

<file path=ppt/copula/notesSlides/_rels/notesSlide49.xml.rels><?xml version='1.0' encoding='UTF-8' standalone='yes'?>
<Relationships xmlns="http://schemas.openxmlformats.org/package/2006/relationships"><Relationship Type="http://schemas.openxmlformats.org/officeDocument/2006/relationships/slide" Target="../../slides/slide149.xml" Id="Racd25a4e806448c7"/><Relationship Type="http://schemas.openxmlformats.org/officeDocument/2006/relationships/notesMaster" Target="../notesMasters/notesMaster1.xml" Id="R8248bd3d3011472b"/></Relationships>
</file>

<file path=ppt/copula/notesSlides/_rels/notesSlide50.xml.rels><?xml version='1.0' encoding='UTF-8' standalone='yes'?>
<Relationships xmlns="http://schemas.openxmlformats.org/package/2006/relationships"><Relationship Type="http://schemas.openxmlformats.org/officeDocument/2006/relationships/slide" Target="../../slides/slide150.xml" Id="R439bff9afb4045f3"/><Relationship Type="http://schemas.openxmlformats.org/officeDocument/2006/relationships/notesMaster" Target="../notesMasters/notesMaster1.xml" Id="R3ef7d2025344493b"/></Relationships>
</file>

<file path=ppt/copula/notesSlides/_rels/notesSlide51.xml.rels><?xml version='1.0' encoding='UTF-8' standalone='yes'?>
<Relationships xmlns="http://schemas.openxmlformats.org/package/2006/relationships"><Relationship Type="http://schemas.openxmlformats.org/officeDocument/2006/relationships/slide" Target="../../slides/slide151.xml" Id="Rc193f101c5834604"/><Relationship Type="http://schemas.openxmlformats.org/officeDocument/2006/relationships/notesMaster" Target="../notesMasters/notesMaster1.xml" Id="R0c580c5812704371"/></Relationships>
</file>

<file path=ppt/copula/notesSlides/_rels/notesSlide52.xml.rels><?xml version='1.0' encoding='UTF-8' standalone='yes'?>
<Relationships xmlns="http://schemas.openxmlformats.org/package/2006/relationships"><Relationship Type="http://schemas.openxmlformats.org/officeDocument/2006/relationships/slide" Target="../../slides/slide152.xml" Id="Rae8dbdcae56c44c0"/><Relationship Type="http://schemas.openxmlformats.org/officeDocument/2006/relationships/notesMaster" Target="../notesMasters/notesMaster1.xml" Id="R9a66fcf9011242a0"/></Relationships>
</file>

<file path=ppt/copula/notesSlides/_rels/notesSlide53.xml.rels><?xml version='1.0' encoding='UTF-8' standalone='yes'?>
<Relationships xmlns="http://schemas.openxmlformats.org/package/2006/relationships"><Relationship Type="http://schemas.openxmlformats.org/officeDocument/2006/relationships/slide" Target="../../slides/slide153.xml" Id="Rdd89e38d4d6f4b78"/><Relationship Type="http://schemas.openxmlformats.org/officeDocument/2006/relationships/notesMaster" Target="../notesMasters/notesMaster1.xml" Id="R03fbc2312d8f411e"/></Relationships>
</file>

<file path=ppt/copula/notesSlides/_rels/notesSlide54.xml.rels><?xml version='1.0' encoding='UTF-8' standalone='yes'?>
<Relationships xmlns="http://schemas.openxmlformats.org/package/2006/relationships"><Relationship Type="http://schemas.openxmlformats.org/officeDocument/2006/relationships/slide" Target="../../slides/slide154.xml" Id="Rb8eef121b4274100"/><Relationship Type="http://schemas.openxmlformats.org/officeDocument/2006/relationships/notesMaster" Target="../notesMasters/notesMaster1.xml" Id="R12194c58c06d4159"/></Relationships>
</file>

<file path=ppt/copula/notesSlides/_rels/notesSlide55.xml.rels><?xml version='1.0' encoding='UTF-8' standalone='yes'?>
<Relationships xmlns="http://schemas.openxmlformats.org/package/2006/relationships"><Relationship Type="http://schemas.openxmlformats.org/officeDocument/2006/relationships/slide" Target="../../slides/slide155.xml" Id="R3a0eba567d47411c"/><Relationship Type="http://schemas.openxmlformats.org/officeDocument/2006/relationships/notesMaster" Target="../notesMasters/notesMaster1.xml" Id="Rdafbc2e3cb5c4591"/></Relationships>
</file>

<file path=ppt/copula/notesSlides/_rels/notesSlide56.xml.rels><?xml version='1.0' encoding='UTF-8' standalone='yes'?>
<Relationships xmlns="http://schemas.openxmlformats.org/package/2006/relationships"><Relationship Type="http://schemas.openxmlformats.org/officeDocument/2006/relationships/slide" Target="../../slides/slide156.xml" Id="Rdebf6efaff2d4967"/><Relationship Type="http://schemas.openxmlformats.org/officeDocument/2006/relationships/notesMaster" Target="../notesMasters/notesMaster1.xml" Id="R752941cff6ab4f2c"/></Relationships>
</file>

<file path=ppt/copula/notesSlides/_rels/notesSlide57.xml.rels><?xml version='1.0' encoding='UTF-8' standalone='yes'?>
<Relationships xmlns="http://schemas.openxmlformats.org/package/2006/relationships"><Relationship Type="http://schemas.openxmlformats.org/officeDocument/2006/relationships/slide" Target="../../slides/slide157.xml" Id="Rfb037b9d9eb44f7a"/><Relationship Type="http://schemas.openxmlformats.org/officeDocument/2006/relationships/notesMaster" Target="../notesMasters/notesMaster1.xml" Id="R6df52f291e814a08"/></Relationships>
</file>

<file path=ppt/copula/notesSlides/_rels/notesSlide58.xml.rels><?xml version='1.0' encoding='UTF-8' standalone='yes'?>
<Relationships xmlns="http://schemas.openxmlformats.org/package/2006/relationships"><Relationship Type="http://schemas.openxmlformats.org/officeDocument/2006/relationships/slide" Target="../../slides/slide158.xml" Id="R26d404e715284e01"/><Relationship Type="http://schemas.openxmlformats.org/officeDocument/2006/relationships/notesMaster" Target="../notesMasters/notesMaster1.xml" Id="R27049a76b0b14745"/></Relationships>
</file>

<file path=ppt/copula/notesSlides/_rels/notesSlide59.xml.rels><?xml version='1.0' encoding='UTF-8' standalone='yes'?>
<Relationships xmlns="http://schemas.openxmlformats.org/package/2006/relationships"><Relationship Type="http://schemas.openxmlformats.org/officeDocument/2006/relationships/slide" Target="../../slides/slide159.xml" Id="Refd1973539204903"/><Relationship Type="http://schemas.openxmlformats.org/officeDocument/2006/relationships/notesMaster" Target="../notesMasters/notesMaster1.xml" Id="R49f49eacc6a44338"/></Relationships>
</file>

<file path=ppt/copula/notesSlides/_rels/notesSlide60.xml.rels><?xml version='1.0' encoding='UTF-8' standalone='yes'?>
<Relationships xmlns="http://schemas.openxmlformats.org/package/2006/relationships"><Relationship Type="http://schemas.openxmlformats.org/officeDocument/2006/relationships/slide" Target="../../slides/slide160.xml" Id="R6a210cfd6921405b"/><Relationship Type="http://schemas.openxmlformats.org/officeDocument/2006/relationships/notesMaster" Target="../notesMasters/notesMaster1.xml" Id="R1517064a07164818"/></Relationships>
</file>

<file path=ppt/copula/notesSlides/_rels/notesSlide61.xml.rels><?xml version='1.0' encoding='UTF-8' standalone='yes'?>
<Relationships xmlns="http://schemas.openxmlformats.org/package/2006/relationships"><Relationship Type="http://schemas.openxmlformats.org/officeDocument/2006/relationships/slide" Target="../../slides/slide161.xml" Id="R54579871a9d246ff"/><Relationship Type="http://schemas.openxmlformats.org/officeDocument/2006/relationships/notesMaster" Target="../notesMasters/notesMaster1.xml" Id="R947d31f4d1974645"/></Relationships>
</file>

<file path=ppt/copula/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前回はコピュラを使う予定で終わりました。今日は何を学習し、どう条件付き生成を行い、どこに入れるかを説明します。まず直感、次に数式、最後に実装と探索的結果です。最初の4枚の主張は研究上の仮説を含み、今回の結果だけで実証済みとは言えません。</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MEは自己教師ありマスク推定と元値復元、半教師あり一貫性学習を使います。クラス条件付き法はクラス内での置換を使います。本研究はまずVIME内の生成器だけを変える比較を行います。無条件生成が常に悪い、条件付きなら常にラベルを保つという主張ではありません。</a:t>
            </a:r>
          </a:p>
          <a:p xmlns:a="http://schemas.openxmlformats.org/drawingml/2006/main">
            <a:r>
              <a:t/>
            </a:r>
          </a:p>
          <a:p xmlns:a="http://schemas.openxmlformats.org/drawingml/2006/main">
            <a:r>
              <a:t>出典・根拠</a:t>
            </a:r>
          </a:p>
          <a:p xmlns:a="http://schemas.openxmlformats.org/drawingml/2006/main">
            <a:r>
              <a:t>https://papers.nips.cc/paper/2020/hash/7d97667a3e056acab9aaf653807b4a03-Abstract.html</a:t>
            </a:r>
          </a:p>
          <a:p xmlns:a="http://schemas.openxmlformats.org/drawingml/2006/main">
            <a:r>
              <a:t>https://arxiv.org/abs/2404.17489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身長体重は説明用の架空データです。生物学的な正しさや体型の正常判定ではありません。列別の値の集合は同じです。それでも身長が高い人ほど体重が重いという関係は逆になります。これが周辺分布だけでは決まらない依存構造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分けるとはデータの列を独立にすることではありません。元の同時分布を、周辺分布とコピュラの組で表すことです。どれくらいの身長が存在するかと、その高さの人の体重がどの位置に来るかを分けます。位置を生成して元の単位へ戻せば再び組合せになり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人の説明用の経験分布です。170cm以下は150から170までの7人です。170cmそのものの割合1/10とは違います。累積は小さい側から足し上げることです。これは理論的な連続分布ではなく経験累積分布なので階段状になり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は身長をその周辺累積分布で変換した確率変数、uは一人の具体的な位置です。体重でも同様です。別の集団の累積分布を使えば同じ175cmでも位置は変わります。単位変更など狭義単調増加変換にはコピュラは不変ですが、非単調変換には一般に不変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ここは説明用の順位位置です。点の集合そのものと、点の分布を表す累積分布関数Cは区別します。右上や左下に点が集まるほど同じ方向の位置を取る傾向があります。コピュラはその確率分布を表します。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X,Yは抽出した人の身長体重という確率変数です。x,yはそれを比較するしきい値です。FX(x)=P(X≤x)です。U=FX(X)とV=FY(Y)は変数で、u,vは0から1のしきい値。RはGaussian copulaの潜在正規空間の相関行列です。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連続な周辺分布なら確率積分変換でU,Vは各々一様です。それぞれ一様なことは互いに独立なことを意味しません。Cは2変数の同時CDF。一般にはd個の一様周辺を持つd次元CDFです。経験分布や離散変数の場合、FX(X)が連続一様になるという説明はそのまま適用でき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https://www.columbia.edu/~rf2283/Conference/1Fundamentals%20%281%29Seagers.pdf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縦軸体重の位置、横軸身長の位置として左下の長方形に入る確率です。点ちょうど一つの確率や条件付き確率P(V≤.5|U≤.8)ではありません。条件付きならC(.8,.5)/.8になります。一様独立では長方形の面積.4と一致しますが一般に面積そのもの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均等格子の説明用100点です。有限な離散例であり連続一様の標本や実データではありません。境界U=.8,V=.5の左下が40点。独立な連続一様での理論値も.4になります。この面積計算が一般copulaにも常に成立するわけ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Vは0から1なのでV≤1は必ず成立します。そのためU≤uかつV≤1はU≤uと同じ事象です。さらにUが一様分布なのでP(U≤u)=uです。ここには独立という仮定は不要です。C(1,v)=vも同じです。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独立の定義P(A∩B)=P(A)P(B)を使います。1000人という例は期待される割合の説明であり有限標本で必ずこの人数になるという保証ではありません。身長が80%範囲の800人でも体重下位50%の割合が50%のままなので約400人になり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じ位置というのは身長cmと体重kgの数値が等しいことではありません。一つの位置Uに両方のしきい値を課すので厳しい方が残ります。U≤.8かつU≤.5はU≤.5です。一様性により確率.5。連続的な完全同方向依存は対角線に集中し通常の二次元密度を持ち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完全逆方向V=1−UならU≤uかつ1−U≤v、つまり1−v≤U≤uです。区間の長さmax(u+v−1,0)です。.8+.5−1=.3。一様周辺から制限されるFréchet境界はこの範囲です。極端な2つを含め関係の違いがCに表れます。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x,y)=P(X≤x,Y≤y)です。Sklarの定理は任意の同時CDFにこの分解が存在すると述べます。周辺が連続ならCは一意です。離散では周辺の値域上のみ定まり、一意とは限りません。独立の仮定なしで分けて表す数学的根拠がここ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https://www.columbia.edu/~rf2283/Conference/1Fundamentals%20%281%29Seagers.pdf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(U,V)~Cの組を生成し、一般化逆関数F^-1(u)=inf{x:F(x)≥u}で戻します。理論的に任意の周辺分布にコピュラを組み合わせられます。ただし有限データで推定する際は、コピュラの仮定と周辺推定の誤差が残ります。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優れているかは真の依存構造、次元、標本数、目的、推定の安定性に依存します。この表は適する可能性のある条件です。全種類の完全な列挙ではありません。Archimedeanという共通枠組みの家族としてClayton Gumbel Frank Joeがあり、Vineは異なる家族を組み合わせる構成法です。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https://people.math.ethz.ch/~embrecht/ftp/copulas.pdf</a:t>
            </a:r>
          </a:p>
          <a:p xmlns:a="http://schemas.openxmlformats.org/drawingml/2006/main">
            <a:r>
              <a:t>https://doi.org/10.1111/j.1751-5823.2005.tb00254.x</a:t>
            </a:r>
          </a:p>
          <a:p xmlns:a="http://schemas.openxmlformats.org/drawingml/2006/main">
            <a:r>
              <a:t>https://www.annualreviews.org/content/journals/10.1146/annurev-statistics-040220-101153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裾は分布の端です。λUはq→1でP(V&gt;q|U&gt;q)の極限、λLはq→0でP(V≤q|U≤q)の極限です。高いPearson相関でもGaussian copulaは非退化ならλU=λL=0。一方有限q=.95では依存はあり得ます。ゼロ裾依存を極端事象が無関係と解釈しないこと。</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https://doi.org/10.1111/j.1751-5823.2005.tb00254.x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Gaussian copulaは各周辺の形を正規に限定しません。各列を確率位置、さらに潜在標準正規へ変えた後、その同時分布に多変量正規を仮定します。4枚目の非線形や裾依存をすべてGaussianで捉えるという意味ではありません。一般コピュラの表現可能性と一つの家族の表現力を区別し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実装は平均順位を使ってu=(r−.5)/nとし、同値には同じ平均順位を与えます。端点0と1を避けるためです。説明で使ったFhat=人数/nと推定用の擬似観測は少し違います。コピュラ学習は現在コードではラベルなし訓練部分のみ。テストデータを混ぜない。位置が一様に近くても列同士の組合せは保たれ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Φ^-1は同じ累積確率位置にある標準正規の値を返します。各列の周辺を正規へ変えるだけなので同時正規性は自動的には成立しません。この後のGaussianという仮定を別に置きます。極端なuはクリップしています。潜在空間とはここではこの確率変換された空間であり、ニューラルencoder潜在とは別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全列のZを標準多変量正規N(0,R)と仮定します。Rは潜在正規値間の相関で元のcm/kgのPearson相関とは一般に異なります。有限サンプルでは行列が不安定になり得るので実装は縮小と固有値補正を使います。Gaussian copulaのCDFはΦR(Φ^-1u1,...,Φ^-1ud)です。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はマスクして置換する列、Oは観測して残す列。欠損値を扱っているのではなくデータ拡張の人工マスクです。身長値175cmは説明用周辺で80%位置という仮定で、前の4人順位表とは別の説明例です。独立だと体重位置は身長に影響されません。正の依存なら高い身長に合わせ体重の分布が高い方へ動き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変量の標準多変量正規の公式です。ρ=.6、zX=.841621で平均.5049726、分散.64、標準偏差.8。ρ=0なら条件付けても標準正規のまま。ρが高いほど既知の身長から体重を絞れますが一点には決まりません。残差εがあるためです。潜在平均は元スケール平均とは一般に一致し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ε=-1,0,1は手順を示す選んだ例で、等確率の3択という意味ではありません。実際には連続な標準正規乱数を引きます。ZY=.505+.8ε。さらにΦでVへ戻し、FY^-1でkgに戻します。補足としてY~N(65,10²)という説明用周辺を使うと62.05、70.05、78.05kgになります。これは実データの推定結果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は説明用の正規周辺N(65,10²)の場合です。FY^-1(v)=65+10Φ^-1(v)なのでこの数値になります。実装では正規な体重を仮定せず訓練列の経験分位点を線形補間します。補間によって元の訓練値にない連続値が出ることがあります。一般に無条件周辺を利用するが生成結果は条件付き分布になるため、各行で周辺と同じ分布を要求するわけ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YとZwaistを条件付き共分散で一緒に引くことで置換列同士の依存も残します。各列を個別に引く方法と重要な違いがあります。高次元ではRの逆計算を直接するよりsolveを使う。詳細数式は補足。全列マスクなら無条件同時生成、マスクなしなら変更なし。</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実装はVIMEのPyTorch再実装です。自己教師ありはマスク推定BCEと元特徴値復元MSE。半教師ありはラベルあり分類損失とラベルなし複数拡張への予測一貫性。比較では同じ予測器・エンコーダ・予算を使います。元論文の表を同じ実験環境で再現したという主張ではありません。</a:t>
            </a:r>
          </a:p>
          <a:p xmlns:a="http://schemas.openxmlformats.org/drawingml/2006/main">
            <a:r>
              <a:t/>
            </a:r>
          </a:p>
          <a:p xmlns:a="http://schemas.openxmlformats.org/drawingml/2006/main">
            <a:r>
              <a:t>出典・根拠</a:t>
            </a:r>
          </a:p>
          <a:p xmlns:a="http://schemas.openxmlformats.org/drawingml/2006/main">
            <a:r>
              <a:t>https://papers.nips.cc/paper/2020/hash/7d97667a3e056acab9aaf653807b4a03-Abstract.html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潜在空間条件付きサンプリングは広い概念です。Gaussian copulaでは周辺CDFとΦ^-1による明示的変換を使い、Zの正規同時分布を仮定します。ニューラルencoderの学習表現を条件付き生成する手法は、一般に周辺が一様である制約やSklar分解を持ちません。両者は排他的ではなく、encoder潜在にcopulaを適用する設計も可能ですが現在実装してい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ラベルなしで依存を学習すれば擬似ラベルへの依存は減らせますが、クラス意味を保つ保証はありません。混合クラスの全体分布では条件付き生成が別クラスへ移る可能性があります。強い条件付けで元に近すぎるとマスク推定課題が難しく/弱い復元信号になる、強い破壊でラベルを壊す、強度と難易度のトレードオフがあります。</a:t>
            </a:r>
          </a:p>
          <a:p xmlns:a="http://schemas.openxmlformats.org/drawingml/2006/main">
            <a:r>
              <a:t/>
            </a:r>
          </a:p>
          <a:p xmlns:a="http://schemas.openxmlformats.org/drawingml/2006/main">
            <a:r>
              <a:t>出典・根拠</a:t>
            </a:r>
          </a:p>
          <a:p xmlns:a="http://schemas.openxmlformats.org/drawingml/2006/main">
            <a:r>
              <a:t>https://papers.nips.cc/paper/2020/hash/7d97667a3e056acab9aaf653807b4a03-Abstract.html</a:t>
            </a:r>
          </a:p>
          <a:p xmlns:a="http://schemas.openxmlformats.org/drawingml/2006/main">
            <a:r>
              <a:t>https://arxiv.org/abs/2404.17489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今回2026-10-04に既存corruption.pyを実行。Z1~N(0,1),Z2=.8Z1+.6εで2500行、seed20261004。第1列を残して第2列を全行マスク。corruption RNG314159、同じ入力とマスク。推定も生成も同じ合成データなので学習動作確認であって汎化評価ではありません。図は先頭180行、集計は2500行すべて。縮小0.05で依存を少し弱く推定します。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理論上Z2|Z1の条件平均は.8Z1、条件分散.36。指標は生成Z2と真の条件平均.8X1との差の二乗平均。元データの値は約.352で.36に近い、独立置換は約1.653、copulaは約.409。これは条件分布とのKL等ではなく残差二乗の簡単な指標であり、小さいほど常に良いわけではなく条件平均固定だと0になって多様性がなくなるため分散も見る必要がある。観測列は両法とも変更されないことをarray_equalで確認済み。</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ソースはresearch-bench/scripts/quick_compare.pyとresults/repeated_compare.jsonです。列シャッフル版とGaussian版は同じVIME再実装内です。共通データ分割、ラベル比率、前処理、モデル、学習予算、初期seedを使う。方法ごとの乱数消費が違うので全学習過程で同じマスクを使うとまでは言いません。nviews3、λconsistency1、復元重み2、mask.4。テストはモデル選択に用いていません。</a:t>
            </a:r>
          </a:p>
          <a:p xmlns:a="http://schemas.openxmlformats.org/drawingml/2006/main">
            <a:r>
              <a:t/>
            </a:r>
          </a:p>
          <a:p xmlns:a="http://schemas.openxmlformats.org/drawingml/2006/main">
            <a:r>
              <a:t>出典・根拠</a:t>
            </a:r>
          </a:p>
          <a:p xmlns:a="http://schemas.openxmlformats.org/drawingml/2006/main">
            <a:r>
              <a:t>https://papers.nips.cc/paper/2020/hash/7d97667a3e056acab9aaf653807b4a03-Abstract.html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新しい仮想環境で同じ既存VIMEClassifierを実行。分割や予算は保存結果のプロトコルと揃えたがライブラリバージョンとCPU threads1は異なる。保存値の完全再現ではありません。同一環境とはこの再実行内での2手法が同じ環境を使った意味。モデルと分割、学習予算を一致。差の区間はseed差のpercentile bootstrap1万回、95%。少ないseedで重なったholdoutなので探索的指標です。結果から万能な優位を主張しません。</a:t>
            </a:r>
          </a:p>
          <a:p xmlns:a="http://schemas.openxmlformats.org/drawingml/2006/main">
            <a:r>
              <a:t>実行環境：{"python":"3.12.14","numpy":"2.5.3","scipy":"1.18.1","sklearn":"1.9.1","torch":"2.14.1","platform":"macOS-26.3.1-arm64-arm-64bit","threads":1}</a:t>
            </a:r>
          </a:p>
          <a:p xmlns:a="http://schemas.openxmlformats.org/drawingml/2006/main">
            <a:r>
              <a:t>元結果：tmp/seminar_20261005/rerun_results.json</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5seedの新結果の数値と矛盾しない説明をします。区間0を含むかどうかは計算結果に基づくが、含まない場合も小標本の探索的実験で強い統計的主張はしない。保存済みの2手法のAUCは全seedで一致した。環境や乱数、条件の記録を維持し、さらにデータ数を増や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必要なのは生成器が何を改善したかの裏付けです。合成データでは既知の真の条件分布との誤差、実データでは近傍距離や特徴間制約逸脱を見ます。近傍距離だけだと元に近ければ有利なので元行からの変更量と併記。ラベル保持の評価は既知のラベルや妥当な参照モデルを使い、ラベルなしデータの真値と混同しない。コピュラ種類やマスク率は検証用分割のみで選択しま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までが発表の主線です。時間に合わせて種類詳細や数式を補足から説明できます。今回の貢献が確立したとは言いません。対象と比較の設計を具体化し、実装と保存済みの小規模結果を示した段階です。質疑では条件付き分布、ラベル保持、カテゴリ型、マスクの難易度、同時正規仮定を補足で答えま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eated_compare.jsonの保存結果です。差は同じseedに対応付けて計算した平均。95%CIはseed差のbootstrap。わずか5組の探索的比較で、繰り返しholdoutの訓練テストは重なり得る。95%CIには0が入り、改善実証や統計的優位を主張できません。wineは標準偏差が大きい。保存結果を今回再実行した結果と混同しません。</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[0,1]^2→[0,1]。境界条件と2-increasingでCDFを特徴付けます。矩形の確率の包含排除です。高次元では各直方体のCの交代和が非負というd-increasingに一般化します。これが単なる好きな曲線と確率分布を区別する条件です。</a:t>
            </a:r>
          </a:p>
          <a:p xmlns:a="http://schemas.openxmlformats.org/drawingml/2006/main">
            <a:r>
              <a:t/>
            </a:r>
          </a:p>
          <a:p xmlns:a="http://schemas.openxmlformats.org/drawingml/2006/main">
            <a:r>
              <a:t>出典・根拠</a:t>
            </a:r>
          </a:p>
          <a:p xmlns:a="http://schemas.openxmlformats.org/drawingml/2006/main">
            <a:r>
              <a:t>https://www.columbia.edu/~rf2283/Conference/1Fundamentals%20%281%29Seagers.pdf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FXが連続で狭義増加なら通常の逆関数で導出できます。単に連続の場合も一般化逆関数で定理成立。離散型ではPITは連続一様ではなく飛びがあります。ランダム化PIT U=F(X−)+W(F(X)−F(X−))などもあるが順序閾値潜在モデル等との目的違いに注意。実装の平均順位は一様性の近似で同値問題を完全解決するわけではありません。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https://www.columbia.edu/~rf2283/Conference/1Fundamentals%20%281%29Seagers.pdf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十分な絶対連続性と微分可能性を仮定します。c=∂²C/∂u∂v。連鎖律からjoint densityを得ます。fX(x)&gt;0で割ると条件密度。Vの条件CDFは∂C(u,v)/∂u、U=uに条件付ける意味は正則条件付き分布を使います。V=U等の特異コピュラに通常の密度はありません。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の周辺は標準正規、相関行列は対角1で正定値（退化の場合半正定値）。多変量正規CDFで同時確率を計算します。パラメータRはd(d−1)/2個で、データが少なくdが大きければ正則化が必要です。Gaussianは変換後のPearsonでRを推定してい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をMとOの順へ並べるとブロック相関行列[[RMM,RMO],[ROM,ROO]]。ROO可逆を仮定。条件平均と共分散で一緒に引く。実装は逆行列を明示計算せずsolveを使い、正則化してCholeskyを取る。観測値が標準0でない場合にも式は平均0のjointモデルに対する条件式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コードcorruption.pyを根拠に記載。平均順位(r−.5)/n、クリップ1e−6、R=.95R+.05I、固有値min jitter1e−6。条件計算ではROO+jitterIをsolve、cov symmetric+jitter。端点クリップと線形分位点補間のため、厳密に理論的経験周辺を完全保存するとは言わない。マスク推定actualmask=x≠corruptedなので同値置換の場合実際マスク率が変わります。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νは1変量tCDF、tν,Rは多変量tCDF。自由度νとRを使う。λU=λL=2tν+1(−√((ν+1)(1−ρ)/(1+ρ)))。ν大でGaussianに近づく。ρ=0でも有限νでは共有スケールにより一般に独立ではない。周辺がtでないデータにもtコピュラを組み合わせられる。条件付きlatent tは自由度等が条件で変化するのでGaussian samplerを単に差し替えれば済む訳ではありません。</a:t>
            </a:r>
          </a:p>
          <a:p xmlns:a="http://schemas.openxmlformats.org/drawingml/2006/main">
            <a:r>
              <a:t/>
            </a:r>
          </a:p>
          <a:p xmlns:a="http://schemas.openxmlformats.org/drawingml/2006/main">
            <a:r>
              <a:t>出典・根拠</a:t>
            </a:r>
          </a:p>
          <a:p xmlns:a="http://schemas.openxmlformats.org/drawingml/2006/main">
            <a:r>
              <a:t>https://doi.org/10.1111/j.1751-5823.2005.tb00254.x</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はθ&gt;0の通常の正依存の場合に限定しています。二変量では負θも許す範囲があるがd次元では制約が変わります。λL=2^-1/θ、λU=0。θ→0で独立。θ高で強い同方向依存。上側の極端共発生には通常形は向かず180°回転で上側に変更でき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https://people.math.ethz.ch/~embrecht/ftp/copulas.pdf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Gumbelθ≥1、θ=1で独立、λU=2−2^(1/θ)、λL=0。Joe同じθ≥1と裾係数ですが内部の依存形が異なり同一copulaではありません。Joe C=1−[(1−u)^θ+(1−v)^θ−(1−u)^θ(1−v)^θ]^(1/θ)。単一パラメータ交換可能多変量の制限あり。</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https://people.math.ethz.ch/~embrecht/ftp/copulas.pdf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二変量θ∈R{0}で正負の依存を扱いθ→0で独立。高次元で負thetaの一般化は制約があるため表の正負は二変量に限定。裾依存0でも有限の確率域で依存がないという意味ではありません。Gaussianとは別の依存形です。数式の括弧と分子をノートで読む。</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https://people.math.ethz.ch/~embrecht/ftp/copulas.pdf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180°survival C=u+v−1+C(1−u,1−v)は上下の裾を交換。90/270で負依存のコーナーを扱います。Vineは条件付き2変量コピュラの積で多変量密度構成。simplifying assumptionは条件値によらず条件付きcopula一定であり条件付き独立ではない。経験/経験betaなどは柔軟だが高次元で条件付き推定が難しくなる。</a:t>
            </a:r>
          </a:p>
          <a:p xmlns:a="http://schemas.openxmlformats.org/drawingml/2006/main">
            <a:r>
              <a:t/>
            </a:r>
          </a:p>
          <a:p xmlns:a="http://schemas.openxmlformats.org/drawingml/2006/main">
            <a:r>
              <a:t>出典・根拠</a:t>
            </a:r>
          </a:p>
          <a:p xmlns:a="http://schemas.openxmlformats.org/drawingml/2006/main">
            <a:r>
              <a:t>https://www.annualreviews.org/content/journals/10.1146/annurev-statistics-040220-101153</a:t>
            </a:r>
          </a:p>
          <a:p xmlns:a="http://schemas.openxmlformats.org/drawingml/2006/main">
            <a:r>
              <a:t>https://arxiv.org/abs/1607.04430</a:t>
            </a:r>
          </a:p>
          <a:p xmlns:a="http://schemas.openxmlformats.org/drawingml/2006/main">
            <a:r>
              <a:t>https://people.math.ethz.ch/~embrecht/ftp/copulas.pdf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評価1〜5や低中高は順序カテゴリです。満足度5−4と2−1に同じ間隔を仮定できるとは限りません。名義変数は順番なし、連続変数は差に意味がある。順序Gaussian copulaは潜在連続Zを閾値で区切って観測カテゴリに対応させます。カテゴリを単なる連続順位として補間すると2.7など不適切な値が生じるため現在実装の対象外です。</a:t>
            </a:r>
          </a:p>
          <a:p xmlns:a="http://schemas.openxmlformats.org/drawingml/2006/main">
            <a:r>
              <a:t/>
            </a:r>
          </a:p>
          <a:p xmlns:a="http://schemas.openxmlformats.org/drawingml/2006/main">
            <a:r>
              <a:t>出典・根拠</a:t>
            </a:r>
          </a:p>
          <a:p xmlns:a="http://schemas.openxmlformats.org/drawingml/2006/main">
            <a:r>
              <a:t>https://arxiv.org/abs/1910.12845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Missing Value Imputation for Mixed Data via Gaussian Copula。混合型と欠損が現実の課題。各列の型を無視した一律距離や線形仮定への代わりに潜在Gaussian。順序値はZの区間、連続値は変換されたZ点。EMでRと条件期待を推定し逆変換。実験は合成/実データ、欠損補完誤差（連続NRMSE、順序MAE等条件に応じ）を比較。分類用拡張の優位を示す論文ではなく、本研究には型の扱いと条件分布設計が接続する。数値を未検証に引用せず、詳細実験は原論文参照。</a:t>
            </a:r>
          </a:p>
          <a:p xmlns:a="http://schemas.openxmlformats.org/drawingml/2006/main">
            <a:r>
              <a:t/>
            </a:r>
          </a:p>
          <a:p xmlns:a="http://schemas.openxmlformats.org/drawingml/2006/main">
            <a:r>
              <a:t>出典・根拠</a:t>
            </a:r>
          </a:p>
          <a:p xmlns:a="http://schemas.openxmlformats.org/drawingml/2006/main">
            <a:r>
              <a:t>https://arxiv.org/abs/1910.12845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Explaining individual predictions when features are dependent: More accurate approximations to Shapley values。KernelSHAP型の無条件周辺からの抽出は、残した特徴との依存を無視して不自然な入力を作り得る。論文はGaussian、Gaussian copula、empirical、hybrid conditional approximations。シミュレーションで基準Shapley値からのMAEと不自然入力を分析。銀行実データ28特徴ではhybridの使用。Gaussian copulaが常に勝つとは報告しない。本研究はP(XM|XO)を使う同じ生成問題に接続、目的は説明でなく学習拡張なので評価を改めて行う。</a:t>
            </a:r>
          </a:p>
          <a:p xmlns:a="http://schemas.openxmlformats.org/drawingml/2006/main">
            <a:r>
              <a:t/>
            </a:r>
          </a:p>
          <a:p xmlns:a="http://schemas.openxmlformats.org/drawingml/2006/main">
            <a:r>
              <a:t>出典・根拠</a:t>
            </a:r>
          </a:p>
          <a:p xmlns:a="http://schemas.openxmlformats.org/drawingml/2006/main">
            <a:r>
              <a:t>https://martinjullum.com/publication/aas-2021-explaining/aas-2021-explaining.pdf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Cui et al.2024は対照学習、擬似ラベルとクラス内corruption、特徴相関ベースmaskなど。公式コードの比較はrand_featsマスクなので完全な提案設定の再現とは言わない。今回のVIMEとの比較では目的関数などが異なるためcopula効果の因果分離はできません。単独の置換器比較はVIME2版を優先します。確認バイアスを本論文が不可逆と実証したとの断定は避けます。</a:t>
            </a:r>
          </a:p>
          <a:p xmlns:a="http://schemas.openxmlformats.org/drawingml/2006/main">
            <a:r>
              <a:t/>
            </a:r>
          </a:p>
          <a:p xmlns:a="http://schemas.openxmlformats.org/drawingml/2006/main">
            <a:r>
              <a:t>出典・根拠</a:t>
            </a:r>
          </a:p>
          <a:p xmlns:a="http://schemas.openxmlformats.org/drawingml/2006/main">
            <a:r>
              <a:t>https://arxiv.org/abs/2404.17489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主指標macroROC AUC OVRは多クラスで各クラスvs残りAUCの単純平均。二値は陽性クラスのAUC（両クラス対称では同じ）。balanced accuracyは各クラスrecallの平均、macroF1は各クラスF1の平均、accuracyは全体正解率。テスト20%でwine36件と小さく不安定。5 seedsは独立サンプル5個とは異なる再分割。少標本CI過信しない。</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データと分割・幅とepoch予算は合わせるがself-supervised objective、optimizer、pseudo-label bootstrap等は異なる。論文全設定の再現ではない。VIME vs copulaの2行差からのみ置換器変更の効果を検討し、第三法の勝敗はアルゴリズム一式の小規模参考比較です。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各答えは研究者の設計意図か確立した数学的事実かを分けます。なぜGaussian=まず安定し扱いやすいconditional、なぜコピーでなく生成=observed valuesに連続調整し多様性を出せるが既知制約保証はない、なぜラベルなし=依存の推定にラベルは要らないがlabel invarianceとは別、なぜ性能不確定=小規模結果と仮定・強度が未検証。</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qは確率位置のしきい値。上下で極限をとる方向が異なる。λL=limq→0 C(q,q)/q、λU=limq→1 (1−2q+C(q,q))/(1−q)。Gaussianの非退化ρ∈(−1,1)は両方0、完全同方向ρ=1は1。有限qでは依存がある場合がある。</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https://doi.org/10.1111/j.1751-5823.2005.tb00254.x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の実装：自己教師ありL=BCE(mask_hat,actualmask)+2MSE(x_hat,x)。actualmask=(x!=x_corrupted)。エンコーダは前学習後freeze、予測器をラベルありCEとラベルなし拡張3viewのlogit分散の一貫性で学習。λconsistency1。原論文はマスク推定復元と半教師ありregularizationの枠組みを提案、現在のPyTorch版の実装選択とは区別。ソースvime_torch.py。</a:t>
            </a:r>
          </a:p>
          <a:p xmlns:a="http://schemas.openxmlformats.org/drawingml/2006/main">
            <a:r>
              <a:t/>
            </a:r>
          </a:p>
          <a:p xmlns:a="http://schemas.openxmlformats.org/drawingml/2006/main">
            <a:r>
              <a:t>出典・根拠</a:t>
            </a:r>
          </a:p>
          <a:p xmlns:a="http://schemas.openxmlformats.org/drawingml/2006/main">
            <a:r>
              <a:t>https://papers.nips.cc/paper/2020/hash/7d97667a3e056acab9aaf653807b4a03-Abstract.html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実際のCorruptor APIは__call__です。GaussianCopulaCorruptor().fit(x_u)後にcopula(x,mask,rng)。VIMEClassifierはpretrain内部でfitを呼びます。maskはTrueの列を置換。実験run_experiment.pyとrun_toy.pyから実行。ここはコード概念でなく現在APIに対応した抜粋。ラベルなし訓練のみfit、テスト禁止。</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各スライドのノートには対応する原資料URLまたはローカル実装を記載しています。このスライドは主要出典の一覧です。公式文書・原論文中心。データや数学の説明例は説明用で、引用結果と区別してい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https://www.columbia.edu/~rf2283/Conference/1Fundamentals%20%281%29Seagers.pdf</a:t>
            </a:r>
          </a:p>
          <a:p xmlns:a="http://schemas.openxmlformats.org/drawingml/2006/main">
            <a:r>
              <a:t>https://doi.org/10.1111/j.1751-5823.2005.tb00254.x</a:t>
            </a:r>
          </a:p>
          <a:p xmlns:a="http://schemas.openxmlformats.org/drawingml/2006/main">
            <a:r>
              <a:t>https://www.annualreviews.org/content/journals/10.1146/annurev-statistics-040220-101153</a:t>
            </a:r>
          </a:p>
          <a:p xmlns:a="http://schemas.openxmlformats.org/drawingml/2006/main">
            <a:r>
              <a:t>https://arxiv.org/abs/1910.12845</a:t>
            </a:r>
          </a:p>
          <a:p xmlns:a="http://schemas.openxmlformats.org/drawingml/2006/main">
            <a:r>
              <a:t>https://martinjullum.com/publication/aas-2021-explaining/aas-2021-explaining.pdf</a:t>
            </a:r>
          </a:p>
          <a:p xmlns:a="http://schemas.openxmlformats.org/drawingml/2006/main">
            <a:r>
              <a:t>https://papers.nips.cc/paper/2020/hash/7d97667a3e056acab9aaf653807b4a03-Abstract.html</a:t>
            </a:r>
          </a:p>
          <a:p xmlns:a="http://schemas.openxmlformats.org/drawingml/2006/main">
            <a:r>
              <a:t>https://arxiv.org/abs/2404.17489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copula/slideLayouts/_rels/slideLayout1.xml.rels><?xml version='1.0' encoding='UTF-8' standalone='yes'?>
<Relationships xmlns="http://schemas.openxmlformats.org/package/2006/relationships"><Relationship Type="http://schemas.openxmlformats.org/officeDocument/2006/relationships/slideMaster" Target="../slideMasters/slideMaster1.xml" Id="R95f2bd3e7ffd4ff2"/></Relationships>
</file>

<file path=ppt/copula/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copula/slideMasters/_rels/slideMaster1.xml.rels><?xml version='1.0' encoding='UTF-8' standalone='yes'?>
<Relationships xmlns="http://schemas.openxmlformats.org/package/2006/relationships"><Relationship Type="http://schemas.openxmlformats.org/officeDocument/2006/relationships/theme" Target="theme/theme2.xml" Id="R6b38c4f5e8a54507"/><Relationship Type="http://schemas.openxmlformats.org/officeDocument/2006/relationships/slideLayout" Target="../slideLayouts/slideLayout1.xml" Id="Racd741bb7df046d0"/></Relationships>
</file>

<file path=ppt/copula/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cd741bb7df046d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copula/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copula/slides/charts/chart1.xml><?xml version="1.0" encoding="utf-8"?>
<c:chartSpace xmlns:c="http://schemas.openxmlformats.org/drawingml/2006/chart">
  <c:lang val="en-US"/>
  <c:chart>
    <c:plotArea>
      <c:scatterChart>
        <c:scatterStyle val="marker"/>
        <c:ser>
          <c:idx val="0"/>
          <c:order val="0"/>
          <c:tx>
            <c:v>説明用データ</c:v>
          </c:tx>
          <c:spPr>
            <a:solidFill xmlns:a="http://schemas.openxmlformats.org/drawingml/2006/main">
              <a:srgbClr val="2B6777"/>
            </a:solidFill>
            <a:ln xmlns:a="http://schemas.openxmlformats.org/drawingml/2006/main" w="0">
              <a:noFill/>
            </a:ln>
          </c:spPr>
          <c:marker>
            <c:symbol val="circle"/>
            <c:size val="5"/>
            <c:spPr>
              <a:noFill xmlns:a="http://schemas.openxmlformats.org/drawingml/2006/main"/>
            </c:spPr>
          </c:marker>
          <c:xVal>
            <c:numLit>
              <c:formatCode>General</c:formatCode>
              <c:ptCount val="9"/>
              <c:pt idx="0">
                <c:v>0.1</c:v>
              </c:pt>
              <c:pt idx="1">
                <c:v>0.2</c:v>
              </c:pt>
              <c:pt idx="2">
                <c:v>0.3</c:v>
              </c:pt>
              <c:pt idx="3">
                <c:v>0.4</c:v>
              </c:pt>
              <c:pt idx="4">
                <c:v>0.5</c:v>
              </c:pt>
              <c:pt idx="5">
                <c:v>0.6</c:v>
              </c:pt>
              <c:pt idx="6">
                <c:v>0.7</c:v>
              </c:pt>
              <c:pt idx="7">
                <c:v>0.8</c:v>
              </c:pt>
              <c:pt idx="8">
                <c:v>0.9</c:v>
              </c:pt>
            </c:numLit>
          </c:xVal>
          <c:yVal>
            <c:numLit>
              <c:formatCode>0.0</c:formatCode>
              <c:ptCount val="9"/>
              <c:pt idx="0">
                <c:v>0.15</c:v>
              </c:pt>
              <c:pt idx="1">
                <c:v>0.23</c:v>
              </c:pt>
              <c:pt idx="2">
                <c:v>0.2</c:v>
              </c:pt>
              <c:pt idx="3">
                <c:v>0.48</c:v>
              </c:pt>
              <c:pt idx="4">
                <c:v>0.42</c:v>
              </c:pt>
              <c:pt idx="5">
                <c:v>0.7</c:v>
              </c:pt>
              <c:pt idx="6">
                <c:v>0.62</c:v>
              </c:pt>
              <c:pt idx="7">
                <c:v>0.84</c:v>
              </c:pt>
              <c:pt idx="8">
                <c:v>0.91</c:v>
              </c:pt>
            </c:numLit>
          </c:yVal>
        </c:ser>
        <c:axId val="48650112"/>
        <c:axId val="48672768"/>
      </c:scatterChart>
      <c:valAx>
        <c:axId val="48672768"/>
        <c:scaling>
          <c:orientation val="minMax"/>
          <c:max val="1"/>
          <c:min val="0"/>
        </c:scaling>
        <c:delete val="0"/>
        <c:axPos val="l"/>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V：体重の位置</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50112"/>
      </c:valAx>
      <c:valAx>
        <c:axId val="48650112"/>
        <c:scaling>
          <c:orientation val="minMax"/>
          <c:max val="1"/>
          <c:min val="0"/>
        </c:scaling>
        <c:delete val="0"/>
        <c:axPos val="b"/>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U：身長の位置</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72768"/>
      </c:valAx>
      <c:spPr>
        <a:solidFill xmlns:a="http://schemas.openxmlformats.org/drawingml/2006/main">
          <a:srgbClr val="F6F6F6"/>
        </a:solidFill>
      </c:spPr>
    </c:plotArea>
    <c:plotVisOnly val="1"/>
  </c:chart>
  <c:spPr>
    <a:solidFill xmlns:a="http://schemas.openxmlformats.org/drawingml/2006/main">
      <a:srgbClr val="FFFFFF"/>
    </a:solidFill>
  </c:spPr>
</c:chartSpace>
</file>

<file path=ppt/copula/slides/charts/chart2.xml><?xml version="1.0" encoding="utf-8"?>
<c:chartSpace xmlns:c="http://schemas.openxmlformats.org/drawingml/2006/chart">
  <c:lang val="en-US"/>
  <c:chart>
    <c:plotArea>
      <c:scatterChart>
        <c:scatterStyle val="lineMarker"/>
        <c:ser>
          <c:idx val="0"/>
          <c:order val="0"/>
          <c:tx>
            <c:v>範囲の外</c:v>
          </c:tx>
          <c:spPr>
            <a:solidFill xmlns:a="http://schemas.openxmlformats.org/drawingml/2006/main">
              <a:srgbClr val="AAAAAA"/>
            </a:solidFill>
            <a:ln xmlns:a="http://schemas.openxmlformats.org/drawingml/2006/main" w="0">
              <a:noFill/>
            </a:ln>
          </c:spPr>
          <c:marker>
            <c:symbol val="circle"/>
            <c:size val="5"/>
            <c:spPr>
              <a:noFill xmlns:a="http://schemas.openxmlformats.org/drawingml/2006/main"/>
            </c:spPr>
          </c:marker>
          <c:xVal>
            <c:numLit>
              <c:formatCode>General</c:formatCode>
              <c:ptCount val="60"/>
              <c:pt idx="0">
                <c:v>0.05</c:v>
              </c:pt>
              <c:pt idx="1">
                <c:v>0.05</c:v>
              </c:pt>
              <c:pt idx="2">
                <c:v>0.05</c:v>
              </c:pt>
              <c:pt idx="3">
                <c:v>0.05</c:v>
              </c:pt>
              <c:pt idx="4">
                <c:v>0.05</c:v>
              </c:pt>
              <c:pt idx="5">
                <c:v>0.15</c:v>
              </c:pt>
              <c:pt idx="6">
                <c:v>0.15</c:v>
              </c:pt>
              <c:pt idx="7">
                <c:v>0.15</c:v>
              </c:pt>
              <c:pt idx="8">
                <c:v>0.15</c:v>
              </c:pt>
              <c:pt idx="9">
                <c:v>0.15</c:v>
              </c:pt>
              <c:pt idx="10">
                <c:v>0.25</c:v>
              </c:pt>
              <c:pt idx="11">
                <c:v>0.25</c:v>
              </c:pt>
              <c:pt idx="12">
                <c:v>0.25</c:v>
              </c:pt>
              <c:pt idx="13">
                <c:v>0.25</c:v>
              </c:pt>
              <c:pt idx="14">
                <c:v>0.25</c:v>
              </c:pt>
              <c:pt idx="15">
                <c:v>0.35</c:v>
              </c:pt>
              <c:pt idx="16">
                <c:v>0.35</c:v>
              </c:pt>
              <c:pt idx="17">
                <c:v>0.35</c:v>
              </c:pt>
              <c:pt idx="18">
                <c:v>0.35</c:v>
              </c:pt>
              <c:pt idx="19">
                <c:v>0.35</c:v>
              </c:pt>
              <c:pt idx="20">
                <c:v>0.45</c:v>
              </c:pt>
              <c:pt idx="21">
                <c:v>0.45</c:v>
              </c:pt>
              <c:pt idx="22">
                <c:v>0.45</c:v>
              </c:pt>
              <c:pt idx="23">
                <c:v>0.45</c:v>
              </c:pt>
              <c:pt idx="24">
                <c:v>0.45</c:v>
              </c:pt>
              <c:pt idx="25">
                <c:v>0.55</c:v>
              </c:pt>
              <c:pt idx="26">
                <c:v>0.55</c:v>
              </c:pt>
              <c:pt idx="27">
                <c:v>0.55</c:v>
              </c:pt>
              <c:pt idx="28">
                <c:v>0.55</c:v>
              </c:pt>
              <c:pt idx="29">
                <c:v>0.55</c:v>
              </c:pt>
              <c:pt idx="30">
                <c:v>0.65</c:v>
              </c:pt>
              <c:pt idx="31">
                <c:v>0.65</c:v>
              </c:pt>
              <c:pt idx="32">
                <c:v>0.65</c:v>
              </c:pt>
              <c:pt idx="33">
                <c:v>0.65</c:v>
              </c:pt>
              <c:pt idx="34">
                <c:v>0.65</c:v>
              </c:pt>
              <c:pt idx="35">
                <c:v>0.75</c:v>
              </c:pt>
              <c:pt idx="36">
                <c:v>0.75</c:v>
              </c:pt>
              <c:pt idx="37">
                <c:v>0.75</c:v>
              </c:pt>
              <c:pt idx="38">
                <c:v>0.75</c:v>
              </c:pt>
              <c:pt idx="39">
                <c:v>0.75</c:v>
              </c:pt>
              <c:pt idx="40">
                <c:v>0.85</c:v>
              </c:pt>
              <c:pt idx="41">
                <c:v>0.85</c:v>
              </c:pt>
              <c:pt idx="42">
                <c:v>0.85</c:v>
              </c:pt>
              <c:pt idx="43">
                <c:v>0.85</c:v>
              </c:pt>
              <c:pt idx="44">
                <c:v>0.85</c:v>
              </c:pt>
              <c:pt idx="45">
                <c:v>0.85</c:v>
              </c:pt>
              <c:pt idx="46">
                <c:v>0.85</c:v>
              </c:pt>
              <c:pt idx="47">
                <c:v>0.85</c:v>
              </c:pt>
              <c:pt idx="48">
                <c:v>0.85</c:v>
              </c:pt>
              <c:pt idx="49">
                <c:v>0.85</c:v>
              </c:pt>
              <c:pt idx="50">
                <c:v>0.95</c:v>
              </c:pt>
              <c:pt idx="51">
                <c:v>0.95</c:v>
              </c:pt>
              <c:pt idx="52">
                <c:v>0.95</c:v>
              </c:pt>
              <c:pt idx="53">
                <c:v>0.95</c:v>
              </c:pt>
              <c:pt idx="54">
                <c:v>0.95</c:v>
              </c:pt>
              <c:pt idx="55">
                <c:v>0.95</c:v>
              </c:pt>
              <c:pt idx="56">
                <c:v>0.95</c:v>
              </c:pt>
              <c:pt idx="57">
                <c:v>0.95</c:v>
              </c:pt>
              <c:pt idx="58">
                <c:v>0.95</c:v>
              </c:pt>
              <c:pt idx="59">
                <c:v>0.95</c:v>
              </c:pt>
            </c:numLit>
          </c:xVal>
          <c:yVal>
            <c:numLit>
              <c:formatCode>0.0</c:formatCode>
              <c:ptCount val="60"/>
              <c:pt idx="0">
                <c:v>0.55</c:v>
              </c:pt>
              <c:pt idx="1">
                <c:v>0.65</c:v>
              </c:pt>
              <c:pt idx="2">
                <c:v>0.75</c:v>
              </c:pt>
              <c:pt idx="3">
                <c:v>0.85</c:v>
              </c:pt>
              <c:pt idx="4">
                <c:v>0.95</c:v>
              </c:pt>
              <c:pt idx="5">
                <c:v>0.55</c:v>
              </c:pt>
              <c:pt idx="6">
                <c:v>0.65</c:v>
              </c:pt>
              <c:pt idx="7">
                <c:v>0.75</c:v>
              </c:pt>
              <c:pt idx="8">
                <c:v>0.85</c:v>
              </c:pt>
              <c:pt idx="9">
                <c:v>0.95</c:v>
              </c:pt>
              <c:pt idx="10">
                <c:v>0.55</c:v>
              </c:pt>
              <c:pt idx="11">
                <c:v>0.65</c:v>
              </c:pt>
              <c:pt idx="12">
                <c:v>0.75</c:v>
              </c:pt>
              <c:pt idx="13">
                <c:v>0.85</c:v>
              </c:pt>
              <c:pt idx="14">
                <c:v>0.95</c:v>
              </c:pt>
              <c:pt idx="15">
                <c:v>0.55</c:v>
              </c:pt>
              <c:pt idx="16">
                <c:v>0.65</c:v>
              </c:pt>
              <c:pt idx="17">
                <c:v>0.75</c:v>
              </c:pt>
              <c:pt idx="18">
                <c:v>0.85</c:v>
              </c:pt>
              <c:pt idx="19">
                <c:v>0.95</c:v>
              </c:pt>
              <c:pt idx="20">
                <c:v>0.55</c:v>
              </c:pt>
              <c:pt idx="21">
                <c:v>0.65</c:v>
              </c:pt>
              <c:pt idx="22">
                <c:v>0.75</c:v>
              </c:pt>
              <c:pt idx="23">
                <c:v>0.85</c:v>
              </c:pt>
              <c:pt idx="24">
                <c:v>0.95</c:v>
              </c:pt>
              <c:pt idx="25">
                <c:v>0.55</c:v>
              </c:pt>
              <c:pt idx="26">
                <c:v>0.65</c:v>
              </c:pt>
              <c:pt idx="27">
                <c:v>0.75</c:v>
              </c:pt>
              <c:pt idx="28">
                <c:v>0.85</c:v>
              </c:pt>
              <c:pt idx="29">
                <c:v>0.95</c:v>
              </c:pt>
              <c:pt idx="30">
                <c:v>0.55</c:v>
              </c:pt>
              <c:pt idx="31">
                <c:v>0.65</c:v>
              </c:pt>
              <c:pt idx="32">
                <c:v>0.75</c:v>
              </c:pt>
              <c:pt idx="33">
                <c:v>0.85</c:v>
              </c:pt>
              <c:pt idx="34">
                <c:v>0.95</c:v>
              </c:pt>
              <c:pt idx="35">
                <c:v>0.55</c:v>
              </c:pt>
              <c:pt idx="36">
                <c:v>0.65</c:v>
              </c:pt>
              <c:pt idx="37">
                <c:v>0.75</c:v>
              </c:pt>
              <c:pt idx="38">
                <c:v>0.85</c:v>
              </c:pt>
              <c:pt idx="39">
                <c:v>0.95</c:v>
              </c:pt>
              <c:pt idx="40">
                <c:v>0.05</c:v>
              </c:pt>
              <c:pt idx="41">
                <c:v>0.15</c:v>
              </c:pt>
              <c:pt idx="42">
                <c:v>0.25</c:v>
              </c:pt>
              <c:pt idx="43">
                <c:v>0.35</c:v>
              </c:pt>
              <c:pt idx="44">
                <c:v>0.45</c:v>
              </c:pt>
              <c:pt idx="45">
                <c:v>0.55</c:v>
              </c:pt>
              <c:pt idx="46">
                <c:v>0.65</c:v>
              </c:pt>
              <c:pt idx="47">
                <c:v>0.75</c:v>
              </c:pt>
              <c:pt idx="48">
                <c:v>0.85</c:v>
              </c:pt>
              <c:pt idx="49">
                <c:v>0.95</c:v>
              </c:pt>
              <c:pt idx="50">
                <c:v>0.05</c:v>
              </c:pt>
              <c:pt idx="51">
                <c:v>0.15</c:v>
              </c:pt>
              <c:pt idx="52">
                <c:v>0.25</c:v>
              </c:pt>
              <c:pt idx="53">
                <c:v>0.35</c:v>
              </c:pt>
              <c:pt idx="54">
                <c:v>0.45</c:v>
              </c:pt>
              <c:pt idx="55">
                <c:v>0.55</c:v>
              </c:pt>
              <c:pt idx="56">
                <c:v>0.65</c:v>
              </c:pt>
              <c:pt idx="57">
                <c:v>0.75</c:v>
              </c:pt>
              <c:pt idx="58">
                <c:v>0.85</c:v>
              </c:pt>
              <c:pt idx="59">
                <c:v>0.95</c:v>
              </c:pt>
            </c:numLit>
          </c:yVal>
        </c:ser>
        <c:ser>
          <c:idx val="1"/>
          <c:order val="1"/>
          <c:tx>
            <c:v>両条件を満たす</c:v>
          </c:tx>
          <c:spPr>
            <a:solidFill xmlns:a="http://schemas.openxmlformats.org/drawingml/2006/main">
              <a:srgbClr val="2E7D5B"/>
            </a:solidFill>
            <a:ln xmlns:a="http://schemas.openxmlformats.org/drawingml/2006/main" w="0">
              <a:noFill/>
            </a:ln>
          </c:spPr>
          <c:marker>
            <c:symbol val="circle"/>
            <c:size val="6"/>
            <c:spPr>
              <a:noFill xmlns:a="http://schemas.openxmlformats.org/drawingml/2006/main"/>
            </c:spPr>
          </c:marker>
          <c:xVal>
            <c:numLit>
              <c:formatCode>General</c:formatCode>
              <c:ptCount val="40"/>
              <c:pt idx="0">
                <c:v>0.05</c:v>
              </c:pt>
              <c:pt idx="1">
                <c:v>0.05</c:v>
              </c:pt>
              <c:pt idx="2">
                <c:v>0.05</c:v>
              </c:pt>
              <c:pt idx="3">
                <c:v>0.05</c:v>
              </c:pt>
              <c:pt idx="4">
                <c:v>0.05</c:v>
              </c:pt>
              <c:pt idx="5">
                <c:v>0.15</c:v>
              </c:pt>
              <c:pt idx="6">
                <c:v>0.15</c:v>
              </c:pt>
              <c:pt idx="7">
                <c:v>0.15</c:v>
              </c:pt>
              <c:pt idx="8">
                <c:v>0.15</c:v>
              </c:pt>
              <c:pt idx="9">
                <c:v>0.15</c:v>
              </c:pt>
              <c:pt idx="10">
                <c:v>0.25</c:v>
              </c:pt>
              <c:pt idx="11">
                <c:v>0.25</c:v>
              </c:pt>
              <c:pt idx="12">
                <c:v>0.25</c:v>
              </c:pt>
              <c:pt idx="13">
                <c:v>0.25</c:v>
              </c:pt>
              <c:pt idx="14">
                <c:v>0.25</c:v>
              </c:pt>
              <c:pt idx="15">
                <c:v>0.35</c:v>
              </c:pt>
              <c:pt idx="16">
                <c:v>0.35</c:v>
              </c:pt>
              <c:pt idx="17">
                <c:v>0.35</c:v>
              </c:pt>
              <c:pt idx="18">
                <c:v>0.35</c:v>
              </c:pt>
              <c:pt idx="19">
                <c:v>0.35</c:v>
              </c:pt>
              <c:pt idx="20">
                <c:v>0.45</c:v>
              </c:pt>
              <c:pt idx="21">
                <c:v>0.45</c:v>
              </c:pt>
              <c:pt idx="22">
                <c:v>0.45</c:v>
              </c:pt>
              <c:pt idx="23">
                <c:v>0.45</c:v>
              </c:pt>
              <c:pt idx="24">
                <c:v>0.45</c:v>
              </c:pt>
              <c:pt idx="25">
                <c:v>0.55</c:v>
              </c:pt>
              <c:pt idx="26">
                <c:v>0.55</c:v>
              </c:pt>
              <c:pt idx="27">
                <c:v>0.55</c:v>
              </c:pt>
              <c:pt idx="28">
                <c:v>0.55</c:v>
              </c:pt>
              <c:pt idx="29">
                <c:v>0.55</c:v>
              </c:pt>
              <c:pt idx="30">
                <c:v>0.65</c:v>
              </c:pt>
              <c:pt idx="31">
                <c:v>0.65</c:v>
              </c:pt>
              <c:pt idx="32">
                <c:v>0.65</c:v>
              </c:pt>
              <c:pt idx="33">
                <c:v>0.65</c:v>
              </c:pt>
              <c:pt idx="34">
                <c:v>0.65</c:v>
              </c:pt>
              <c:pt idx="35">
                <c:v>0.75</c:v>
              </c:pt>
              <c:pt idx="36">
                <c:v>0.75</c:v>
              </c:pt>
              <c:pt idx="37">
                <c:v>0.75</c:v>
              </c:pt>
              <c:pt idx="38">
                <c:v>0.75</c:v>
              </c:pt>
              <c:pt idx="39">
                <c:v>0.75</c:v>
              </c:pt>
            </c:numLit>
          </c:xVal>
          <c:yVal>
            <c:numLit>
              <c:formatCode>0.0</c:formatCode>
              <c:ptCount val="40"/>
              <c:pt idx="0">
                <c:v>0.05</c:v>
              </c:pt>
              <c:pt idx="1">
                <c:v>0.15</c:v>
              </c:pt>
              <c:pt idx="2">
                <c:v>0.25</c:v>
              </c:pt>
              <c:pt idx="3">
                <c:v>0.35</c:v>
              </c:pt>
              <c:pt idx="4">
                <c:v>0.45</c:v>
              </c:pt>
              <c:pt idx="5">
                <c:v>0.05</c:v>
              </c:pt>
              <c:pt idx="6">
                <c:v>0.15</c:v>
              </c:pt>
              <c:pt idx="7">
                <c:v>0.25</c:v>
              </c:pt>
              <c:pt idx="8">
                <c:v>0.35</c:v>
              </c:pt>
              <c:pt idx="9">
                <c:v>0.45</c:v>
              </c:pt>
              <c:pt idx="10">
                <c:v>0.05</c:v>
              </c:pt>
              <c:pt idx="11">
                <c:v>0.15</c:v>
              </c:pt>
              <c:pt idx="12">
                <c:v>0.25</c:v>
              </c:pt>
              <c:pt idx="13">
                <c:v>0.35</c:v>
              </c:pt>
              <c:pt idx="14">
                <c:v>0.45</c:v>
              </c:pt>
              <c:pt idx="15">
                <c:v>0.05</c:v>
              </c:pt>
              <c:pt idx="16">
                <c:v>0.15</c:v>
              </c:pt>
              <c:pt idx="17">
                <c:v>0.25</c:v>
              </c:pt>
              <c:pt idx="18">
                <c:v>0.35</c:v>
              </c:pt>
              <c:pt idx="19">
                <c:v>0.45</c:v>
              </c:pt>
              <c:pt idx="20">
                <c:v>0.05</c:v>
              </c:pt>
              <c:pt idx="21">
                <c:v>0.15</c:v>
              </c:pt>
              <c:pt idx="22">
                <c:v>0.25</c:v>
              </c:pt>
              <c:pt idx="23">
                <c:v>0.35</c:v>
              </c:pt>
              <c:pt idx="24">
                <c:v>0.45</c:v>
              </c:pt>
              <c:pt idx="25">
                <c:v>0.05</c:v>
              </c:pt>
              <c:pt idx="26">
                <c:v>0.15</c:v>
              </c:pt>
              <c:pt idx="27">
                <c:v>0.25</c:v>
              </c:pt>
              <c:pt idx="28">
                <c:v>0.35</c:v>
              </c:pt>
              <c:pt idx="29">
                <c:v>0.45</c:v>
              </c:pt>
              <c:pt idx="30">
                <c:v>0.05</c:v>
              </c:pt>
              <c:pt idx="31">
                <c:v>0.15</c:v>
              </c:pt>
              <c:pt idx="32">
                <c:v>0.25</c:v>
              </c:pt>
              <c:pt idx="33">
                <c:v>0.35</c:v>
              </c:pt>
              <c:pt idx="34">
                <c:v>0.45</c:v>
              </c:pt>
              <c:pt idx="35">
                <c:v>0.05</c:v>
              </c:pt>
              <c:pt idx="36">
                <c:v>0.15</c:v>
              </c:pt>
              <c:pt idx="37">
                <c:v>0.25</c:v>
              </c:pt>
              <c:pt idx="38">
                <c:v>0.35</c:v>
              </c:pt>
              <c:pt idx="39">
                <c:v>0.45</c:v>
              </c:pt>
            </c:numLit>
          </c:yVal>
        </c:ser>
        <c:ser>
          <c:idx val="2"/>
          <c:order val="2"/>
          <c:tx>
            <c:v>境界</c:v>
          </c:tx>
          <c:spPr>
            <a:solidFill xmlns:a="http://schemas.openxmlformats.org/drawingml/2006/main">
              <a:srgbClr val="2E7D5B"/>
            </a:solidFill>
            <a:ln xmlns:a="http://schemas.openxmlformats.org/drawingml/2006/main" w="19050">
              <a:solidFill>
                <a:srgbClr val="2E7D5B"/>
              </a:solidFill>
            </a:ln>
          </c:spPr>
          <c:marker>
            <c:symbol val="none"/>
          </c:marker>
          <c:xVal>
            <c:numLit>
              <c:formatCode>General</c:formatCode>
              <c:ptCount val="5"/>
              <c:pt idx="0">
                <c:v>0</c:v>
              </c:pt>
              <c:pt idx="1">
                <c:v>0.8</c:v>
              </c:pt>
              <c:pt idx="2">
                <c:v>0.8</c:v>
              </c:pt>
              <c:pt idx="3">
                <c:v>0</c:v>
              </c:pt>
              <c:pt idx="4">
                <c:v>0</c:v>
              </c:pt>
            </c:numLit>
          </c:xVal>
          <c:yVal>
            <c:numLit>
              <c:formatCode>0.0</c:formatCode>
              <c:ptCount val="5"/>
              <c:pt idx="0">
                <c:v>0</c:v>
              </c:pt>
              <c:pt idx="1">
                <c:v>0</c:v>
              </c:pt>
              <c:pt idx="2">
                <c:v>0.5</c:v>
              </c:pt>
              <c:pt idx="3">
                <c:v>0.5</c:v>
              </c:pt>
              <c:pt idx="4">
                <c:v>0</c:v>
              </c:pt>
            </c:numLit>
          </c:yVal>
        </c:ser>
        <c:axId val="48650112"/>
        <c:axId val="48672768"/>
      </c:scatterChart>
      <c:valAx>
        <c:axId val="48672768"/>
        <c:scaling>
          <c:orientation val="minMax"/>
          <c:max val="1"/>
          <c:min val="0"/>
        </c:scaling>
        <c:delete val="0"/>
        <c:axPos val="l"/>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V：体重の位置</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50112"/>
      </c:valAx>
      <c:valAx>
        <c:axId val="48650112"/>
        <c:scaling>
          <c:orientation val="minMax"/>
          <c:max val="1"/>
          <c:min val="0"/>
        </c:scaling>
        <c:delete val="0"/>
        <c:axPos val="b"/>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U：身長の位置</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72768"/>
      </c:valAx>
      <c:spPr>
        <a:solidFill xmlns:a="http://schemas.openxmlformats.org/drawingml/2006/main">
          <a:srgbClr val="F6F6F6"/>
        </a:solidFill>
      </c:spPr>
    </c:plotArea>
    <c:plotVisOnly val="1"/>
  </c:chart>
  <c:spPr>
    <a:solidFill xmlns:a="http://schemas.openxmlformats.org/drawingml/2006/main">
      <a:srgbClr val="FFFFFF"/>
    </a:solidFill>
  </c:spPr>
</c:chartSpace>
</file>

<file path=ppt/copula/slides/charts/chart3.xml><?xml version="1.0" encoding="utf-8"?>
<c:chartSpace xmlns:c="http://schemas.openxmlformats.org/drawingml/2006/chart">
  <c:lang val="en-US"/>
  <c:chart>
    <c:plotArea>
      <c:scatterChart>
        <c:scatterStyle val="marker"/>
        <c:ser>
          <c:idx val="0"/>
          <c:order val="0"/>
          <c:tx>
            <c:v>説明用データ</c:v>
          </c:tx>
          <c:spPr>
            <a:solidFill xmlns:a="http://schemas.openxmlformats.org/drawingml/2006/main">
              <a:srgbClr val="2B6777"/>
            </a:solidFill>
            <a:ln xmlns:a="http://schemas.openxmlformats.org/drawingml/2006/main" w="0">
              <a:noFill/>
            </a:ln>
          </c:spPr>
          <c:marker>
            <c:symbol val="circle"/>
            <c:size val="5"/>
            <c:spPr>
              <a:noFill xmlns:a="http://schemas.openxmlformats.org/drawingml/2006/main"/>
            </c:spPr>
          </c:marker>
          <c:xVal>
            <c:numLit>
              <c:formatCode>General</c:formatCode>
              <c:ptCount val="180"/>
              <c:pt idx="0">
                <c:v>-0.9647372364997864</c:v>
              </c:pt>
              <c:pt idx="1">
                <c:v>-0.6855233907699585</c:v>
              </c:pt>
              <c:pt idx="2">
                <c:v>-1.792757511138916</c:v>
              </c:pt>
              <c:pt idx="3">
                <c:v>1.1180673837661743</c:v>
              </c:pt>
              <c:pt idx="4">
                <c:v>-1.2775095701217651</c:v>
              </c:pt>
              <c:pt idx="5">
                <c:v>0.42376038432121277</c:v>
              </c:pt>
              <c:pt idx="6">
                <c:v>-0.09005124866962433</c:v>
              </c:pt>
              <c:pt idx="7">
                <c:v>0.5023844242095947</c:v>
              </c:pt>
              <c:pt idx="8">
                <c:v>1.5127248764038086</c:v>
              </c:pt>
              <c:pt idx="9">
                <c:v>-0.7061502933502197</c:v>
              </c:pt>
              <c:pt idx="10">
                <c:v>-0.08448084443807602</c:v>
              </c:pt>
              <c:pt idx="11">
                <c:v>-0.674366295337677</c:v>
              </c:pt>
              <c:pt idx="12">
                <c:v>1.037275791168213</c:v>
              </c:pt>
              <c:pt idx="13">
                <c:v>1.7693636417388916</c:v>
              </c:pt>
              <c:pt idx="14">
                <c:v>0.6536055207252502</c:v>
              </c:pt>
              <c:pt idx="15">
                <c:v>1.33120596408844</c:v>
              </c:pt>
              <c:pt idx="16">
                <c:v>-0.1629435420036316</c:v>
              </c:pt>
              <c:pt idx="17">
                <c:v>-2.0285866260528564</c:v>
              </c:pt>
              <c:pt idx="18">
                <c:v>-1.8948066234588623</c:v>
              </c:pt>
              <c:pt idx="19">
                <c:v>-0.22434201836585999</c:v>
              </c:pt>
              <c:pt idx="20">
                <c:v>-0.7278640866279602</c:v>
              </c:pt>
              <c:pt idx="21">
                <c:v>-0.051989033818244934</c:v>
              </c:pt>
              <c:pt idx="22">
                <c:v>-1.0208877325057983</c:v>
              </c:pt>
              <c:pt idx="23">
                <c:v>0.5045332908630371</c:v>
              </c:pt>
              <c:pt idx="24">
                <c:v>-0.1429166942834854</c:v>
              </c:pt>
              <c:pt idx="25">
                <c:v>0.12061583995819092</c:v>
              </c:pt>
              <c:pt idx="26">
                <c:v>-0.1611085683107376</c:v>
              </c:pt>
              <c:pt idx="27">
                <c:v>0.5498474836349487</c:v>
              </c:pt>
              <c:pt idx="28">
                <c:v>-0.37712424993515015</c:v>
              </c:pt>
              <c:pt idx="29">
                <c:v>-0.23520046472549438</c:v>
              </c:pt>
              <c:pt idx="30">
                <c:v>-1.6680564880371094</c:v>
              </c:pt>
              <c:pt idx="31">
                <c:v>-0.307282954454422</c:v>
              </c:pt>
              <c:pt idx="32">
                <c:v>0.6137955784797668</c:v>
              </c:pt>
              <c:pt idx="33">
                <c:v>0.7804043889045715</c:v>
              </c:pt>
              <c:pt idx="34">
                <c:v>1.1308318376541138</c:v>
              </c:pt>
              <c:pt idx="35">
                <c:v>1.2262190580368042</c:v>
              </c:pt>
              <c:pt idx="36">
                <c:v>2.2307043075561523</c:v>
              </c:pt>
              <c:pt idx="37">
                <c:v>2.112628936767578</c:v>
              </c:pt>
              <c:pt idx="38">
                <c:v>-0.013101226650178432</c:v>
              </c:pt>
              <c:pt idx="39">
                <c:v>1.009634017944336</c:v>
              </c:pt>
              <c:pt idx="40">
                <c:v>0.18600128591060638</c:v>
              </c:pt>
              <c:pt idx="41">
                <c:v>-0.27709147334098816</c:v>
              </c:pt>
              <c:pt idx="42">
                <c:v>0.6622092723846436</c:v>
              </c:pt>
              <c:pt idx="43">
                <c:v>1.3038067817687988</c:v>
              </c:pt>
              <c:pt idx="44">
                <c:v>1.1412955522537231</c:v>
              </c:pt>
              <c:pt idx="45">
                <c:v>-0.637829601764679</c:v>
              </c:pt>
              <c:pt idx="46">
                <c:v>-0.4107067584991455</c:v>
              </c:pt>
              <c:pt idx="47">
                <c:v>0.0768151506781578</c:v>
              </c:pt>
              <c:pt idx="48">
                <c:v>0.22267943620681763</c:v>
              </c:pt>
              <c:pt idx="49">
                <c:v>0.27333784103393555</c:v>
              </c:pt>
              <c:pt idx="50">
                <c:v>0.9418044686317444</c:v>
              </c:pt>
              <c:pt idx="51">
                <c:v>-1.572287917137146</c:v>
              </c:pt>
              <c:pt idx="52">
                <c:v>0.3699592649936676</c:v>
              </c:pt>
              <c:pt idx="53">
                <c:v>-0.9450938701629639</c:v>
              </c:pt>
              <c:pt idx="54">
                <c:v>-1.1332682371139526</c:v>
              </c:pt>
              <c:pt idx="55">
                <c:v>0.21907539665699005</c:v>
              </c:pt>
              <c:pt idx="56">
                <c:v>0.02855522930622101</c:v>
              </c:pt>
              <c:pt idx="57">
                <c:v>0.8137820959091187</c:v>
              </c:pt>
              <c:pt idx="58">
                <c:v>0.2831861078739166</c:v>
              </c:pt>
              <c:pt idx="59">
                <c:v>-0.9086555242538452</c:v>
              </c:pt>
              <c:pt idx="60">
                <c:v>0.05725765973329544</c:v>
              </c:pt>
              <c:pt idx="61">
                <c:v>-0.21573670208454132</c:v>
              </c:pt>
              <c:pt idx="62">
                <c:v>0.5847881436347961</c:v>
              </c:pt>
              <c:pt idx="63">
                <c:v>-1.125730276107788</c:v>
              </c:pt>
              <c:pt idx="64">
                <c:v>0.9841077327728271</c:v>
              </c:pt>
              <c:pt idx="65">
                <c:v>0.4251708388328552</c:v>
              </c:pt>
              <c:pt idx="66">
                <c:v>-0.8201004266738892</c:v>
              </c:pt>
              <c:pt idx="67">
                <c:v>1.3174653053283691</c:v>
              </c:pt>
              <c:pt idx="68">
                <c:v>-0.6334561705589294</c:v>
              </c:pt>
              <c:pt idx="69">
                <c:v>-0.40790098905563354</c:v>
              </c:pt>
              <c:pt idx="70">
                <c:v>1.197912573814392</c:v>
              </c:pt>
              <c:pt idx="71">
                <c:v>0.28689685463905334</c:v>
              </c:pt>
              <c:pt idx="72">
                <c:v>0.8704565763473511</c:v>
              </c:pt>
              <c:pt idx="73">
                <c:v>1.4087345600128174</c:v>
              </c:pt>
              <c:pt idx="74">
                <c:v>-1.6751714944839478</c:v>
              </c:pt>
              <c:pt idx="75">
                <c:v>0.2558642625808716</c:v>
              </c:pt>
              <c:pt idx="76">
                <c:v>0.5081062912940979</c:v>
              </c:pt>
              <c:pt idx="77">
                <c:v>-1.3136510848999023</c:v>
              </c:pt>
              <c:pt idx="78">
                <c:v>-0.9900968074798584</c:v>
              </c:pt>
              <c:pt idx="79">
                <c:v>-0.5688132643699646</c:v>
              </c:pt>
              <c:pt idx="80">
                <c:v>1.5262733697891235</c:v>
              </c:pt>
              <c:pt idx="81">
                <c:v>0.9729715585708618</c:v>
              </c:pt>
              <c:pt idx="82">
                <c:v>-0.8360335230827332</c:v>
              </c:pt>
              <c:pt idx="83">
                <c:v>-1.0783849954605103</c:v>
              </c:pt>
              <c:pt idx="84">
                <c:v>0.6854467988014221</c:v>
              </c:pt>
              <c:pt idx="85">
                <c:v>-0.16405166685581207</c:v>
              </c:pt>
              <c:pt idx="86">
                <c:v>-0.7526415586471558</c:v>
              </c:pt>
              <c:pt idx="87">
                <c:v>-0.47221121191978455</c:v>
              </c:pt>
              <c:pt idx="88">
                <c:v>1.6012145280838013</c:v>
              </c:pt>
              <c:pt idx="89">
                <c:v>0.21400171518325806</c:v>
              </c:pt>
              <c:pt idx="90">
                <c:v>-0.2787516713142395</c:v>
              </c:pt>
              <c:pt idx="91">
                <c:v>1.2342634201049805</c:v>
              </c:pt>
              <c:pt idx="92">
                <c:v>1.9247300624847412</c:v>
              </c:pt>
              <c:pt idx="93">
                <c:v>0.8436725735664368</c:v>
              </c:pt>
              <c:pt idx="94">
                <c:v>-2.0348293781280518</c:v>
              </c:pt>
              <c:pt idx="95">
                <c:v>-0.47845911979675293</c:v>
              </c:pt>
              <c:pt idx="96">
                <c:v>-0.8146486282348633</c:v>
              </c:pt>
              <c:pt idx="97">
                <c:v>0.1274627149105072</c:v>
              </c:pt>
              <c:pt idx="98">
                <c:v>-0.45983731746673584</c:v>
              </c:pt>
              <c:pt idx="99">
                <c:v>0.3902061879634857</c:v>
              </c:pt>
              <c:pt idx="100">
                <c:v>-1.2031302452087402</c:v>
              </c:pt>
              <c:pt idx="101">
                <c:v>1.283847451210022</c:v>
              </c:pt>
              <c:pt idx="102">
                <c:v>2.424427032470703</c:v>
              </c:pt>
              <c:pt idx="103">
                <c:v>2.1895148754119873</c:v>
              </c:pt>
              <c:pt idx="104">
                <c:v>-0.02880476787686348</c:v>
              </c:pt>
              <c:pt idx="105">
                <c:v>0.7360597848892212</c:v>
              </c:pt>
              <c:pt idx="106">
                <c:v>1.5490788221359253</c:v>
              </c:pt>
              <c:pt idx="107">
                <c:v>0.0670173168182373</c:v>
              </c:pt>
              <c:pt idx="108">
                <c:v>1.281343936920166</c:v>
              </c:pt>
              <c:pt idx="109">
                <c:v>-0.17018644511699677</c:v>
              </c:pt>
              <c:pt idx="110">
                <c:v>-1.0163109302520752</c:v>
              </c:pt>
              <c:pt idx="111">
                <c:v>-0.44343262910842896</c:v>
              </c:pt>
              <c:pt idx="112">
                <c:v>-0.3732393682003021</c:v>
              </c:pt>
              <c:pt idx="113">
                <c:v>0.0105131259188056</c:v>
              </c:pt>
              <c:pt idx="114">
                <c:v>-1.6908758878707886</c:v>
              </c:pt>
              <c:pt idx="115">
                <c:v>-0.03426040709018707</c:v>
              </c:pt>
              <c:pt idx="116">
                <c:v>-0.5098968744277954</c:v>
              </c:pt>
              <c:pt idx="117">
                <c:v>-1.2263150215148926</c:v>
              </c:pt>
              <c:pt idx="118">
                <c:v>0.7103691101074219</c:v>
              </c:pt>
              <c:pt idx="119">
                <c:v>0.11321188509464264</c:v>
              </c:pt>
              <c:pt idx="120">
                <c:v>0.44965359568595886</c:v>
              </c:pt>
              <c:pt idx="121">
                <c:v>0.12270829826593399</c:v>
              </c:pt>
              <c:pt idx="122">
                <c:v>-0.033254191279411316</c:v>
              </c:pt>
              <c:pt idx="123">
                <c:v>-0.8546019196510315</c:v>
              </c:pt>
              <c:pt idx="124">
                <c:v>-1.0963211059570312</c:v>
              </c:pt>
              <c:pt idx="125">
                <c:v>-0.7912311553955078</c:v>
              </c:pt>
              <c:pt idx="126">
                <c:v>-1.215564250946045</c:v>
              </c:pt>
              <c:pt idx="127">
                <c:v>-0.5522923469543457</c:v>
              </c:pt>
              <c:pt idx="128">
                <c:v>-0.9970341920852661</c:v>
              </c:pt>
              <c:pt idx="129">
                <c:v>0.38287320733070374</c:v>
              </c:pt>
              <c:pt idx="130">
                <c:v>-0.7764629125595093</c:v>
              </c:pt>
              <c:pt idx="131">
                <c:v>-0.25125834345817566</c:v>
              </c:pt>
              <c:pt idx="132">
                <c:v>-0.6655147075653076</c:v>
              </c:pt>
              <c:pt idx="133">
                <c:v>0.5654224157333374</c:v>
              </c:pt>
              <c:pt idx="134">
                <c:v>-0.5522974729537964</c:v>
              </c:pt>
              <c:pt idx="135">
                <c:v>2.221928119659424</c:v>
              </c:pt>
              <c:pt idx="136">
                <c:v>0.49376368522644043</c:v>
              </c:pt>
              <c:pt idx="137">
                <c:v>0.4084492325782776</c:v>
              </c:pt>
              <c:pt idx="138">
                <c:v>0.5009881854057312</c:v>
              </c:pt>
              <c:pt idx="139">
                <c:v>0.04587998986244202</c:v>
              </c:pt>
              <c:pt idx="140">
                <c:v>0.46762582659721375</c:v>
              </c:pt>
              <c:pt idx="141">
                <c:v>1.0813390016555786</c:v>
              </c:pt>
              <c:pt idx="142">
                <c:v>0.08948148787021637</c:v>
              </c:pt>
              <c:pt idx="143">
                <c:v>0.2492659091949463</c:v>
              </c:pt>
              <c:pt idx="144">
                <c:v>0.3110518753528595</c:v>
              </c:pt>
              <c:pt idx="145">
                <c:v>-0.3799145221710205</c:v>
              </c:pt>
              <c:pt idx="146">
                <c:v>-0.7737050652503967</c:v>
              </c:pt>
              <c:pt idx="147">
                <c:v>1.450531005859375</c:v>
              </c:pt>
              <c:pt idx="148">
                <c:v>-0.5011822581291199</c:v>
              </c:pt>
              <c:pt idx="149">
                <c:v>-0.6917784214019775</c:v>
              </c:pt>
              <c:pt idx="150">
                <c:v>-0.3119872808456421</c:v>
              </c:pt>
              <c:pt idx="151">
                <c:v>-1.4942001104354858</c:v>
              </c:pt>
              <c:pt idx="152">
                <c:v>0.7392391562461853</c:v>
              </c:pt>
              <c:pt idx="153">
                <c:v>1.4321318864822388</c:v>
              </c:pt>
              <c:pt idx="154">
                <c:v>-0.7210676074028015</c:v>
              </c:pt>
              <c:pt idx="155">
                <c:v>0.20971845090389252</c:v>
              </c:pt>
              <c:pt idx="156">
                <c:v>-0.5359070301055908</c:v>
              </c:pt>
              <c:pt idx="157">
                <c:v>1.7696354389190674</c:v>
              </c:pt>
              <c:pt idx="158">
                <c:v>1.354479193687439</c:v>
              </c:pt>
              <c:pt idx="159">
                <c:v>0.21633005142211914</c:v>
              </c:pt>
              <c:pt idx="160">
                <c:v>0.10043127834796906</c:v>
              </c:pt>
              <c:pt idx="161">
                <c:v>-0.13774564862251282</c:v>
              </c:pt>
              <c:pt idx="162">
                <c:v>-0.31401392817497253</c:v>
              </c:pt>
              <c:pt idx="163">
                <c:v>-0.22487348318099976</c:v>
              </c:pt>
              <c:pt idx="164">
                <c:v>-0.9836984872817993</c:v>
              </c:pt>
              <c:pt idx="165">
                <c:v>1.7669607400894165</c:v>
              </c:pt>
              <c:pt idx="166">
                <c:v>-0.1970071643590927</c:v>
              </c:pt>
              <c:pt idx="167">
                <c:v>1.622802972793579</c:v>
              </c:pt>
              <c:pt idx="168">
                <c:v>-0.101622074842453</c:v>
              </c:pt>
              <c:pt idx="169">
                <c:v>0.12538057565689087</c:v>
              </c:pt>
              <c:pt idx="170">
                <c:v>0.8371473550796509</c:v>
              </c:pt>
              <c:pt idx="171">
                <c:v>0.07656173408031464</c:v>
              </c:pt>
              <c:pt idx="172">
                <c:v>1.4778192043304443</c:v>
              </c:pt>
              <c:pt idx="173">
                <c:v>-0.11152423918247223</c:v>
              </c:pt>
              <c:pt idx="174">
                <c:v>1.9885194301605225</c:v>
              </c:pt>
              <c:pt idx="175">
                <c:v>-0.6433902382850647</c:v>
              </c:pt>
              <c:pt idx="176">
                <c:v>0.7655693292617798</c:v>
              </c:pt>
              <c:pt idx="177">
                <c:v>2.098937749862671</c:v>
              </c:pt>
              <c:pt idx="178">
                <c:v>0.12335903942584991</c:v>
              </c:pt>
              <c:pt idx="179">
                <c:v>0.44299232959747314</c:v>
              </c:pt>
            </c:numLit>
          </c:xVal>
          <c:yVal>
            <c:numLit>
              <c:formatCode>0.0</c:formatCode>
              <c:ptCount val="180"/>
              <c:pt idx="0">
                <c:v>-0.21056103706359863</c:v>
              </c:pt>
              <c:pt idx="1">
                <c:v>-1.7130556106567383</c:v>
              </c:pt>
              <c:pt idx="2">
                <c:v>-0.6248634457588196</c:v>
              </c:pt>
              <c:pt idx="3">
                <c:v>0.7000373601913452</c:v>
              </c:pt>
              <c:pt idx="4">
                <c:v>-1.2695958614349365</c:v>
              </c:pt>
              <c:pt idx="5">
                <c:v>-0.01203988678753376</c:v>
              </c:pt>
              <c:pt idx="6">
                <c:v>0.1331319361925125</c:v>
              </c:pt>
              <c:pt idx="7">
                <c:v>0.4377262592315674</c:v>
              </c:pt>
              <c:pt idx="8">
                <c:v>2.0367894172668457</c:v>
              </c:pt>
              <c:pt idx="9">
                <c:v>-1.3704333305358887</c:v>
              </c:pt>
              <c:pt idx="10">
                <c:v>0.06549476087093353</c:v>
              </c:pt>
              <c:pt idx="11">
                <c:v>-0.8627932071685791</c:v>
              </c:pt>
              <c:pt idx="12">
                <c:v>1.4539648294448853</c:v>
              </c:pt>
              <c:pt idx="13">
                <c:v>1.3061294555664062</c:v>
              </c:pt>
              <c:pt idx="14">
                <c:v>-0.12396321445703506</c:v>
              </c:pt>
              <c:pt idx="15">
                <c:v>0.4557684659957886</c:v>
              </c:pt>
              <c:pt idx="16">
                <c:v>-1.0356169939041138</c:v>
              </c:pt>
              <c:pt idx="17">
                <c:v>-1.6634036302566528</c:v>
              </c:pt>
              <c:pt idx="18">
                <c:v>-2.516122579574585</c:v>
              </c:pt>
              <c:pt idx="19">
                <c:v>0.6941107511520386</c:v>
              </c:pt>
              <c:pt idx="20">
                <c:v>-0.6543079018592834</c:v>
              </c:pt>
              <c:pt idx="21">
                <c:v>-0.21810579299926758</c:v>
              </c:pt>
              <c:pt idx="22">
                <c:v>-0.5316659212112427</c:v>
              </c:pt>
              <c:pt idx="23">
                <c:v>0.03266792744398117</c:v>
              </c:pt>
              <c:pt idx="24">
                <c:v>-0.02594730071723461</c:v>
              </c:pt>
              <c:pt idx="25">
                <c:v>-0.24101056158542633</c:v>
              </c:pt>
              <c:pt idx="26">
                <c:v>-1.107779622077942</c:v>
              </c:pt>
              <c:pt idx="27">
                <c:v>0.2880774438381195</c:v>
              </c:pt>
              <c:pt idx="28">
                <c:v>-0.8387104868888855</c:v>
              </c:pt>
              <c:pt idx="29">
                <c:v>-0.29658031463623047</c:v>
              </c:pt>
              <c:pt idx="30">
                <c:v>-1.4585261344909668</c:v>
              </c:pt>
              <c:pt idx="31">
                <c:v>0.14621485769748688</c:v>
              </c:pt>
              <c:pt idx="32">
                <c:v>1.2538830041885376</c:v>
              </c:pt>
              <c:pt idx="33">
                <c:v>0.9229578971862793</c:v>
              </c:pt>
              <c:pt idx="34">
                <c:v>0.4725625514984131</c:v>
              </c:pt>
              <c:pt idx="35">
                <c:v>0.4439927041530609</c:v>
              </c:pt>
              <c:pt idx="36">
                <c:v>1.8366658687591553</c:v>
              </c:pt>
              <c:pt idx="37">
                <c:v>1.9988144636154175</c:v>
              </c:pt>
              <c:pt idx="38">
                <c:v>0.30301618576049805</c:v>
              </c:pt>
              <c:pt idx="39">
                <c:v>0.28812524676322937</c:v>
              </c:pt>
              <c:pt idx="40">
                <c:v>1.093635082244873</c:v>
              </c:pt>
              <c:pt idx="41">
                <c:v>-0.6194207072257996</c:v>
              </c:pt>
              <c:pt idx="42">
                <c:v>-0.7757265567779541</c:v>
              </c:pt>
              <c:pt idx="43">
                <c:v>0.6367621421813965</c:v>
              </c:pt>
              <c:pt idx="44">
                <c:v>1.9848690032958984</c:v>
              </c:pt>
              <c:pt idx="45">
                <c:v>-0.5027598738670349</c:v>
              </c:pt>
              <c:pt idx="46">
                <c:v>0.4737848937511444</c:v>
              </c:pt>
              <c:pt idx="47">
                <c:v>-0.18195730447769165</c:v>
              </c:pt>
              <c:pt idx="48">
                <c:v>0.11717589944601059</c:v>
              </c:pt>
              <c:pt idx="49">
                <c:v>-0.10437947511672974</c:v>
              </c:pt>
              <c:pt idx="50">
                <c:v>-0.28130996227264404</c:v>
              </c:pt>
              <c:pt idx="51">
                <c:v>-1.2292603254318237</c:v>
              </c:pt>
              <c:pt idx="52">
                <c:v>0.7871625423431396</c:v>
              </c:pt>
              <c:pt idx="53">
                <c:v>-0.5056294202804565</c:v>
              </c:pt>
              <c:pt idx="54">
                <c:v>-1.456005334854126</c:v>
              </c:pt>
              <c:pt idx="55">
                <c:v>0.038034506142139435</c:v>
              </c:pt>
              <c:pt idx="56">
                <c:v>-0.16518741846084595</c:v>
              </c:pt>
              <c:pt idx="57">
                <c:v>0.7875433564186096</c:v>
              </c:pt>
              <c:pt idx="58">
                <c:v>0.2378842979669571</c:v>
              </c:pt>
              <c:pt idx="59">
                <c:v>0.3895733654499054</c:v>
              </c:pt>
              <c:pt idx="60">
                <c:v>-0.4168263375759125</c:v>
              </c:pt>
              <c:pt idx="61">
                <c:v>0.19116036593914032</c:v>
              </c:pt>
              <c:pt idx="62">
                <c:v>-0.8173193335533142</c:v>
              </c:pt>
              <c:pt idx="63">
                <c:v>-1.3054643869400024</c:v>
              </c:pt>
              <c:pt idx="64">
                <c:v>1.3613957166671753</c:v>
              </c:pt>
              <c:pt idx="65">
                <c:v>0.5204529166221619</c:v>
              </c:pt>
              <c:pt idx="66">
                <c:v>-1.615519404411316</c:v>
              </c:pt>
              <c:pt idx="67">
                <c:v>0.5463594794273376</c:v>
              </c:pt>
              <c:pt idx="68">
                <c:v>-1.6567569971084595</c:v>
              </c:pt>
              <c:pt idx="69">
                <c:v>-0.8434103727340698</c:v>
              </c:pt>
              <c:pt idx="70">
                <c:v>2.0916876792907715</c:v>
              </c:pt>
              <c:pt idx="71">
                <c:v>-0.22212263941764832</c:v>
              </c:pt>
              <c:pt idx="72">
                <c:v>0.6147680878639221</c:v>
              </c:pt>
              <c:pt idx="73">
                <c:v>0.8639068603515625</c:v>
              </c:pt>
              <c:pt idx="74">
                <c:v>-1.7408840656280518</c:v>
              </c:pt>
              <c:pt idx="75">
                <c:v>0.31321799755096436</c:v>
              </c:pt>
              <c:pt idx="76">
                <c:v>0.5347111225128174</c:v>
              </c:pt>
              <c:pt idx="77">
                <c:v>-1.4804916381835938</c:v>
              </c:pt>
              <c:pt idx="78">
                <c:v>-0.3859073221683502</c:v>
              </c:pt>
              <c:pt idx="79">
                <c:v>0.11406966298818588</c:v>
              </c:pt>
              <c:pt idx="80">
                <c:v>0.8950414657592773</c:v>
              </c:pt>
              <c:pt idx="81">
                <c:v>0.4894106984138489</c:v>
              </c:pt>
              <c:pt idx="82">
                <c:v>-0.7359101176261902</c:v>
              </c:pt>
              <c:pt idx="83">
                <c:v>0.23384836316108704</c:v>
              </c:pt>
              <c:pt idx="84">
                <c:v>0.40812215209007263</c:v>
              </c:pt>
              <c:pt idx="85">
                <c:v>-0.765441358089447</c:v>
              </c:pt>
              <c:pt idx="86">
                <c:v>-1.5707679986953735</c:v>
              </c:pt>
              <c:pt idx="87">
                <c:v>0.3578945994377136</c:v>
              </c:pt>
              <c:pt idx="88">
                <c:v>0.9090004563331604</c:v>
              </c:pt>
              <c:pt idx="89">
                <c:v>0.20139560103416443</c:v>
              </c:pt>
              <c:pt idx="90">
                <c:v>-0.07087308168411255</c:v>
              </c:pt>
              <c:pt idx="91">
                <c:v>1.5462907552719116</c:v>
              </c:pt>
              <c:pt idx="92">
                <c:v>1.2960566282272339</c:v>
              </c:pt>
              <c:pt idx="93">
                <c:v>0.6151414513587952</c:v>
              </c:pt>
              <c:pt idx="94">
                <c:v>-0.918459951877594</c:v>
              </c:pt>
              <c:pt idx="95">
                <c:v>-0.7195181250572205</c:v>
              </c:pt>
              <c:pt idx="96">
                <c:v>-1.2400741577148438</c:v>
              </c:pt>
              <c:pt idx="97">
                <c:v>-0.6943652629852295</c:v>
              </c:pt>
              <c:pt idx="98">
                <c:v>0.476725310087204</c:v>
              </c:pt>
              <c:pt idx="99">
                <c:v>0.3485722839832306</c:v>
              </c:pt>
              <c:pt idx="100">
                <c:v>-1.2267545461654663</c:v>
              </c:pt>
              <c:pt idx="101">
                <c:v>1.0911368131637573</c:v>
              </c:pt>
              <c:pt idx="102">
                <c:v>1.0433073043823242</c:v>
              </c:pt>
              <c:pt idx="103">
                <c:v>2.3262112140655518</c:v>
              </c:pt>
              <c:pt idx="104">
                <c:v>-0.7182244658470154</c:v>
              </c:pt>
              <c:pt idx="105">
                <c:v>0.6113807559013367</c:v>
              </c:pt>
              <c:pt idx="106">
                <c:v>2.06950306892395</c:v>
              </c:pt>
              <c:pt idx="107">
                <c:v>0.3573521375656128</c:v>
              </c:pt>
              <c:pt idx="108">
                <c:v>1.278387427330017</c:v>
              </c:pt>
              <c:pt idx="109">
                <c:v>0.3347085118293762</c:v>
              </c:pt>
              <c:pt idx="110">
                <c:v>-0.24215245246887207</c:v>
              </c:pt>
              <c:pt idx="111">
                <c:v>-1.0479422807693481</c:v>
              </c:pt>
              <c:pt idx="112">
                <c:v>0.07450665533542633</c:v>
              </c:pt>
              <c:pt idx="113">
                <c:v>-0.2185637652873993</c:v>
              </c:pt>
              <c:pt idx="114">
                <c:v>-1.5606169700622559</c:v>
              </c:pt>
              <c:pt idx="115">
                <c:v>-0.30911827087402344</c:v>
              </c:pt>
              <c:pt idx="116">
                <c:v>-1.0573724508285522</c:v>
              </c:pt>
              <c:pt idx="117">
                <c:v>-0.6533482074737549</c:v>
              </c:pt>
              <c:pt idx="118">
                <c:v>-0.4906797707080841</c:v>
              </c:pt>
              <c:pt idx="119">
                <c:v>0.9989243745803833</c:v>
              </c:pt>
              <c:pt idx="120">
                <c:v>1.0259021520614624</c:v>
              </c:pt>
              <c:pt idx="121">
                <c:v>0.15702225267887115</c:v>
              </c:pt>
              <c:pt idx="122">
                <c:v>-0.9746919870376587</c:v>
              </c:pt>
              <c:pt idx="123">
                <c:v>0.6309760808944702</c:v>
              </c:pt>
              <c:pt idx="124">
                <c:v>-1.4140511751174927</c:v>
              </c:pt>
              <c:pt idx="125">
                <c:v>-0.5750202536582947</c:v>
              </c:pt>
              <c:pt idx="126">
                <c:v>-0.5400136709213257</c:v>
              </c:pt>
              <c:pt idx="127">
                <c:v>0.644589900970459</c:v>
              </c:pt>
              <c:pt idx="128">
                <c:v>-0.6531055569648743</c:v>
              </c:pt>
              <c:pt idx="129">
                <c:v>0.34796303510665894</c:v>
              </c:pt>
              <c:pt idx="130">
                <c:v>0.0603608600795269</c:v>
              </c:pt>
              <c:pt idx="131">
                <c:v>-0.3420710563659668</c:v>
              </c:pt>
              <c:pt idx="132">
                <c:v>-0.39685481786727905</c:v>
              </c:pt>
              <c:pt idx="133">
                <c:v>-0.7510274052619934</c:v>
              </c:pt>
              <c:pt idx="134">
                <c:v>0.27965155243873596</c:v>
              </c:pt>
              <c:pt idx="135">
                <c:v>0.24954116344451904</c:v>
              </c:pt>
              <c:pt idx="136">
                <c:v>1.45270574092865</c:v>
              </c:pt>
              <c:pt idx="137">
                <c:v>0.7728586792945862</c:v>
              </c:pt>
              <c:pt idx="138">
                <c:v>0.49565836787223816</c:v>
              </c:pt>
              <c:pt idx="139">
                <c:v>0.34716057777404785</c:v>
              </c:pt>
              <c:pt idx="140">
                <c:v>0.3727196753025055</c:v>
              </c:pt>
              <c:pt idx="141">
                <c:v>2.1691904067993164</c:v>
              </c:pt>
              <c:pt idx="142">
                <c:v>1.5948566198349</c:v>
              </c:pt>
              <c:pt idx="143">
                <c:v>1.2354670763015747</c:v>
              </c:pt>
              <c:pt idx="144">
                <c:v>0.48698654770851135</c:v>
              </c:pt>
              <c:pt idx="145">
                <c:v>-0.6333276033401489</c:v>
              </c:pt>
              <c:pt idx="146">
                <c:v>-1.14393949508667</c:v>
              </c:pt>
              <c:pt idx="147">
                <c:v>1.3874328136444092</c:v>
              </c:pt>
              <c:pt idx="148">
                <c:v>-0.7871094346046448</c:v>
              </c:pt>
              <c:pt idx="149">
                <c:v>-0.5382899045944214</c:v>
              </c:pt>
              <c:pt idx="150">
                <c:v>0.7220091819763184</c:v>
              </c:pt>
              <c:pt idx="151">
                <c:v>-1.3612639904022217</c:v>
              </c:pt>
              <c:pt idx="152">
                <c:v>0.4946984052658081</c:v>
              </c:pt>
              <c:pt idx="153">
                <c:v>2.1622722148895264</c:v>
              </c:pt>
              <c:pt idx="154">
                <c:v>-0.28768715262413025</c:v>
              </c:pt>
              <c:pt idx="155">
                <c:v>0.795012891292572</c:v>
              </c:pt>
              <c:pt idx="156">
                <c:v>-1.1745777130126953</c:v>
              </c:pt>
              <c:pt idx="157">
                <c:v>0.9690312743186951</c:v>
              </c:pt>
              <c:pt idx="158">
                <c:v>0.60207599401474</c:v>
              </c:pt>
              <c:pt idx="159">
                <c:v>0.1385619193315506</c:v>
              </c:pt>
              <c:pt idx="160">
                <c:v>0.10878953337669373</c:v>
              </c:pt>
              <c:pt idx="161">
                <c:v>-0.11201879382133484</c:v>
              </c:pt>
              <c:pt idx="162">
                <c:v>-0.5925512313842773</c:v>
              </c:pt>
              <c:pt idx="163">
                <c:v>-0.31751736998558044</c:v>
              </c:pt>
              <c:pt idx="164">
                <c:v>-0.9901061654090881</c:v>
              </c:pt>
              <c:pt idx="165">
                <c:v>1.4509501457214355</c:v>
              </c:pt>
              <c:pt idx="166">
                <c:v>0.050370845943689346</c:v>
              </c:pt>
              <c:pt idx="167">
                <c:v>0.9625293016433716</c:v>
              </c:pt>
              <c:pt idx="168">
                <c:v>0.21726566553115845</c:v>
              </c:pt>
              <c:pt idx="169">
                <c:v>1.036899209022522</c:v>
              </c:pt>
              <c:pt idx="170">
                <c:v>1.4965955018997192</c:v>
              </c:pt>
              <c:pt idx="171">
                <c:v>0.24604108929634094</c:v>
              </c:pt>
              <c:pt idx="172">
                <c:v>0.49810469150543213</c:v>
              </c:pt>
              <c:pt idx="173">
                <c:v>0.04601917043328285</c:v>
              </c:pt>
              <c:pt idx="174">
                <c:v>1.6927661895751953</c:v>
              </c:pt>
              <c:pt idx="175">
                <c:v>-0.3562430143356323</c:v>
              </c:pt>
              <c:pt idx="176">
                <c:v>0.22968731820583344</c:v>
              </c:pt>
              <c:pt idx="177">
                <c:v>0.811137855052948</c:v>
              </c:pt>
              <c:pt idx="178">
                <c:v>0.00555407302454114</c:v>
              </c:pt>
              <c:pt idx="179">
                <c:v>0.32400980591773987</c:v>
              </c:pt>
            </c:numLit>
          </c:yVal>
        </c:ser>
        <c:axId val="48650112"/>
        <c:axId val="48672768"/>
      </c:scatterChart>
      <c:valAx>
        <c:axId val="48672768"/>
        <c:scaling>
          <c:orientation val="minMax"/>
          <c:max val="4"/>
          <c:min val="-4"/>
        </c:scaling>
        <c:delete val="0"/>
        <c:axPos val="l"/>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置換する特徴 X₂</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50112"/>
      </c:valAx>
      <c:valAx>
        <c:axId val="48650112"/>
        <c:scaling>
          <c:orientation val="minMax"/>
          <c:max val="4"/>
          <c:min val="-4"/>
        </c:scaling>
        <c:delete val="0"/>
        <c:axPos val="b"/>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残す特徴 X₁</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72768"/>
      </c:valAx>
      <c:spPr>
        <a:solidFill xmlns:a="http://schemas.openxmlformats.org/drawingml/2006/main">
          <a:srgbClr val="F6F6F6"/>
        </a:solidFill>
      </c:spPr>
    </c:plotArea>
    <c:plotVisOnly val="1"/>
  </c:chart>
  <c:spPr>
    <a:solidFill xmlns:a="http://schemas.openxmlformats.org/drawingml/2006/main">
      <a:srgbClr val="FFFFFF"/>
    </a:solidFill>
  </c:spPr>
</c:chartSpace>
</file>

<file path=ppt/copula/slides/charts/chart4.xml><?xml version="1.0" encoding="utf-8"?>
<c:chartSpace xmlns:c="http://schemas.openxmlformats.org/drawingml/2006/chart">
  <c:lang val="en-US"/>
  <c:chart>
    <c:plotArea>
      <c:scatterChart>
        <c:scatterStyle val="marker"/>
        <c:ser>
          <c:idx val="0"/>
          <c:order val="0"/>
          <c:tx>
            <c:v>説明用データ</c:v>
          </c:tx>
          <c:spPr>
            <a:solidFill xmlns:a="http://schemas.openxmlformats.org/drawingml/2006/main">
              <a:srgbClr val="2B6777"/>
            </a:solidFill>
            <a:ln xmlns:a="http://schemas.openxmlformats.org/drawingml/2006/main" w="0">
              <a:noFill/>
            </a:ln>
          </c:spPr>
          <c:marker>
            <c:symbol val="circle"/>
            <c:size val="5"/>
            <c:spPr>
              <a:noFill xmlns:a="http://schemas.openxmlformats.org/drawingml/2006/main"/>
            </c:spPr>
          </c:marker>
          <c:xVal>
            <c:numLit>
              <c:formatCode>General</c:formatCode>
              <c:ptCount val="180"/>
              <c:pt idx="0">
                <c:v>-0.9647372364997864</c:v>
              </c:pt>
              <c:pt idx="1">
                <c:v>-0.6855233907699585</c:v>
              </c:pt>
              <c:pt idx="2">
                <c:v>-1.792757511138916</c:v>
              </c:pt>
              <c:pt idx="3">
                <c:v>1.1180673837661743</c:v>
              </c:pt>
              <c:pt idx="4">
                <c:v>-1.2775095701217651</c:v>
              </c:pt>
              <c:pt idx="5">
                <c:v>0.42376038432121277</c:v>
              </c:pt>
              <c:pt idx="6">
                <c:v>-0.09005124866962433</c:v>
              </c:pt>
              <c:pt idx="7">
                <c:v>0.5023844242095947</c:v>
              </c:pt>
              <c:pt idx="8">
                <c:v>1.5127248764038086</c:v>
              </c:pt>
              <c:pt idx="9">
                <c:v>-0.7061502933502197</c:v>
              </c:pt>
              <c:pt idx="10">
                <c:v>-0.08448084443807602</c:v>
              </c:pt>
              <c:pt idx="11">
                <c:v>-0.674366295337677</c:v>
              </c:pt>
              <c:pt idx="12">
                <c:v>1.037275791168213</c:v>
              </c:pt>
              <c:pt idx="13">
                <c:v>1.7693636417388916</c:v>
              </c:pt>
              <c:pt idx="14">
                <c:v>0.6536055207252502</c:v>
              </c:pt>
              <c:pt idx="15">
                <c:v>1.33120596408844</c:v>
              </c:pt>
              <c:pt idx="16">
                <c:v>-0.1629435420036316</c:v>
              </c:pt>
              <c:pt idx="17">
                <c:v>-2.0285866260528564</c:v>
              </c:pt>
              <c:pt idx="18">
                <c:v>-1.8948066234588623</c:v>
              </c:pt>
              <c:pt idx="19">
                <c:v>-0.22434201836585999</c:v>
              </c:pt>
              <c:pt idx="20">
                <c:v>-0.7278640866279602</c:v>
              </c:pt>
              <c:pt idx="21">
                <c:v>-0.051989033818244934</c:v>
              </c:pt>
              <c:pt idx="22">
                <c:v>-1.0208877325057983</c:v>
              </c:pt>
              <c:pt idx="23">
                <c:v>0.5045332908630371</c:v>
              </c:pt>
              <c:pt idx="24">
                <c:v>-0.1429166942834854</c:v>
              </c:pt>
              <c:pt idx="25">
                <c:v>0.12061583995819092</c:v>
              </c:pt>
              <c:pt idx="26">
                <c:v>-0.1611085683107376</c:v>
              </c:pt>
              <c:pt idx="27">
                <c:v>0.5498474836349487</c:v>
              </c:pt>
              <c:pt idx="28">
                <c:v>-0.37712424993515015</c:v>
              </c:pt>
              <c:pt idx="29">
                <c:v>-0.23520046472549438</c:v>
              </c:pt>
              <c:pt idx="30">
                <c:v>-1.6680564880371094</c:v>
              </c:pt>
              <c:pt idx="31">
                <c:v>-0.307282954454422</c:v>
              </c:pt>
              <c:pt idx="32">
                <c:v>0.6137955784797668</c:v>
              </c:pt>
              <c:pt idx="33">
                <c:v>0.7804043889045715</c:v>
              </c:pt>
              <c:pt idx="34">
                <c:v>1.1308318376541138</c:v>
              </c:pt>
              <c:pt idx="35">
                <c:v>1.2262190580368042</c:v>
              </c:pt>
              <c:pt idx="36">
                <c:v>2.2307043075561523</c:v>
              </c:pt>
              <c:pt idx="37">
                <c:v>2.112628936767578</c:v>
              </c:pt>
              <c:pt idx="38">
                <c:v>-0.013101226650178432</c:v>
              </c:pt>
              <c:pt idx="39">
                <c:v>1.009634017944336</c:v>
              </c:pt>
              <c:pt idx="40">
                <c:v>0.18600128591060638</c:v>
              </c:pt>
              <c:pt idx="41">
                <c:v>-0.27709147334098816</c:v>
              </c:pt>
              <c:pt idx="42">
                <c:v>0.6622092723846436</c:v>
              </c:pt>
              <c:pt idx="43">
                <c:v>1.3038067817687988</c:v>
              </c:pt>
              <c:pt idx="44">
                <c:v>1.1412955522537231</c:v>
              </c:pt>
              <c:pt idx="45">
                <c:v>-0.637829601764679</c:v>
              </c:pt>
              <c:pt idx="46">
                <c:v>-0.4107067584991455</c:v>
              </c:pt>
              <c:pt idx="47">
                <c:v>0.0768151506781578</c:v>
              </c:pt>
              <c:pt idx="48">
                <c:v>0.22267943620681763</c:v>
              </c:pt>
              <c:pt idx="49">
                <c:v>0.27333784103393555</c:v>
              </c:pt>
              <c:pt idx="50">
                <c:v>0.9418044686317444</c:v>
              </c:pt>
              <c:pt idx="51">
                <c:v>-1.572287917137146</c:v>
              </c:pt>
              <c:pt idx="52">
                <c:v>0.3699592649936676</c:v>
              </c:pt>
              <c:pt idx="53">
                <c:v>-0.9450938701629639</c:v>
              </c:pt>
              <c:pt idx="54">
                <c:v>-1.1332682371139526</c:v>
              </c:pt>
              <c:pt idx="55">
                <c:v>0.21907539665699005</c:v>
              </c:pt>
              <c:pt idx="56">
                <c:v>0.02855522930622101</c:v>
              </c:pt>
              <c:pt idx="57">
                <c:v>0.8137820959091187</c:v>
              </c:pt>
              <c:pt idx="58">
                <c:v>0.2831861078739166</c:v>
              </c:pt>
              <c:pt idx="59">
                <c:v>-0.9086555242538452</c:v>
              </c:pt>
              <c:pt idx="60">
                <c:v>0.05725765973329544</c:v>
              </c:pt>
              <c:pt idx="61">
                <c:v>-0.21573670208454132</c:v>
              </c:pt>
              <c:pt idx="62">
                <c:v>0.5847881436347961</c:v>
              </c:pt>
              <c:pt idx="63">
                <c:v>-1.125730276107788</c:v>
              </c:pt>
              <c:pt idx="64">
                <c:v>0.9841077327728271</c:v>
              </c:pt>
              <c:pt idx="65">
                <c:v>0.4251708388328552</c:v>
              </c:pt>
              <c:pt idx="66">
                <c:v>-0.8201004266738892</c:v>
              </c:pt>
              <c:pt idx="67">
                <c:v>1.3174653053283691</c:v>
              </c:pt>
              <c:pt idx="68">
                <c:v>-0.6334561705589294</c:v>
              </c:pt>
              <c:pt idx="69">
                <c:v>-0.40790098905563354</c:v>
              </c:pt>
              <c:pt idx="70">
                <c:v>1.197912573814392</c:v>
              </c:pt>
              <c:pt idx="71">
                <c:v>0.28689685463905334</c:v>
              </c:pt>
              <c:pt idx="72">
                <c:v>0.8704565763473511</c:v>
              </c:pt>
              <c:pt idx="73">
                <c:v>1.4087345600128174</c:v>
              </c:pt>
              <c:pt idx="74">
                <c:v>-1.6751714944839478</c:v>
              </c:pt>
              <c:pt idx="75">
                <c:v>0.2558642625808716</c:v>
              </c:pt>
              <c:pt idx="76">
                <c:v>0.5081062912940979</c:v>
              </c:pt>
              <c:pt idx="77">
                <c:v>-1.3136510848999023</c:v>
              </c:pt>
              <c:pt idx="78">
                <c:v>-0.9900968074798584</c:v>
              </c:pt>
              <c:pt idx="79">
                <c:v>-0.5688132643699646</c:v>
              </c:pt>
              <c:pt idx="80">
                <c:v>1.5262733697891235</c:v>
              </c:pt>
              <c:pt idx="81">
                <c:v>0.9729715585708618</c:v>
              </c:pt>
              <c:pt idx="82">
                <c:v>-0.8360335230827332</c:v>
              </c:pt>
              <c:pt idx="83">
                <c:v>-1.0783849954605103</c:v>
              </c:pt>
              <c:pt idx="84">
                <c:v>0.6854467988014221</c:v>
              </c:pt>
              <c:pt idx="85">
                <c:v>-0.16405166685581207</c:v>
              </c:pt>
              <c:pt idx="86">
                <c:v>-0.7526415586471558</c:v>
              </c:pt>
              <c:pt idx="87">
                <c:v>-0.47221121191978455</c:v>
              </c:pt>
              <c:pt idx="88">
                <c:v>1.6012145280838013</c:v>
              </c:pt>
              <c:pt idx="89">
                <c:v>0.21400171518325806</c:v>
              </c:pt>
              <c:pt idx="90">
                <c:v>-0.2787516713142395</c:v>
              </c:pt>
              <c:pt idx="91">
                <c:v>1.2342634201049805</c:v>
              </c:pt>
              <c:pt idx="92">
                <c:v>1.9247300624847412</c:v>
              </c:pt>
              <c:pt idx="93">
                <c:v>0.8436725735664368</c:v>
              </c:pt>
              <c:pt idx="94">
                <c:v>-2.0348293781280518</c:v>
              </c:pt>
              <c:pt idx="95">
                <c:v>-0.47845911979675293</c:v>
              </c:pt>
              <c:pt idx="96">
                <c:v>-0.8146486282348633</c:v>
              </c:pt>
              <c:pt idx="97">
                <c:v>0.1274627149105072</c:v>
              </c:pt>
              <c:pt idx="98">
                <c:v>-0.45983731746673584</c:v>
              </c:pt>
              <c:pt idx="99">
                <c:v>0.3902061879634857</c:v>
              </c:pt>
              <c:pt idx="100">
                <c:v>-1.2031302452087402</c:v>
              </c:pt>
              <c:pt idx="101">
                <c:v>1.283847451210022</c:v>
              </c:pt>
              <c:pt idx="102">
                <c:v>2.424427032470703</c:v>
              </c:pt>
              <c:pt idx="103">
                <c:v>2.1895148754119873</c:v>
              </c:pt>
              <c:pt idx="104">
                <c:v>-0.02880476787686348</c:v>
              </c:pt>
              <c:pt idx="105">
                <c:v>0.7360597848892212</c:v>
              </c:pt>
              <c:pt idx="106">
                <c:v>1.5490788221359253</c:v>
              </c:pt>
              <c:pt idx="107">
                <c:v>0.0670173168182373</c:v>
              </c:pt>
              <c:pt idx="108">
                <c:v>1.281343936920166</c:v>
              </c:pt>
              <c:pt idx="109">
                <c:v>-0.17018644511699677</c:v>
              </c:pt>
              <c:pt idx="110">
                <c:v>-1.0163109302520752</c:v>
              </c:pt>
              <c:pt idx="111">
                <c:v>-0.44343262910842896</c:v>
              </c:pt>
              <c:pt idx="112">
                <c:v>-0.3732393682003021</c:v>
              </c:pt>
              <c:pt idx="113">
                <c:v>0.0105131259188056</c:v>
              </c:pt>
              <c:pt idx="114">
                <c:v>-1.6908758878707886</c:v>
              </c:pt>
              <c:pt idx="115">
                <c:v>-0.03426040709018707</c:v>
              </c:pt>
              <c:pt idx="116">
                <c:v>-0.5098968744277954</c:v>
              </c:pt>
              <c:pt idx="117">
                <c:v>-1.2263150215148926</c:v>
              </c:pt>
              <c:pt idx="118">
                <c:v>0.7103691101074219</c:v>
              </c:pt>
              <c:pt idx="119">
                <c:v>0.11321188509464264</c:v>
              </c:pt>
              <c:pt idx="120">
                <c:v>0.44965359568595886</c:v>
              </c:pt>
              <c:pt idx="121">
                <c:v>0.12270829826593399</c:v>
              </c:pt>
              <c:pt idx="122">
                <c:v>-0.033254191279411316</c:v>
              </c:pt>
              <c:pt idx="123">
                <c:v>-0.8546019196510315</c:v>
              </c:pt>
              <c:pt idx="124">
                <c:v>-1.0963211059570312</c:v>
              </c:pt>
              <c:pt idx="125">
                <c:v>-0.7912311553955078</c:v>
              </c:pt>
              <c:pt idx="126">
                <c:v>-1.215564250946045</c:v>
              </c:pt>
              <c:pt idx="127">
                <c:v>-0.5522923469543457</c:v>
              </c:pt>
              <c:pt idx="128">
                <c:v>-0.9970341920852661</c:v>
              </c:pt>
              <c:pt idx="129">
                <c:v>0.38287320733070374</c:v>
              </c:pt>
              <c:pt idx="130">
                <c:v>-0.7764629125595093</c:v>
              </c:pt>
              <c:pt idx="131">
                <c:v>-0.25125834345817566</c:v>
              </c:pt>
              <c:pt idx="132">
                <c:v>-0.6655147075653076</c:v>
              </c:pt>
              <c:pt idx="133">
                <c:v>0.5654224157333374</c:v>
              </c:pt>
              <c:pt idx="134">
                <c:v>-0.5522974729537964</c:v>
              </c:pt>
              <c:pt idx="135">
                <c:v>2.221928119659424</c:v>
              </c:pt>
              <c:pt idx="136">
                <c:v>0.49376368522644043</c:v>
              </c:pt>
              <c:pt idx="137">
                <c:v>0.4084492325782776</c:v>
              </c:pt>
              <c:pt idx="138">
                <c:v>0.5009881854057312</c:v>
              </c:pt>
              <c:pt idx="139">
                <c:v>0.04587998986244202</c:v>
              </c:pt>
              <c:pt idx="140">
                <c:v>0.46762582659721375</c:v>
              </c:pt>
              <c:pt idx="141">
                <c:v>1.0813390016555786</c:v>
              </c:pt>
              <c:pt idx="142">
                <c:v>0.08948148787021637</c:v>
              </c:pt>
              <c:pt idx="143">
                <c:v>0.2492659091949463</c:v>
              </c:pt>
              <c:pt idx="144">
                <c:v>0.3110518753528595</c:v>
              </c:pt>
              <c:pt idx="145">
                <c:v>-0.3799145221710205</c:v>
              </c:pt>
              <c:pt idx="146">
                <c:v>-0.7737050652503967</c:v>
              </c:pt>
              <c:pt idx="147">
                <c:v>1.450531005859375</c:v>
              </c:pt>
              <c:pt idx="148">
                <c:v>-0.5011822581291199</c:v>
              </c:pt>
              <c:pt idx="149">
                <c:v>-0.6917784214019775</c:v>
              </c:pt>
              <c:pt idx="150">
                <c:v>-0.3119872808456421</c:v>
              </c:pt>
              <c:pt idx="151">
                <c:v>-1.4942001104354858</c:v>
              </c:pt>
              <c:pt idx="152">
                <c:v>0.7392391562461853</c:v>
              </c:pt>
              <c:pt idx="153">
                <c:v>1.4321318864822388</c:v>
              </c:pt>
              <c:pt idx="154">
                <c:v>-0.7210676074028015</c:v>
              </c:pt>
              <c:pt idx="155">
                <c:v>0.20971845090389252</c:v>
              </c:pt>
              <c:pt idx="156">
                <c:v>-0.5359070301055908</c:v>
              </c:pt>
              <c:pt idx="157">
                <c:v>1.7696354389190674</c:v>
              </c:pt>
              <c:pt idx="158">
                <c:v>1.354479193687439</c:v>
              </c:pt>
              <c:pt idx="159">
                <c:v>0.21633005142211914</c:v>
              </c:pt>
              <c:pt idx="160">
                <c:v>0.10043127834796906</c:v>
              </c:pt>
              <c:pt idx="161">
                <c:v>-0.13774564862251282</c:v>
              </c:pt>
              <c:pt idx="162">
                <c:v>-0.31401392817497253</c:v>
              </c:pt>
              <c:pt idx="163">
                <c:v>-0.22487348318099976</c:v>
              </c:pt>
              <c:pt idx="164">
                <c:v>-0.9836984872817993</c:v>
              </c:pt>
              <c:pt idx="165">
                <c:v>1.7669607400894165</c:v>
              </c:pt>
              <c:pt idx="166">
                <c:v>-0.1970071643590927</c:v>
              </c:pt>
              <c:pt idx="167">
                <c:v>1.622802972793579</c:v>
              </c:pt>
              <c:pt idx="168">
                <c:v>-0.101622074842453</c:v>
              </c:pt>
              <c:pt idx="169">
                <c:v>0.12538057565689087</c:v>
              </c:pt>
              <c:pt idx="170">
                <c:v>0.8371473550796509</c:v>
              </c:pt>
              <c:pt idx="171">
                <c:v>0.07656173408031464</c:v>
              </c:pt>
              <c:pt idx="172">
                <c:v>1.4778192043304443</c:v>
              </c:pt>
              <c:pt idx="173">
                <c:v>-0.11152423918247223</c:v>
              </c:pt>
              <c:pt idx="174">
                <c:v>1.9885194301605225</c:v>
              </c:pt>
              <c:pt idx="175">
                <c:v>-0.6433902382850647</c:v>
              </c:pt>
              <c:pt idx="176">
                <c:v>0.7655693292617798</c:v>
              </c:pt>
              <c:pt idx="177">
                <c:v>2.098937749862671</c:v>
              </c:pt>
              <c:pt idx="178">
                <c:v>0.12335903942584991</c:v>
              </c:pt>
              <c:pt idx="179">
                <c:v>0.44299232959747314</c:v>
              </c:pt>
            </c:numLit>
          </c:xVal>
          <c:yVal>
            <c:numLit>
              <c:formatCode>0.0</c:formatCode>
              <c:ptCount val="180"/>
              <c:pt idx="0">
                <c:v>0.1548522412776947</c:v>
              </c:pt>
              <c:pt idx="1">
                <c:v>1.6927661895751953</c:v>
              </c:pt>
              <c:pt idx="2">
                <c:v>1.2040997743606567</c:v>
              </c:pt>
              <c:pt idx="3">
                <c:v>-0.16518741846084595</c:v>
              </c:pt>
              <c:pt idx="4">
                <c:v>-2.119382381439209</c:v>
              </c:pt>
              <c:pt idx="5">
                <c:v>-1.3162177801132202</c:v>
              </c:pt>
              <c:pt idx="6">
                <c:v>1.5305219888687134</c:v>
              </c:pt>
              <c:pt idx="7">
                <c:v>0.6887158751487732</c:v>
              </c:pt>
              <c:pt idx="8">
                <c:v>1.711785078048706</c:v>
              </c:pt>
              <c:pt idx="9">
                <c:v>-0.18938398361206055</c:v>
              </c:pt>
              <c:pt idx="10">
                <c:v>0.3347085118293762</c:v>
              </c:pt>
              <c:pt idx="11">
                <c:v>0.5613947510719299</c:v>
              </c:pt>
              <c:pt idx="12">
                <c:v>0.2899506390094757</c:v>
              </c:pt>
              <c:pt idx="13">
                <c:v>0.8837175965309143</c:v>
              </c:pt>
              <c:pt idx="14">
                <c:v>0.7025954723358154</c:v>
              </c:pt>
              <c:pt idx="15">
                <c:v>-0.0225477684289217</c:v>
              </c:pt>
              <c:pt idx="16">
                <c:v>-0.0648985207080841</c:v>
              </c:pt>
              <c:pt idx="17">
                <c:v>-0.04964367300271988</c:v>
              </c:pt>
              <c:pt idx="18">
                <c:v>0.156544029712677</c:v>
              </c:pt>
              <c:pt idx="19">
                <c:v>-1.5090608596801758</c:v>
              </c:pt>
              <c:pt idx="20">
                <c:v>0.6231684684753418</c:v>
              </c:pt>
              <c:pt idx="21">
                <c:v>0.17692771553993225</c:v>
              </c:pt>
              <c:pt idx="22">
                <c:v>-0.41113120317459106</c:v>
              </c:pt>
              <c:pt idx="23">
                <c:v>-1.6596424579620361</c:v>
              </c:pt>
              <c:pt idx="24">
                <c:v>-0.7739430665969849</c:v>
              </c:pt>
              <c:pt idx="25">
                <c:v>-0.28130996227264404</c:v>
              </c:pt>
              <c:pt idx="26">
                <c:v>0.9330465197563171</c:v>
              </c:pt>
              <c:pt idx="27">
                <c:v>-1.0444749593734741</c:v>
              </c:pt>
              <c:pt idx="28">
                <c:v>-0.13596190512180328</c:v>
              </c:pt>
              <c:pt idx="29">
                <c:v>-0.3877415359020233</c:v>
              </c:pt>
              <c:pt idx="30">
                <c:v>-0.7560909986495972</c:v>
              </c:pt>
              <c:pt idx="31">
                <c:v>0.10878953337669373</c:v>
              </c:pt>
              <c:pt idx="32">
                <c:v>0.1513788104057312</c:v>
              </c:pt>
              <c:pt idx="33">
                <c:v>0.7348981499671936</c:v>
              </c:pt>
              <c:pt idx="34">
                <c:v>1.0401955842971802</c:v>
              </c:pt>
              <c:pt idx="35">
                <c:v>1.4969044923782349</c:v>
              </c:pt>
              <c:pt idx="36">
                <c:v>-1.8692244291305542</c:v>
              </c:pt>
              <c:pt idx="37">
                <c:v>1.211913824081421</c:v>
              </c:pt>
              <c:pt idx="38">
                <c:v>0.47918641567230225</c:v>
              </c:pt>
              <c:pt idx="39">
                <c:v>0.41996482014656067</c:v>
              </c:pt>
              <c:pt idx="40">
                <c:v>0.31321799755096436</c:v>
              </c:pt>
              <c:pt idx="41">
                <c:v>0.4862922430038452</c:v>
              </c:pt>
              <c:pt idx="42">
                <c:v>-1.8938077688217163</c:v>
              </c:pt>
              <c:pt idx="43">
                <c:v>0.7357960939407349</c:v>
              </c:pt>
              <c:pt idx="44">
                <c:v>-0.006829795893281698</c:v>
              </c:pt>
              <c:pt idx="45">
                <c:v>-1.0573724508285522</c:v>
              </c:pt>
              <c:pt idx="46">
                <c:v>-0.8026643395423889</c:v>
              </c:pt>
              <c:pt idx="47">
                <c:v>-0.2790127396583557</c:v>
              </c:pt>
              <c:pt idx="48">
                <c:v>-0.8471700549125671</c:v>
              </c:pt>
              <c:pt idx="49">
                <c:v>-0.31470930576324463</c:v>
              </c:pt>
              <c:pt idx="50">
                <c:v>1.6735557317733765</c:v>
              </c:pt>
              <c:pt idx="51">
                <c:v>-1.7296899557113647</c:v>
              </c:pt>
              <c:pt idx="52">
                <c:v>0.37072208523750305</c:v>
              </c:pt>
              <c:pt idx="53">
                <c:v>-0.35105836391448975</c:v>
              </c:pt>
              <c:pt idx="54">
                <c:v>0.06549476087093353</c:v>
              </c:pt>
              <c:pt idx="55">
                <c:v>-0.30911827087402344</c:v>
              </c:pt>
              <c:pt idx="56">
                <c:v>0.2579386830329895</c:v>
              </c:pt>
              <c:pt idx="57">
                <c:v>0.2633238136768341</c:v>
              </c:pt>
              <c:pt idx="58">
                <c:v>0.3681318461894989</c:v>
              </c:pt>
              <c:pt idx="59">
                <c:v>-0.08822658658027649</c:v>
              </c:pt>
              <c:pt idx="60">
                <c:v>1.3343361616134644</c:v>
              </c:pt>
              <c:pt idx="61">
                <c:v>-0.3805750608444214</c:v>
              </c:pt>
              <c:pt idx="62">
                <c:v>-1.451973557472229</c:v>
              </c:pt>
              <c:pt idx="63">
                <c:v>-0.8897911906242371</c:v>
              </c:pt>
              <c:pt idx="64">
                <c:v>-1.5614020824432373</c:v>
              </c:pt>
              <c:pt idx="65">
                <c:v>0.038034506142139435</c:v>
              </c:pt>
              <c:pt idx="66">
                <c:v>-0.02408156357705593</c:v>
              </c:pt>
              <c:pt idx="67">
                <c:v>-0.9885272979736328</c:v>
              </c:pt>
              <c:pt idx="68">
                <c:v>-1.3238105773925781</c:v>
              </c:pt>
              <c:pt idx="69">
                <c:v>1.3737010955810547</c:v>
              </c:pt>
              <c:pt idx="70">
                <c:v>0.7278095483779907</c:v>
              </c:pt>
              <c:pt idx="71">
                <c:v>-0.765441358089447</c:v>
              </c:pt>
              <c:pt idx="72">
                <c:v>-0.5400136709213257</c:v>
              </c:pt>
              <c:pt idx="73">
                <c:v>0.6105356812477112</c:v>
              </c:pt>
              <c:pt idx="74">
                <c:v>0.03241831809282303</c:v>
              </c:pt>
              <c:pt idx="75">
                <c:v>0.2971341609954834</c:v>
              </c:pt>
              <c:pt idx="76">
                <c:v>0.7914373874664307</c:v>
              </c:pt>
              <c:pt idx="77">
                <c:v>0.09675611555576324</c:v>
              </c:pt>
              <c:pt idx="78">
                <c:v>-0.1969285011291504</c:v>
              </c:pt>
              <c:pt idx="79">
                <c:v>0.9580140709877014</c:v>
              </c:pt>
              <c:pt idx="80">
                <c:v>1.402106523513794</c:v>
              </c:pt>
              <c:pt idx="81">
                <c:v>-1.0467596054077148</c:v>
              </c:pt>
              <c:pt idx="82">
                <c:v>0.6945034861564636</c:v>
              </c:pt>
              <c:pt idx="83">
                <c:v>0.4377262592315674</c:v>
              </c:pt>
              <c:pt idx="84">
                <c:v>0.791205108165741</c:v>
              </c:pt>
              <c:pt idx="85">
                <c:v>-0.19376693665981293</c:v>
              </c:pt>
              <c:pt idx="86">
                <c:v>-0.9529997110366821</c:v>
              </c:pt>
              <c:pt idx="87">
                <c:v>0.32469862699508667</c:v>
              </c:pt>
              <c:pt idx="88">
                <c:v>-0.2549956738948822</c:v>
              </c:pt>
              <c:pt idx="89">
                <c:v>0.5439938902854919</c:v>
              </c:pt>
              <c:pt idx="90">
                <c:v>1.3960137367248535</c:v>
              </c:pt>
              <c:pt idx="91">
                <c:v>1.3079934120178223</c:v>
              </c:pt>
              <c:pt idx="92">
                <c:v>-0.26160183548927307</c:v>
              </c:pt>
              <c:pt idx="93">
                <c:v>-0.7702379822731018</c:v>
              </c:pt>
              <c:pt idx="94">
                <c:v>0.49863600730895996</c:v>
              </c:pt>
              <c:pt idx="95">
                <c:v>-0.7359101176261902</c:v>
              </c:pt>
              <c:pt idx="96">
                <c:v>-1.2111033201217651</c:v>
              </c:pt>
              <c:pt idx="97">
                <c:v>-0.18508997559547424</c:v>
              </c:pt>
              <c:pt idx="98">
                <c:v>-0.5163875222206116</c:v>
              </c:pt>
              <c:pt idx="99">
                <c:v>0.11435794830322266</c:v>
              </c:pt>
              <c:pt idx="100">
                <c:v>1.6680195331573486</c:v>
              </c:pt>
              <c:pt idx="101">
                <c:v>1.6390432119369507</c:v>
              </c:pt>
              <c:pt idx="102">
                <c:v>-0.5444287061691284</c:v>
              </c:pt>
              <c:pt idx="103">
                <c:v>1.9988144636154175</c:v>
              </c:pt>
              <c:pt idx="104">
                <c:v>-0.8653445243835449</c:v>
              </c:pt>
              <c:pt idx="105">
                <c:v>-0.5573607683181763</c:v>
              </c:pt>
              <c:pt idx="106">
                <c:v>1.6500986814498901</c:v>
              </c:pt>
              <c:pt idx="107">
                <c:v>-1.1038612127304077</c:v>
              </c:pt>
              <c:pt idx="108">
                <c:v>1.0541503429412842</c:v>
              </c:pt>
              <c:pt idx="109">
                <c:v>-1.0997493267059326</c:v>
              </c:pt>
              <c:pt idx="110">
                <c:v>-2.2645211219787598</c:v>
              </c:pt>
              <c:pt idx="111">
                <c:v>-0.07640723139047623</c:v>
              </c:pt>
              <c:pt idx="112">
                <c:v>0.6266685724258423</c:v>
              </c:pt>
              <c:pt idx="113">
                <c:v>-0.667684018611908</c:v>
              </c:pt>
              <c:pt idx="114">
                <c:v>-1.0843368768692017</c:v>
              </c:pt>
              <c:pt idx="115">
                <c:v>-1.0194288492202759</c:v>
              </c:pt>
              <c:pt idx="116">
                <c:v>-1.0215142965316772</c:v>
              </c:pt>
              <c:pt idx="117">
                <c:v>-1.5473047494888306</c:v>
              </c:pt>
              <c:pt idx="118">
                <c:v>0.9363566637039185</c:v>
              </c:pt>
              <c:pt idx="119">
                <c:v>-0.703806459903717</c:v>
              </c:pt>
              <c:pt idx="120">
                <c:v>1.0089514255523682</c:v>
              </c:pt>
              <c:pt idx="121">
                <c:v>-0.34544333815574646</c:v>
              </c:pt>
              <c:pt idx="122">
                <c:v>-3.1683573722839355</c:v>
              </c:pt>
              <c:pt idx="123">
                <c:v>-0.9800246953964233</c:v>
              </c:pt>
              <c:pt idx="124">
                <c:v>1.2842849493026733</c:v>
              </c:pt>
              <c:pt idx="125">
                <c:v>-1.5013015270233154</c:v>
              </c:pt>
              <c:pt idx="126">
                <c:v>-1.7898255586624146</c:v>
              </c:pt>
              <c:pt idx="127">
                <c:v>-0.9708741307258606</c:v>
              </c:pt>
              <c:pt idx="128">
                <c:v>-1.373157024383545</c:v>
              </c:pt>
              <c:pt idx="129">
                <c:v>-1.3224469423294067</c:v>
              </c:pt>
              <c:pt idx="130">
                <c:v>-1.1982898712158203</c:v>
              </c:pt>
              <c:pt idx="131">
                <c:v>0.7271685600280762</c:v>
              </c:pt>
              <c:pt idx="132">
                <c:v>-0.9903494715690613</c:v>
              </c:pt>
              <c:pt idx="133">
                <c:v>-0.4292469322681427</c:v>
              </c:pt>
              <c:pt idx="134">
                <c:v>0.08809288591146469</c:v>
              </c:pt>
              <c:pt idx="135">
                <c:v>0.2382696270942688</c:v>
              </c:pt>
              <c:pt idx="136">
                <c:v>-1.352048635482788</c:v>
              </c:pt>
              <c:pt idx="137">
                <c:v>0.2706672251224518</c:v>
              </c:pt>
              <c:pt idx="138">
                <c:v>0.6316549777984619</c:v>
              </c:pt>
              <c:pt idx="139">
                <c:v>-0.984963595867157</c:v>
              </c:pt>
              <c:pt idx="140">
                <c:v>-0.4650588631629944</c:v>
              </c:pt>
              <c:pt idx="141">
                <c:v>0.023636607453227043</c:v>
              </c:pt>
              <c:pt idx="142">
                <c:v>-0.30960962176322937</c:v>
              </c:pt>
              <c:pt idx="143">
                <c:v>0.10306674987077713</c:v>
              </c:pt>
              <c:pt idx="144">
                <c:v>0.4895264208316803</c:v>
              </c:pt>
              <c:pt idx="145">
                <c:v>-0.48670870065689087</c:v>
              </c:pt>
              <c:pt idx="146">
                <c:v>-0.3906307816505432</c:v>
              </c:pt>
              <c:pt idx="147">
                <c:v>-1.7130556106567383</c:v>
              </c:pt>
              <c:pt idx="148">
                <c:v>-0.9325732588768005</c:v>
              </c:pt>
              <c:pt idx="149">
                <c:v>1.0474178791046143</c:v>
              </c:pt>
              <c:pt idx="150">
                <c:v>-0.8317989110946655</c:v>
              </c:pt>
              <c:pt idx="151">
                <c:v>0.7291384935379028</c:v>
              </c:pt>
              <c:pt idx="152">
                <c:v>-1.1882447004318237</c:v>
              </c:pt>
              <c:pt idx="153">
                <c:v>0.5731662511825562</c:v>
              </c:pt>
              <c:pt idx="154">
                <c:v>-0.17634600400924683</c:v>
              </c:pt>
              <c:pt idx="155">
                <c:v>-0.8389394879341125</c:v>
              </c:pt>
              <c:pt idx="156">
                <c:v>-0.39751529693603516</c:v>
              </c:pt>
              <c:pt idx="157">
                <c:v>-1.3435759544372559</c:v>
              </c:pt>
              <c:pt idx="158">
                <c:v>1.4298672676086426</c:v>
              </c:pt>
              <c:pt idx="159">
                <c:v>-0.8709065914154053</c:v>
              </c:pt>
              <c:pt idx="160">
                <c:v>-1.539697527885437</c:v>
              </c:pt>
              <c:pt idx="161">
                <c:v>-0.5708474516868591</c:v>
              </c:pt>
              <c:pt idx="162">
                <c:v>1.6025025844573975</c:v>
              </c:pt>
              <c:pt idx="163">
                <c:v>-0.7766948938369751</c:v>
              </c:pt>
              <c:pt idx="164">
                <c:v>0.16604453325271606</c:v>
              </c:pt>
              <c:pt idx="165">
                <c:v>-1.5817557573318481</c:v>
              </c:pt>
              <c:pt idx="166">
                <c:v>-0.8044078350067139</c:v>
              </c:pt>
              <c:pt idx="167">
                <c:v>-0.48643481731414795</c:v>
              </c:pt>
              <c:pt idx="168">
                <c:v>0.5463594794273376</c:v>
              </c:pt>
              <c:pt idx="169">
                <c:v>0.07194677740335464</c:v>
              </c:pt>
              <c:pt idx="170">
                <c:v>0.05504966899752617</c:v>
              </c:pt>
              <c:pt idx="171">
                <c:v>-0.1521787941455841</c:v>
              </c:pt>
              <c:pt idx="172">
                <c:v>-0.17576685547828674</c:v>
              </c:pt>
              <c:pt idx="173">
                <c:v>0.03748968988656998</c:v>
              </c:pt>
              <c:pt idx="174">
                <c:v>-1.230582356452942</c:v>
              </c:pt>
              <c:pt idx="175">
                <c:v>0.011618672870099545</c:v>
              </c:pt>
              <c:pt idx="176">
                <c:v>0.40137559175491333</c:v>
              </c:pt>
              <c:pt idx="177">
                <c:v>1.9848690032958984</c:v>
              </c:pt>
              <c:pt idx="178">
                <c:v>-2.0379037857055664</c:v>
              </c:pt>
              <c:pt idx="179">
                <c:v>1.3114255666732788</c:v>
              </c:pt>
            </c:numLit>
          </c:yVal>
        </c:ser>
        <c:axId val="48650112"/>
        <c:axId val="48672768"/>
      </c:scatterChart>
      <c:valAx>
        <c:axId val="48672768"/>
        <c:scaling>
          <c:orientation val="minMax"/>
          <c:max val="4"/>
          <c:min val="-4"/>
        </c:scaling>
        <c:delete val="0"/>
        <c:axPos val="l"/>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置換する特徴 X₂</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50112"/>
      </c:valAx>
      <c:valAx>
        <c:axId val="48650112"/>
        <c:scaling>
          <c:orientation val="minMax"/>
          <c:max val="4"/>
          <c:min val="-4"/>
        </c:scaling>
        <c:delete val="0"/>
        <c:axPos val="b"/>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残す特徴 X₁</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72768"/>
      </c:valAx>
      <c:spPr>
        <a:solidFill xmlns:a="http://schemas.openxmlformats.org/drawingml/2006/main">
          <a:srgbClr val="F6F6F6"/>
        </a:solidFill>
      </c:spPr>
    </c:plotArea>
    <c:plotVisOnly val="1"/>
  </c:chart>
  <c:spPr>
    <a:solidFill xmlns:a="http://schemas.openxmlformats.org/drawingml/2006/main">
      <a:srgbClr val="FFFFFF"/>
    </a:solidFill>
  </c:spPr>
</c:chartSpace>
</file>

<file path=ppt/copula/slides/charts/chart5.xml><?xml version="1.0" encoding="utf-8"?>
<c:chartSpace xmlns:c="http://schemas.openxmlformats.org/drawingml/2006/chart">
  <c:lang val="en-US"/>
  <c:chart>
    <c:plotArea>
      <c:scatterChart>
        <c:scatterStyle val="marker"/>
        <c:ser>
          <c:idx val="0"/>
          <c:order val="0"/>
          <c:tx>
            <c:v>説明用データ</c:v>
          </c:tx>
          <c:spPr>
            <a:solidFill xmlns:a="http://schemas.openxmlformats.org/drawingml/2006/main">
              <a:srgbClr val="2E7D5B"/>
            </a:solidFill>
            <a:ln xmlns:a="http://schemas.openxmlformats.org/drawingml/2006/main" w="0">
              <a:noFill/>
            </a:ln>
          </c:spPr>
          <c:marker>
            <c:symbol val="circle"/>
            <c:size val="5"/>
            <c:spPr>
              <a:noFill xmlns:a="http://schemas.openxmlformats.org/drawingml/2006/main"/>
            </c:spPr>
          </c:marker>
          <c:xVal>
            <c:numLit>
              <c:formatCode>General</c:formatCode>
              <c:ptCount val="180"/>
              <c:pt idx="0">
                <c:v>-0.9647372364997864</c:v>
              </c:pt>
              <c:pt idx="1">
                <c:v>-0.6855233907699585</c:v>
              </c:pt>
              <c:pt idx="2">
                <c:v>-1.792757511138916</c:v>
              </c:pt>
              <c:pt idx="3">
                <c:v>1.1180673837661743</c:v>
              </c:pt>
              <c:pt idx="4">
                <c:v>-1.2775095701217651</c:v>
              </c:pt>
              <c:pt idx="5">
                <c:v>0.42376038432121277</c:v>
              </c:pt>
              <c:pt idx="6">
                <c:v>-0.09005124866962433</c:v>
              </c:pt>
              <c:pt idx="7">
                <c:v>0.5023844242095947</c:v>
              </c:pt>
              <c:pt idx="8">
                <c:v>1.5127248764038086</c:v>
              </c:pt>
              <c:pt idx="9">
                <c:v>-0.7061502933502197</c:v>
              </c:pt>
              <c:pt idx="10">
                <c:v>-0.08448084443807602</c:v>
              </c:pt>
              <c:pt idx="11">
                <c:v>-0.674366295337677</c:v>
              </c:pt>
              <c:pt idx="12">
                <c:v>1.037275791168213</c:v>
              </c:pt>
              <c:pt idx="13">
                <c:v>1.7693636417388916</c:v>
              </c:pt>
              <c:pt idx="14">
                <c:v>0.6536055207252502</c:v>
              </c:pt>
              <c:pt idx="15">
                <c:v>1.33120596408844</c:v>
              </c:pt>
              <c:pt idx="16">
                <c:v>-0.1629435420036316</c:v>
              </c:pt>
              <c:pt idx="17">
                <c:v>-2.0285866260528564</c:v>
              </c:pt>
              <c:pt idx="18">
                <c:v>-1.8948066234588623</c:v>
              </c:pt>
              <c:pt idx="19">
                <c:v>-0.22434201836585999</c:v>
              </c:pt>
              <c:pt idx="20">
                <c:v>-0.7278640866279602</c:v>
              </c:pt>
              <c:pt idx="21">
                <c:v>-0.051989033818244934</c:v>
              </c:pt>
              <c:pt idx="22">
                <c:v>-1.0208877325057983</c:v>
              </c:pt>
              <c:pt idx="23">
                <c:v>0.5045332908630371</c:v>
              </c:pt>
              <c:pt idx="24">
                <c:v>-0.1429166942834854</c:v>
              </c:pt>
              <c:pt idx="25">
                <c:v>0.12061583995819092</c:v>
              </c:pt>
              <c:pt idx="26">
                <c:v>-0.1611085683107376</c:v>
              </c:pt>
              <c:pt idx="27">
                <c:v>0.5498474836349487</c:v>
              </c:pt>
              <c:pt idx="28">
                <c:v>-0.37712424993515015</c:v>
              </c:pt>
              <c:pt idx="29">
                <c:v>-0.23520046472549438</c:v>
              </c:pt>
              <c:pt idx="30">
                <c:v>-1.6680564880371094</c:v>
              </c:pt>
              <c:pt idx="31">
                <c:v>-0.307282954454422</c:v>
              </c:pt>
              <c:pt idx="32">
                <c:v>0.6137955784797668</c:v>
              </c:pt>
              <c:pt idx="33">
                <c:v>0.7804043889045715</c:v>
              </c:pt>
              <c:pt idx="34">
                <c:v>1.1308318376541138</c:v>
              </c:pt>
              <c:pt idx="35">
                <c:v>1.2262190580368042</c:v>
              </c:pt>
              <c:pt idx="36">
                <c:v>2.2307043075561523</c:v>
              </c:pt>
              <c:pt idx="37">
                <c:v>2.112628936767578</c:v>
              </c:pt>
              <c:pt idx="38">
                <c:v>-0.013101226650178432</c:v>
              </c:pt>
              <c:pt idx="39">
                <c:v>1.009634017944336</c:v>
              </c:pt>
              <c:pt idx="40">
                <c:v>0.18600128591060638</c:v>
              </c:pt>
              <c:pt idx="41">
                <c:v>-0.27709147334098816</c:v>
              </c:pt>
              <c:pt idx="42">
                <c:v>0.6622092723846436</c:v>
              </c:pt>
              <c:pt idx="43">
                <c:v>1.3038067817687988</c:v>
              </c:pt>
              <c:pt idx="44">
                <c:v>1.1412955522537231</c:v>
              </c:pt>
              <c:pt idx="45">
                <c:v>-0.637829601764679</c:v>
              </c:pt>
              <c:pt idx="46">
                <c:v>-0.4107067584991455</c:v>
              </c:pt>
              <c:pt idx="47">
                <c:v>0.0768151506781578</c:v>
              </c:pt>
              <c:pt idx="48">
                <c:v>0.22267943620681763</c:v>
              </c:pt>
              <c:pt idx="49">
                <c:v>0.27333784103393555</c:v>
              </c:pt>
              <c:pt idx="50">
                <c:v>0.9418044686317444</c:v>
              </c:pt>
              <c:pt idx="51">
                <c:v>-1.572287917137146</c:v>
              </c:pt>
              <c:pt idx="52">
                <c:v>0.3699592649936676</c:v>
              </c:pt>
              <c:pt idx="53">
                <c:v>-0.9450938701629639</c:v>
              </c:pt>
              <c:pt idx="54">
                <c:v>-1.1332682371139526</c:v>
              </c:pt>
              <c:pt idx="55">
                <c:v>0.21907539665699005</c:v>
              </c:pt>
              <c:pt idx="56">
                <c:v>0.02855522930622101</c:v>
              </c:pt>
              <c:pt idx="57">
                <c:v>0.8137820959091187</c:v>
              </c:pt>
              <c:pt idx="58">
                <c:v>0.2831861078739166</c:v>
              </c:pt>
              <c:pt idx="59">
                <c:v>-0.9086555242538452</c:v>
              </c:pt>
              <c:pt idx="60">
                <c:v>0.05725765973329544</c:v>
              </c:pt>
              <c:pt idx="61">
                <c:v>-0.21573670208454132</c:v>
              </c:pt>
              <c:pt idx="62">
                <c:v>0.5847881436347961</c:v>
              </c:pt>
              <c:pt idx="63">
                <c:v>-1.125730276107788</c:v>
              </c:pt>
              <c:pt idx="64">
                <c:v>0.9841077327728271</c:v>
              </c:pt>
              <c:pt idx="65">
                <c:v>0.4251708388328552</c:v>
              </c:pt>
              <c:pt idx="66">
                <c:v>-0.8201004266738892</c:v>
              </c:pt>
              <c:pt idx="67">
                <c:v>1.3174653053283691</c:v>
              </c:pt>
              <c:pt idx="68">
                <c:v>-0.6334561705589294</c:v>
              </c:pt>
              <c:pt idx="69">
                <c:v>-0.40790098905563354</c:v>
              </c:pt>
              <c:pt idx="70">
                <c:v>1.197912573814392</c:v>
              </c:pt>
              <c:pt idx="71">
                <c:v>0.28689685463905334</c:v>
              </c:pt>
              <c:pt idx="72">
                <c:v>0.8704565763473511</c:v>
              </c:pt>
              <c:pt idx="73">
                <c:v>1.4087345600128174</c:v>
              </c:pt>
              <c:pt idx="74">
                <c:v>-1.6751714944839478</c:v>
              </c:pt>
              <c:pt idx="75">
                <c:v>0.2558642625808716</c:v>
              </c:pt>
              <c:pt idx="76">
                <c:v>0.5081062912940979</c:v>
              </c:pt>
              <c:pt idx="77">
                <c:v>-1.3136510848999023</c:v>
              </c:pt>
              <c:pt idx="78">
                <c:v>-0.9900968074798584</c:v>
              </c:pt>
              <c:pt idx="79">
                <c:v>-0.5688132643699646</c:v>
              </c:pt>
              <c:pt idx="80">
                <c:v>1.5262733697891235</c:v>
              </c:pt>
              <c:pt idx="81">
                <c:v>0.9729715585708618</c:v>
              </c:pt>
              <c:pt idx="82">
                <c:v>-0.8360335230827332</c:v>
              </c:pt>
              <c:pt idx="83">
                <c:v>-1.0783849954605103</c:v>
              </c:pt>
              <c:pt idx="84">
                <c:v>0.6854467988014221</c:v>
              </c:pt>
              <c:pt idx="85">
                <c:v>-0.16405166685581207</c:v>
              </c:pt>
              <c:pt idx="86">
                <c:v>-0.7526415586471558</c:v>
              </c:pt>
              <c:pt idx="87">
                <c:v>-0.47221121191978455</c:v>
              </c:pt>
              <c:pt idx="88">
                <c:v>1.6012145280838013</c:v>
              </c:pt>
              <c:pt idx="89">
                <c:v>0.21400171518325806</c:v>
              </c:pt>
              <c:pt idx="90">
                <c:v>-0.2787516713142395</c:v>
              </c:pt>
              <c:pt idx="91">
                <c:v>1.2342634201049805</c:v>
              </c:pt>
              <c:pt idx="92">
                <c:v>1.9247300624847412</c:v>
              </c:pt>
              <c:pt idx="93">
                <c:v>0.8436725735664368</c:v>
              </c:pt>
              <c:pt idx="94">
                <c:v>-2.0348293781280518</c:v>
              </c:pt>
              <c:pt idx="95">
                <c:v>-0.47845911979675293</c:v>
              </c:pt>
              <c:pt idx="96">
                <c:v>-0.8146486282348633</c:v>
              </c:pt>
              <c:pt idx="97">
                <c:v>0.1274627149105072</c:v>
              </c:pt>
              <c:pt idx="98">
                <c:v>-0.45983731746673584</c:v>
              </c:pt>
              <c:pt idx="99">
                <c:v>0.3902061879634857</c:v>
              </c:pt>
              <c:pt idx="100">
                <c:v>-1.2031302452087402</c:v>
              </c:pt>
              <c:pt idx="101">
                <c:v>1.283847451210022</c:v>
              </c:pt>
              <c:pt idx="102">
                <c:v>2.424427032470703</c:v>
              </c:pt>
              <c:pt idx="103">
                <c:v>2.1895148754119873</c:v>
              </c:pt>
              <c:pt idx="104">
                <c:v>-0.02880476787686348</c:v>
              </c:pt>
              <c:pt idx="105">
                <c:v>0.7360597848892212</c:v>
              </c:pt>
              <c:pt idx="106">
                <c:v>1.5490788221359253</c:v>
              </c:pt>
              <c:pt idx="107">
                <c:v>0.0670173168182373</c:v>
              </c:pt>
              <c:pt idx="108">
                <c:v>1.281343936920166</c:v>
              </c:pt>
              <c:pt idx="109">
                <c:v>-0.17018644511699677</c:v>
              </c:pt>
              <c:pt idx="110">
                <c:v>-1.0163109302520752</c:v>
              </c:pt>
              <c:pt idx="111">
                <c:v>-0.44343262910842896</c:v>
              </c:pt>
              <c:pt idx="112">
                <c:v>-0.3732393682003021</c:v>
              </c:pt>
              <c:pt idx="113">
                <c:v>0.0105131259188056</c:v>
              </c:pt>
              <c:pt idx="114">
                <c:v>-1.6908758878707886</c:v>
              </c:pt>
              <c:pt idx="115">
                <c:v>-0.03426040709018707</c:v>
              </c:pt>
              <c:pt idx="116">
                <c:v>-0.5098968744277954</c:v>
              </c:pt>
              <c:pt idx="117">
                <c:v>-1.2263150215148926</c:v>
              </c:pt>
              <c:pt idx="118">
                <c:v>0.7103691101074219</c:v>
              </c:pt>
              <c:pt idx="119">
                <c:v>0.11321188509464264</c:v>
              </c:pt>
              <c:pt idx="120">
                <c:v>0.44965359568595886</c:v>
              </c:pt>
              <c:pt idx="121">
                <c:v>0.12270829826593399</c:v>
              </c:pt>
              <c:pt idx="122">
                <c:v>-0.033254191279411316</c:v>
              </c:pt>
              <c:pt idx="123">
                <c:v>-0.8546019196510315</c:v>
              </c:pt>
              <c:pt idx="124">
                <c:v>-1.0963211059570312</c:v>
              </c:pt>
              <c:pt idx="125">
                <c:v>-0.7912311553955078</c:v>
              </c:pt>
              <c:pt idx="126">
                <c:v>-1.215564250946045</c:v>
              </c:pt>
              <c:pt idx="127">
                <c:v>-0.5522923469543457</c:v>
              </c:pt>
              <c:pt idx="128">
                <c:v>-0.9970341920852661</c:v>
              </c:pt>
              <c:pt idx="129">
                <c:v>0.38287320733070374</c:v>
              </c:pt>
              <c:pt idx="130">
                <c:v>-0.7764629125595093</c:v>
              </c:pt>
              <c:pt idx="131">
                <c:v>-0.25125834345817566</c:v>
              </c:pt>
              <c:pt idx="132">
                <c:v>-0.6655147075653076</c:v>
              </c:pt>
              <c:pt idx="133">
                <c:v>0.5654224157333374</c:v>
              </c:pt>
              <c:pt idx="134">
                <c:v>-0.5522974729537964</c:v>
              </c:pt>
              <c:pt idx="135">
                <c:v>2.221928119659424</c:v>
              </c:pt>
              <c:pt idx="136">
                <c:v>0.49376368522644043</c:v>
              </c:pt>
              <c:pt idx="137">
                <c:v>0.4084492325782776</c:v>
              </c:pt>
              <c:pt idx="138">
                <c:v>0.5009881854057312</c:v>
              </c:pt>
              <c:pt idx="139">
                <c:v>0.04587998986244202</c:v>
              </c:pt>
              <c:pt idx="140">
                <c:v>0.46762582659721375</c:v>
              </c:pt>
              <c:pt idx="141">
                <c:v>1.0813390016555786</c:v>
              </c:pt>
              <c:pt idx="142">
                <c:v>0.08948148787021637</c:v>
              </c:pt>
              <c:pt idx="143">
                <c:v>0.2492659091949463</c:v>
              </c:pt>
              <c:pt idx="144">
                <c:v>0.3110518753528595</c:v>
              </c:pt>
              <c:pt idx="145">
                <c:v>-0.3799145221710205</c:v>
              </c:pt>
              <c:pt idx="146">
                <c:v>-0.7737050652503967</c:v>
              </c:pt>
              <c:pt idx="147">
                <c:v>1.450531005859375</c:v>
              </c:pt>
              <c:pt idx="148">
                <c:v>-0.5011822581291199</c:v>
              </c:pt>
              <c:pt idx="149">
                <c:v>-0.6917784214019775</c:v>
              </c:pt>
              <c:pt idx="150">
                <c:v>-0.3119872808456421</c:v>
              </c:pt>
              <c:pt idx="151">
                <c:v>-1.4942001104354858</c:v>
              </c:pt>
              <c:pt idx="152">
                <c:v>0.7392391562461853</c:v>
              </c:pt>
              <c:pt idx="153">
                <c:v>1.4321318864822388</c:v>
              </c:pt>
              <c:pt idx="154">
                <c:v>-0.7210676074028015</c:v>
              </c:pt>
              <c:pt idx="155">
                <c:v>0.20971845090389252</c:v>
              </c:pt>
              <c:pt idx="156">
                <c:v>-0.5359070301055908</c:v>
              </c:pt>
              <c:pt idx="157">
                <c:v>1.7696354389190674</c:v>
              </c:pt>
              <c:pt idx="158">
                <c:v>1.354479193687439</c:v>
              </c:pt>
              <c:pt idx="159">
                <c:v>0.21633005142211914</c:v>
              </c:pt>
              <c:pt idx="160">
                <c:v>0.10043127834796906</c:v>
              </c:pt>
              <c:pt idx="161">
                <c:v>-0.13774564862251282</c:v>
              </c:pt>
              <c:pt idx="162">
                <c:v>-0.31401392817497253</c:v>
              </c:pt>
              <c:pt idx="163">
                <c:v>-0.22487348318099976</c:v>
              </c:pt>
              <c:pt idx="164">
                <c:v>-0.9836984872817993</c:v>
              </c:pt>
              <c:pt idx="165">
                <c:v>1.7669607400894165</c:v>
              </c:pt>
              <c:pt idx="166">
                <c:v>-0.1970071643590927</c:v>
              </c:pt>
              <c:pt idx="167">
                <c:v>1.622802972793579</c:v>
              </c:pt>
              <c:pt idx="168">
                <c:v>-0.101622074842453</c:v>
              </c:pt>
              <c:pt idx="169">
                <c:v>0.12538057565689087</c:v>
              </c:pt>
              <c:pt idx="170">
                <c:v>0.8371473550796509</c:v>
              </c:pt>
              <c:pt idx="171">
                <c:v>0.07656173408031464</c:v>
              </c:pt>
              <c:pt idx="172">
                <c:v>1.4778192043304443</c:v>
              </c:pt>
              <c:pt idx="173">
                <c:v>-0.11152423918247223</c:v>
              </c:pt>
              <c:pt idx="174">
                <c:v>1.9885194301605225</c:v>
              </c:pt>
              <c:pt idx="175">
                <c:v>-0.6433902382850647</c:v>
              </c:pt>
              <c:pt idx="176">
                <c:v>0.7655693292617798</c:v>
              </c:pt>
              <c:pt idx="177">
                <c:v>2.098937749862671</c:v>
              </c:pt>
              <c:pt idx="178">
                <c:v>0.12335903942584991</c:v>
              </c:pt>
              <c:pt idx="179">
                <c:v>0.44299232959747314</c:v>
              </c:pt>
            </c:numLit>
          </c:xVal>
          <c:yVal>
            <c:numLit>
              <c:formatCode>0.0</c:formatCode>
              <c:ptCount val="180"/>
              <c:pt idx="0">
                <c:v>-1.2076786756515503</c:v>
              </c:pt>
              <c:pt idx="1">
                <c:v>0.06476633995771408</c:v>
              </c:pt>
              <c:pt idx="2">
                <c:v>-1.5702587366104126</c:v>
              </c:pt>
              <c:pt idx="3">
                <c:v>1.384692907333374</c:v>
              </c:pt>
              <c:pt idx="4">
                <c:v>0.13543543219566345</c:v>
              </c:pt>
              <c:pt idx="5">
                <c:v>0.396892249584198</c:v>
              </c:pt>
              <c:pt idx="6">
                <c:v>-0.7302886247634888</c:v>
              </c:pt>
              <c:pt idx="7">
                <c:v>-0.8256856203079224</c:v>
              </c:pt>
              <c:pt idx="8">
                <c:v>1.674796462059021</c:v>
              </c:pt>
              <c:pt idx="9">
                <c:v>-1.352148175239563</c:v>
              </c:pt>
              <c:pt idx="10">
                <c:v>0.4200698435306549</c:v>
              </c:pt>
              <c:pt idx="11">
                <c:v>-0.18419697880744934</c:v>
              </c:pt>
              <c:pt idx="12">
                <c:v>0.28811001777648926</c:v>
              </c:pt>
              <c:pt idx="13">
                <c:v>1.2464418411254883</c:v>
              </c:pt>
              <c:pt idx="14">
                <c:v>-0.09392993152141571</c:v>
              </c:pt>
              <c:pt idx="15">
                <c:v>1.246966004371643</c:v>
              </c:pt>
              <c:pt idx="16">
                <c:v>0.7954957485198975</c:v>
              </c:pt>
              <c:pt idx="17">
                <c:v>-1.356663465499878</c:v>
              </c:pt>
              <c:pt idx="18">
                <c:v>-0.7693994045257568</c:v>
              </c:pt>
              <c:pt idx="19">
                <c:v>0.9475179314613342</c:v>
              </c:pt>
              <c:pt idx="20">
                <c:v>-0.8927392959594727</c:v>
              </c:pt>
              <c:pt idx="21">
                <c:v>0.22530777752399445</c:v>
              </c:pt>
              <c:pt idx="22">
                <c:v>-1.247125267982483</c:v>
              </c:pt>
              <c:pt idx="23">
                <c:v>1.4344488382339478</c:v>
              </c:pt>
              <c:pt idx="24">
                <c:v>0.054991576820611954</c:v>
              </c:pt>
              <c:pt idx="25">
                <c:v>0.8139564394950867</c:v>
              </c:pt>
              <c:pt idx="26">
                <c:v>-0.48894748091697693</c:v>
              </c:pt>
              <c:pt idx="27">
                <c:v>0.3485819101333618</c:v>
              </c:pt>
              <c:pt idx="28">
                <c:v>-1.2151411771774292</c:v>
              </c:pt>
              <c:pt idx="29">
                <c:v>-0.49905645847320557</c:v>
              </c:pt>
              <c:pt idx="30">
                <c:v>-0.9747149348258972</c:v>
              </c:pt>
              <c:pt idx="31">
                <c:v>0.30290669202804565</c:v>
              </c:pt>
              <c:pt idx="32">
                <c:v>1.2925889492034912</c:v>
              </c:pt>
              <c:pt idx="33">
                <c:v>-0.22046484053134918</c:v>
              </c:pt>
              <c:pt idx="34">
                <c:v>1.4639118909835815</c:v>
              </c:pt>
              <c:pt idx="35">
                <c:v>1.97969388961792</c:v>
              </c:pt>
              <c:pt idx="36">
                <c:v>2.4667632579803467</c:v>
              </c:pt>
              <c:pt idx="37">
                <c:v>1.685240626335144</c:v>
              </c:pt>
              <c:pt idx="38">
                <c:v>0.7874423265457153</c:v>
              </c:pt>
              <c:pt idx="39">
                <c:v>0.790907621383667</c:v>
              </c:pt>
              <c:pt idx="40">
                <c:v>0.8203157186508179</c:v>
              </c:pt>
              <c:pt idx="41">
                <c:v>-0.6186378598213196</c:v>
              </c:pt>
              <c:pt idx="42">
                <c:v>0.3083110451698303</c:v>
              </c:pt>
              <c:pt idx="43">
                <c:v>0.7037031650543213</c:v>
              </c:pt>
              <c:pt idx="44">
                <c:v>-0.5243139266967773</c:v>
              </c:pt>
              <c:pt idx="45">
                <c:v>-0.13880698382854462</c:v>
              </c:pt>
              <c:pt idx="46">
                <c:v>-0.491426944732666</c:v>
              </c:pt>
              <c:pt idx="47">
                <c:v>-0.9721110463142395</c:v>
              </c:pt>
              <c:pt idx="48">
                <c:v>-0.006774112116545439</c:v>
              </c:pt>
              <c:pt idx="49">
                <c:v>-0.18936239182949066</c:v>
              </c:pt>
              <c:pt idx="50">
                <c:v>1.5099025964736938</c:v>
              </c:pt>
              <c:pt idx="51">
                <c:v>-1.2501434087753296</c:v>
              </c:pt>
              <c:pt idx="52">
                <c:v>0.6316666603088379</c:v>
              </c:pt>
              <c:pt idx="53">
                <c:v>-1.6888173818588257</c:v>
              </c:pt>
              <c:pt idx="54">
                <c:v>-0.6940260529518127</c:v>
              </c:pt>
              <c:pt idx="55">
                <c:v>-1.4870104789733887</c:v>
              </c:pt>
              <c:pt idx="56">
                <c:v>-0.198679581284523</c:v>
              </c:pt>
              <c:pt idx="57">
                <c:v>1.7912750244140625</c:v>
              </c:pt>
              <c:pt idx="58">
                <c:v>-1.2430000305175781</c:v>
              </c:pt>
              <c:pt idx="59">
                <c:v>-0.8984286189079285</c:v>
              </c:pt>
              <c:pt idx="60">
                <c:v>-0.6295584440231323</c:v>
              </c:pt>
              <c:pt idx="61">
                <c:v>-0.6162083745002747</c:v>
              </c:pt>
              <c:pt idx="62">
                <c:v>1.0075411796569824</c:v>
              </c:pt>
              <c:pt idx="63">
                <c:v>-1.4603173732757568</c:v>
              </c:pt>
              <c:pt idx="64">
                <c:v>0.9757271409034729</c:v>
              </c:pt>
              <c:pt idx="65">
                <c:v>1.3667731285095215</c:v>
              </c:pt>
              <c:pt idx="66">
                <c:v>-0.6810533404350281</c:v>
              </c:pt>
              <c:pt idx="67">
                <c:v>0.9931085109710693</c:v>
              </c:pt>
              <c:pt idx="68">
                <c:v>-0.3302620053291321</c:v>
              </c:pt>
              <c:pt idx="69">
                <c:v>-0.43071305751800537</c:v>
              </c:pt>
              <c:pt idx="70">
                <c:v>1.2938283681869507</c:v>
              </c:pt>
              <c:pt idx="71">
                <c:v>0.024271592497825623</c:v>
              </c:pt>
              <c:pt idx="72">
                <c:v>0.6596772074699402</c:v>
              </c:pt>
              <c:pt idx="73">
                <c:v>-0.33778950572013855</c:v>
              </c:pt>
              <c:pt idx="74">
                <c:v>-1.213409423828125</c:v>
              </c:pt>
              <c:pt idx="75">
                <c:v>0.1656879335641861</c:v>
              </c:pt>
              <c:pt idx="76">
                <c:v>-0.6766669750213623</c:v>
              </c:pt>
              <c:pt idx="77">
                <c:v>-1.5447572469711304</c:v>
              </c:pt>
              <c:pt idx="78">
                <c:v>-0.7748261094093323</c:v>
              </c:pt>
              <c:pt idx="79">
                <c:v>0.36786356568336487</c:v>
              </c:pt>
              <c:pt idx="80">
                <c:v>1.0485364198684692</c:v>
              </c:pt>
              <c:pt idx="81">
                <c:v>0.7386523485183716</c:v>
              </c:pt>
              <c:pt idx="82">
                <c:v>-0.4760529696941376</c:v>
              </c:pt>
              <c:pt idx="83">
                <c:v>0.16237276792526245</c:v>
              </c:pt>
              <c:pt idx="84">
                <c:v>0.658103346824646</c:v>
              </c:pt>
              <c:pt idx="85">
                <c:v>-0.06446987390518188</c:v>
              </c:pt>
              <c:pt idx="86">
                <c:v>-0.4109428822994232</c:v>
              </c:pt>
              <c:pt idx="87">
                <c:v>-0.3460043668746948</c:v>
              </c:pt>
              <c:pt idx="88">
                <c:v>0.8680932521820068</c:v>
              </c:pt>
              <c:pt idx="89">
                <c:v>-0.8860694169998169</c:v>
              </c:pt>
              <c:pt idx="90">
                <c:v>-0.7703080177307129</c:v>
              </c:pt>
              <c:pt idx="91">
                <c:v>1.6981356143951416</c:v>
              </c:pt>
              <c:pt idx="92">
                <c:v>2.3263094425201416</c:v>
              </c:pt>
              <c:pt idx="93">
                <c:v>-0.6860013008117676</c:v>
              </c:pt>
              <c:pt idx="94">
                <c:v>-2.1325523853302</c:v>
              </c:pt>
              <c:pt idx="95">
                <c:v>-0.20053637027740479</c:v>
              </c:pt>
              <c:pt idx="96">
                <c:v>-0.4194824993610382</c:v>
              </c:pt>
              <c:pt idx="97">
                <c:v>0.28044551610946655</c:v>
              </c:pt>
              <c:pt idx="98">
                <c:v>-0.8912215232849121</c:v>
              </c:pt>
              <c:pt idx="99">
                <c:v>-1.617071270942688</c:v>
              </c:pt>
              <c:pt idx="100">
                <c:v>-1.2105633020401</c:v>
              </c:pt>
              <c:pt idx="101">
                <c:v>0.6298684477806091</c:v>
              </c:pt>
              <c:pt idx="102">
                <c:v>1.5361844301223755</c:v>
              </c:pt>
              <c:pt idx="103">
                <c:v>2.328331470489502</c:v>
              </c:pt>
              <c:pt idx="104">
                <c:v>0.6600400805473328</c:v>
              </c:pt>
              <c:pt idx="105">
                <c:v>1.3649590015411377</c:v>
              </c:pt>
              <c:pt idx="106">
                <c:v>0.8283273577690125</c:v>
              </c:pt>
              <c:pt idx="107">
                <c:v>0.4201899468898773</c:v>
              </c:pt>
              <c:pt idx="108">
                <c:v>-0.41104552149772644</c:v>
              </c:pt>
              <c:pt idx="109">
                <c:v>-0.28202545642852783</c:v>
              </c:pt>
              <c:pt idx="110">
                <c:v>-0.16104957461357117</c:v>
              </c:pt>
              <c:pt idx="111">
                <c:v>-0.9219794869422913</c:v>
              </c:pt>
              <c:pt idx="112">
                <c:v>0.16090938448905945</c:v>
              </c:pt>
              <c:pt idx="113">
                <c:v>-0.08466331660747528</c:v>
              </c:pt>
              <c:pt idx="114">
                <c:v>-1.1330575942993164</c:v>
              </c:pt>
              <c:pt idx="115">
                <c:v>-1.456000804901123</c:v>
              </c:pt>
              <c:pt idx="116">
                <c:v>0.36419764161109924</c:v>
              </c:pt>
              <c:pt idx="117">
                <c:v>0.32177069783210754</c:v>
              </c:pt>
              <c:pt idx="118">
                <c:v>-0.09016095846891403</c:v>
              </c:pt>
              <c:pt idx="119">
                <c:v>-0.9746069312095642</c:v>
              </c:pt>
              <c:pt idx="120">
                <c:v>0.9584428668022156</c:v>
              </c:pt>
              <c:pt idx="121">
                <c:v>0.8123387694358826</c:v>
              </c:pt>
              <c:pt idx="122">
                <c:v>0.3471378982067108</c:v>
              </c:pt>
              <c:pt idx="123">
                <c:v>-1.7295961380004883</c:v>
              </c:pt>
              <c:pt idx="124">
                <c:v>-0.4160903990268707</c:v>
              </c:pt>
              <c:pt idx="125">
                <c:v>-1.124611496925354</c:v>
              </c:pt>
              <c:pt idx="126">
                <c:v>-1.424591302871704</c:v>
              </c:pt>
              <c:pt idx="127">
                <c:v>-0.2278725802898407</c:v>
              </c:pt>
              <c:pt idx="128">
                <c:v>0.009424619376659393</c:v>
              </c:pt>
              <c:pt idx="129">
                <c:v>0.2942013740539551</c:v>
              </c:pt>
              <c:pt idx="130">
                <c:v>-0.9540016055107117</c:v>
              </c:pt>
              <c:pt idx="131">
                <c:v>-0.6434531807899475</c:v>
              </c:pt>
              <c:pt idx="132">
                <c:v>-0.6200348734855652</c:v>
              </c:pt>
              <c:pt idx="133">
                <c:v>-0.11972296983003616</c:v>
              </c:pt>
              <c:pt idx="134">
                <c:v>-0.14119288325309753</c:v>
              </c:pt>
              <c:pt idx="135">
                <c:v>1.947862982749939</c:v>
              </c:pt>
              <c:pt idx="136">
                <c:v>-0.17543967068195343</c:v>
              </c:pt>
              <c:pt idx="137">
                <c:v>0.22937624156475067</c:v>
              </c:pt>
              <c:pt idx="138">
                <c:v>0.11052687466144562</c:v>
              </c:pt>
              <c:pt idx="139">
                <c:v>0.7595314383506775</c:v>
              </c:pt>
              <c:pt idx="140">
                <c:v>-0.3625182509422302</c:v>
              </c:pt>
              <c:pt idx="141">
                <c:v>0.6525807976722717</c:v>
              </c:pt>
              <c:pt idx="142">
                <c:v>0.0863829180598259</c:v>
              </c:pt>
              <c:pt idx="143">
                <c:v>0.5891340970993042</c:v>
              </c:pt>
              <c:pt idx="144">
                <c:v>-1.4180221557617188</c:v>
              </c:pt>
              <c:pt idx="145">
                <c:v>0.5924202799797058</c:v>
              </c:pt>
              <c:pt idx="146">
                <c:v>-0.13360260426998138</c:v>
              </c:pt>
              <c:pt idx="147">
                <c:v>0.6588932871818542</c:v>
              </c:pt>
              <c:pt idx="148">
                <c:v>-0.27965644001960754</c:v>
              </c:pt>
              <c:pt idx="149">
                <c:v>-1.2646743059158325</c:v>
              </c:pt>
              <c:pt idx="150">
                <c:v>0.1299992948770523</c:v>
              </c:pt>
              <c:pt idx="151">
                <c:v>-2.310391426086426</c:v>
              </c:pt>
              <c:pt idx="152">
                <c:v>0.24463330209255219</c:v>
              </c:pt>
              <c:pt idx="153">
                <c:v>1.751860499382019</c:v>
              </c:pt>
              <c:pt idx="154">
                <c:v>-0.3976191282272339</c:v>
              </c:pt>
              <c:pt idx="155">
                <c:v>0.9912930130958557</c:v>
              </c:pt>
              <c:pt idx="156">
                <c:v>0.0658392384648323</c:v>
              </c:pt>
              <c:pt idx="157">
                <c:v>1.6033668518066406</c:v>
              </c:pt>
              <c:pt idx="158">
                <c:v>1.3404170274734497</c:v>
              </c:pt>
              <c:pt idx="159">
                <c:v>0.8565413951873779</c:v>
              </c:pt>
              <c:pt idx="160">
                <c:v>0.36881107091903687</c:v>
              </c:pt>
              <c:pt idx="161">
                <c:v>-0.37928083539009094</c:v>
              </c:pt>
              <c:pt idx="162">
                <c:v>-0.38405370712280273</c:v>
              </c:pt>
              <c:pt idx="163">
                <c:v>1.0054333209991455</c:v>
              </c:pt>
              <c:pt idx="164">
                <c:v>-0.756659746170044</c:v>
              </c:pt>
              <c:pt idx="165">
                <c:v>0.9513661861419678</c:v>
              </c:pt>
              <c:pt idx="166">
                <c:v>-0.2204478681087494</c:v>
              </c:pt>
              <c:pt idx="167">
                <c:v>0.5110929012298584</c:v>
              </c:pt>
              <c:pt idx="168">
                <c:v>0.09663588553667068</c:v>
              </c:pt>
              <c:pt idx="169">
                <c:v>-0.4482877254486084</c:v>
              </c:pt>
              <c:pt idx="170">
                <c:v>1.4802193641662598</c:v>
              </c:pt>
              <c:pt idx="171">
                <c:v>-0.1264321506023407</c:v>
              </c:pt>
              <c:pt idx="172">
                <c:v>0.5309640765190125</c:v>
              </c:pt>
              <c:pt idx="173">
                <c:v>0.8409488797187805</c:v>
              </c:pt>
              <c:pt idx="174">
                <c:v>0.9471359848976135</c:v>
              </c:pt>
              <c:pt idx="175">
                <c:v>-0.7359935641288757</c:v>
              </c:pt>
              <c:pt idx="176">
                <c:v>0.16647614538669586</c:v>
              </c:pt>
              <c:pt idx="177">
                <c:v>1.4005885124206543</c:v>
              </c:pt>
              <c:pt idx="178">
                <c:v>1.6681634187698364</c:v>
              </c:pt>
              <c:pt idx="179">
                <c:v>0.3324340581893921</c:v>
              </c:pt>
            </c:numLit>
          </c:yVal>
        </c:ser>
        <c:axId val="48650112"/>
        <c:axId val="48672768"/>
      </c:scatterChart>
      <c:valAx>
        <c:axId val="48672768"/>
        <c:scaling>
          <c:orientation val="minMax"/>
          <c:max val="4"/>
          <c:min val="-4"/>
        </c:scaling>
        <c:delete val="0"/>
        <c:axPos val="l"/>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置換する特徴 X₂</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50112"/>
      </c:valAx>
      <c:valAx>
        <c:axId val="48650112"/>
        <c:scaling>
          <c:orientation val="minMax"/>
          <c:max val="4"/>
          <c:min val="-4"/>
        </c:scaling>
        <c:delete val="0"/>
        <c:axPos val="b"/>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残す特徴 X₁</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72768"/>
      </c:valAx>
      <c:spPr>
        <a:solidFill xmlns:a="http://schemas.openxmlformats.org/drawingml/2006/main">
          <a:srgbClr val="F6F6F6"/>
        </a:solidFill>
      </c:spPr>
    </c:plotArea>
    <c:plotVisOnly val="1"/>
  </c:chart>
  <c:spPr>
    <a:solidFill xmlns:a="http://schemas.openxmlformats.org/drawingml/2006/main">
      <a:srgbClr val="FFFFFF"/>
    </a:solidFill>
  </c:spPr>
</c:chartSpace>
</file>

<file path=ppt/copula/tableStyles.xml><?xml version="1.0" encoding="utf-8"?>
<a:tblStyleLst xmlns:a="http://schemas.openxmlformats.org/drawingml/2006/main" def="{5C22544A-7EE6-4342-B048-85BDC9FD1C3A}"/>
</file>

<file path=ppt/copula/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286B7-E2A9-F949-9125-15FCE6FD12A1}" type="datetimeFigureOut">
              <a:rPr kumimoji="1" lang="ja-JP" altLang="en-US" smtClean="0"/>
              <a:t>2026/10/4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E24D53A-6A9B-2549-B59F-BD94BABF0F70}" type="slidenum">
              <a:rPr kumimoji="1" lang="ja-JP" altLang="en-US" smtClean="0"/>
              <a:t>‹#›</a:t>
            </a:fld>
            <a:endParaRPr kumimoji="1" lang="ja-JP" altLang="en-US"/>
          </a:p>
        </p:txBody>
      </p:sp>
    </p:spTree>
    <p:extLst>
      <p:ext uri="{BB962C8B-B14F-4D97-AF65-F5344CB8AC3E}">
        <p14:creationId xmlns:p14="http://schemas.microsoft.com/office/powerpoint/2010/main" val="239109423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dirty="0"/>
          </a:p>
        </p:txBody>
      </p:sp>
      <p:sp>
        <p:nvSpPr>
          <p:cNvPr id="4" name="スライド番号プレースホルダー 3"/>
          <p:cNvSpPr>
            <a:spLocks noGrp="1"/>
          </p:cNvSpPr>
          <p:nvPr>
            <p:ph type="sldNum" sz="quarter" idx="5"/>
          </p:nvPr>
        </p:nvSpPr>
        <p:spPr/>
        <p:txBody>
          <a:bodyPr/>
          <a:lstStyle/>
          <a:p>
            <a:fld id="{4E24D53A-6A9B-2549-B59F-BD94BABF0F70}" type="slidenum">
              <a:rPr kumimoji="1" lang="ja-JP" altLang="en-US" smtClean="0"/>
              <a:t>1</a:t>
            </a:fld>
            <a:endParaRPr kumimoji="1" lang="ja-JP" altLang="en-US"/>
          </a:p>
        </p:txBody>
      </p:sp>
    </p:spTree>
    <p:extLst>
      <p:ext uri="{BB962C8B-B14F-4D97-AF65-F5344CB8AC3E}">
        <p14:creationId xmlns:p14="http://schemas.microsoft.com/office/powerpoint/2010/main" val="27366596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4E24D53A-6A9B-2549-B59F-BD94BABF0F70}" type="slidenum">
              <a:rPr kumimoji="1" lang="ja-JP" altLang="en-US" smtClean="0"/>
              <a:t>2</a:t>
            </a:fld>
            <a:endParaRPr kumimoji="1" lang="ja-JP" altLang="en-US"/>
          </a:p>
        </p:txBody>
      </p:sp>
    </p:spTree>
    <p:extLst>
      <p:ext uri="{BB962C8B-B14F-4D97-AF65-F5344CB8AC3E}">
        <p14:creationId xmlns:p14="http://schemas.microsoft.com/office/powerpoint/2010/main" val="23893316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a:t>本研究</a:t>
            </a:r>
            <a:r>
              <a:rPr lang="ja-JP" altLang="ja-JP" dirty="0"/>
              <a:t>の問題設定を整理します。 先行研究1では、無作為な値の抽出により「意味的におかしなデータ」が生成されてしまう問題がありました。 一方、先行研究2では、文脈を維持しようとして疑似ラベルに依存した結果、「確証バイアスが増幅」してしまう問題がありました。 私は、この2つの課題を同時に解決する、新しいデータ拡張のフレームワークを提案します。</a:t>
            </a:r>
            <a:r>
              <a:rPr lang="ja-JP" altLang="en-US" dirty="0"/>
              <a:t>　</a:t>
            </a:r>
            <a:r>
              <a:rPr lang="en-US" altLang="ja-JP" dirty="0"/>
              <a:t>10</a:t>
            </a:r>
            <a:r>
              <a:rPr lang="ja-JP" altLang="en-US" dirty="0"/>
              <a:t>分</a:t>
            </a:r>
            <a:endParaRPr kumimoji="1" lang="ja-JP" altLang="en-US" dirty="0"/>
          </a:p>
        </p:txBody>
      </p:sp>
      <p:sp>
        <p:nvSpPr>
          <p:cNvPr id="4" name="スライド番号プレースホルダー 3"/>
          <p:cNvSpPr>
            <a:spLocks noGrp="1"/>
          </p:cNvSpPr>
          <p:nvPr>
            <p:ph type="sldNum" sz="quarter" idx="5"/>
          </p:nvPr>
        </p:nvSpPr>
        <p:spPr/>
        <p:txBody>
          <a:bodyPr/>
          <a:lstStyle/>
          <a:p>
            <a:fld id="{4E24D53A-6A9B-2549-B59F-BD94BABF0F70}" type="slidenum">
              <a:rPr kumimoji="1" lang="ja-JP" altLang="en-US" smtClean="0"/>
              <a:t>3</a:t>
            </a:fld>
            <a:endParaRPr kumimoji="1" lang="ja-JP" altLang="en-US"/>
          </a:p>
        </p:txBody>
      </p:sp>
    </p:spTree>
    <p:extLst>
      <p:ext uri="{BB962C8B-B14F-4D97-AF65-F5344CB8AC3E}">
        <p14:creationId xmlns:p14="http://schemas.microsoft.com/office/powerpoint/2010/main" val="1120144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解決へのアプローチとして、データの依存構造の捉え方に着目しました。 従来の「相関係数」では、線形な関係しか測れず、非線形な関係や極端な値でのみ連動するような複雑な関係性を「無相関」と誤認してしまいます。 そこで本研究では、変数の分布の形に依存せず、あらゆる依存構造を直接捉えることができる統計的手法「コピュラ」を採用します。</a:t>
            </a:r>
            <a:r>
              <a:rPr lang="en-US" altLang="ja-JP" dirty="0"/>
              <a:t>10</a:t>
            </a:r>
            <a:r>
              <a:rPr lang="ja-JP" altLang="en-US" dirty="0"/>
              <a:t>分</a:t>
            </a:r>
            <a:r>
              <a:rPr lang="en-US" altLang="ja-JP" dirty="0"/>
              <a:t>50</a:t>
            </a:r>
            <a:r>
              <a:rPr lang="ja-JP" altLang="en-US" dirty="0"/>
              <a:t>秒</a:t>
            </a:r>
            <a:endParaRPr kumimoji="1" lang="ja-JP" altLang="en-US" dirty="0"/>
          </a:p>
        </p:txBody>
      </p:sp>
      <p:sp>
        <p:nvSpPr>
          <p:cNvPr id="4" name="スライド番号プレースホルダー 3"/>
          <p:cNvSpPr>
            <a:spLocks noGrp="1"/>
          </p:cNvSpPr>
          <p:nvPr>
            <p:ph type="sldNum" sz="quarter" idx="5"/>
          </p:nvPr>
        </p:nvSpPr>
        <p:spPr/>
        <p:txBody>
          <a:bodyPr/>
          <a:lstStyle/>
          <a:p>
            <a:fld id="{4E24D53A-6A9B-2549-B59F-BD94BABF0F70}" type="slidenum">
              <a:rPr kumimoji="1" lang="ja-JP" altLang="en-US" smtClean="0"/>
              <a:t>4</a:t>
            </a:fld>
            <a:endParaRPr kumimoji="1" lang="ja-JP" altLang="en-US"/>
          </a:p>
        </p:txBody>
      </p:sp>
    </p:spTree>
    <p:extLst>
      <p:ext uri="{BB962C8B-B14F-4D97-AF65-F5344CB8AC3E}">
        <p14:creationId xmlns:p14="http://schemas.microsoft.com/office/powerpoint/2010/main" val="37814443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AC62428-3EAA-D3DF-6488-F1AFD905D59F}"/>
              </a:ext>
            </a:extLst>
          </p:cNvPr>
          <p:cNvSpPr>
            <a:spLocks noGrp="1"/>
          </p:cNvSpPr>
          <p:nvPr>
            <p:ph type="ctrTitle"/>
          </p:nvPr>
        </p:nvSpPr>
        <p:spPr>
          <a:xfrm>
            <a:off x="1454426" y="77449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5553445-D902-F302-B044-904B903D92E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C0584B2F-D7EB-0BAD-FBB0-8B5D4B428410}"/>
              </a:ext>
            </a:extLst>
          </p:cNvPr>
          <p:cNvSpPr>
            <a:spLocks noGrp="1"/>
          </p:cNvSpPr>
          <p:nvPr>
            <p:ph type="dt" sz="half" idx="10"/>
          </p:nvPr>
        </p:nvSpPr>
        <p:spPr/>
        <p:txBody>
          <a:bodyPr/>
          <a:lstStyle/>
          <a:p>
            <a:fld id="{12B62986-E32F-3F45-926B-13F93A5276DA}" type="datetime1">
              <a:rPr kumimoji="1" lang="ja-JP" altLang="en-US" smtClean="0"/>
              <a:t>2026/10/4</a:t>
            </a:fld>
            <a:endParaRPr kumimoji="1" lang="ja-JP" altLang="en-US"/>
          </a:p>
        </p:txBody>
      </p:sp>
      <p:sp>
        <p:nvSpPr>
          <p:cNvPr id="5" name="フッター プレースホルダー 4">
            <a:extLst>
              <a:ext uri="{FF2B5EF4-FFF2-40B4-BE49-F238E27FC236}">
                <a16:creationId xmlns:a16="http://schemas.microsoft.com/office/drawing/2014/main" id="{0D80E35A-584B-829C-F77A-8DB8EEB34EE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8DA6C3E-68A0-8B17-6EFC-E1C42188CD59}"/>
              </a:ext>
            </a:extLst>
          </p:cNvPr>
          <p:cNvSpPr>
            <a:spLocks noGrp="1"/>
          </p:cNvSpPr>
          <p:nvPr>
            <p:ph type="sldNum" sz="quarter" idx="12"/>
          </p:nvPr>
        </p:nvSpPr>
        <p:spPr>
          <a:xfrm>
            <a:off x="9296400" y="6356350"/>
            <a:ext cx="2743200" cy="365125"/>
          </a:xfrm>
        </p:spPr>
        <p:txBody>
          <a:bodyPr/>
          <a:lstStyle/>
          <a:p>
            <a:fld id="{766CFED1-DF6F-7E4C-BB21-72E6FAF4BC7E}" type="slidenum">
              <a:rPr kumimoji="1" lang="ja-JP" altLang="en-US" smtClean="0"/>
              <a:t>‹#›</a:t>
            </a:fld>
            <a:endParaRPr kumimoji="1" lang="ja-JP" altLang="en-US"/>
          </a:p>
        </p:txBody>
      </p:sp>
      <p:cxnSp>
        <p:nvCxnSpPr>
          <p:cNvPr id="10" name="直線コネクタ 9">
            <a:extLst>
              <a:ext uri="{FF2B5EF4-FFF2-40B4-BE49-F238E27FC236}">
                <a16:creationId xmlns:a16="http://schemas.microsoft.com/office/drawing/2014/main" id="{6C198444-E130-0F1B-2AFD-351B1CD4FF93}"/>
              </a:ext>
            </a:extLst>
          </p:cNvPr>
          <p:cNvCxnSpPr>
            <a:cxnSpLocks/>
          </p:cNvCxnSpPr>
          <p:nvPr userDrawn="1"/>
        </p:nvCxnSpPr>
        <p:spPr>
          <a:xfrm>
            <a:off x="407504" y="3359426"/>
            <a:ext cx="11519452" cy="0"/>
          </a:xfrm>
          <a:prstGeom prst="line">
            <a:avLst/>
          </a:prstGeom>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0205419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9C5620F-4E38-0315-8A12-3DF0B8405E4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33154BFF-E794-1002-3131-AF7F08FA280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98348D0-3BF0-4223-4BC3-512812A2EFC1}"/>
              </a:ext>
            </a:extLst>
          </p:cNvPr>
          <p:cNvSpPr>
            <a:spLocks noGrp="1"/>
          </p:cNvSpPr>
          <p:nvPr>
            <p:ph type="dt" sz="half" idx="10"/>
          </p:nvPr>
        </p:nvSpPr>
        <p:spPr/>
        <p:txBody>
          <a:bodyPr/>
          <a:lstStyle/>
          <a:p>
            <a:fld id="{CDD7F4FE-345A-5F4A-9546-4886EAF1A516}" type="datetime1">
              <a:rPr kumimoji="1" lang="ja-JP" altLang="en-US" smtClean="0"/>
              <a:t>2026/10/4</a:t>
            </a:fld>
            <a:endParaRPr kumimoji="1" lang="ja-JP" altLang="en-US"/>
          </a:p>
        </p:txBody>
      </p:sp>
      <p:sp>
        <p:nvSpPr>
          <p:cNvPr id="5" name="フッター プレースホルダー 4">
            <a:extLst>
              <a:ext uri="{FF2B5EF4-FFF2-40B4-BE49-F238E27FC236}">
                <a16:creationId xmlns:a16="http://schemas.microsoft.com/office/drawing/2014/main" id="{63C78DD7-376B-5A81-5D9D-E6927B75D71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87B70C2-D2F7-1AA1-4563-1237CA0FEE84}"/>
              </a:ext>
            </a:extLst>
          </p:cNvPr>
          <p:cNvSpPr>
            <a:spLocks noGrp="1"/>
          </p:cNvSpPr>
          <p:nvPr>
            <p:ph type="sldNum" sz="quarter" idx="12"/>
          </p:nvPr>
        </p:nvSpPr>
        <p:spPr/>
        <p:txBody>
          <a:bodyPr/>
          <a:lstStyle/>
          <a:p>
            <a:fld id="{766CFED1-DF6F-7E4C-BB21-72E6FAF4BC7E}" type="slidenum">
              <a:rPr kumimoji="1" lang="ja-JP" altLang="en-US" smtClean="0"/>
              <a:t>‹#›</a:t>
            </a:fld>
            <a:endParaRPr kumimoji="1" lang="ja-JP" altLang="en-US"/>
          </a:p>
        </p:txBody>
      </p:sp>
    </p:spTree>
    <p:extLst>
      <p:ext uri="{BB962C8B-B14F-4D97-AF65-F5344CB8AC3E}">
        <p14:creationId xmlns:p14="http://schemas.microsoft.com/office/powerpoint/2010/main" val="38922623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8ADCBC5-E6DC-8AF6-AD23-046CA016447E}"/>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7E395E60-800D-C7CE-9F3E-B4718DD0150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662247C7-CFCA-CB7C-17D8-15FECD4B4EB2}"/>
              </a:ext>
            </a:extLst>
          </p:cNvPr>
          <p:cNvSpPr>
            <a:spLocks noGrp="1"/>
          </p:cNvSpPr>
          <p:nvPr>
            <p:ph type="dt" sz="half" idx="10"/>
          </p:nvPr>
        </p:nvSpPr>
        <p:spPr/>
        <p:txBody>
          <a:bodyPr/>
          <a:lstStyle/>
          <a:p>
            <a:fld id="{56C3EEF2-518D-5F4E-935A-B1AB75DCD2C8}" type="datetime1">
              <a:rPr kumimoji="1" lang="ja-JP" altLang="en-US" smtClean="0"/>
              <a:t>2026/10/4</a:t>
            </a:fld>
            <a:endParaRPr kumimoji="1" lang="ja-JP" altLang="en-US"/>
          </a:p>
        </p:txBody>
      </p:sp>
      <p:sp>
        <p:nvSpPr>
          <p:cNvPr id="5" name="フッター プレースホルダー 4">
            <a:extLst>
              <a:ext uri="{FF2B5EF4-FFF2-40B4-BE49-F238E27FC236}">
                <a16:creationId xmlns:a16="http://schemas.microsoft.com/office/drawing/2014/main" id="{A7E0BF15-F7D2-6981-2503-49DA00BFE4B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0C71387-1484-8EDB-D070-FA2A80B31201}"/>
              </a:ext>
            </a:extLst>
          </p:cNvPr>
          <p:cNvSpPr>
            <a:spLocks noGrp="1"/>
          </p:cNvSpPr>
          <p:nvPr>
            <p:ph type="sldNum" sz="quarter" idx="12"/>
          </p:nvPr>
        </p:nvSpPr>
        <p:spPr/>
        <p:txBody>
          <a:bodyPr/>
          <a:lstStyle/>
          <a:p>
            <a:fld id="{766CFED1-DF6F-7E4C-BB21-72E6FAF4BC7E}" type="slidenum">
              <a:rPr kumimoji="1" lang="ja-JP" altLang="en-US" smtClean="0"/>
              <a:t>‹#›</a:t>
            </a:fld>
            <a:endParaRPr kumimoji="1" lang="ja-JP" altLang="en-US"/>
          </a:p>
        </p:txBody>
      </p:sp>
    </p:spTree>
    <p:extLst>
      <p:ext uri="{BB962C8B-B14F-4D97-AF65-F5344CB8AC3E}">
        <p14:creationId xmlns:p14="http://schemas.microsoft.com/office/powerpoint/2010/main" val="40907121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BA073B-255D-F67A-FB33-13A1F8B54BD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8C022F83-2037-4DE3-0789-D099983A10BD}"/>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2D3E740-C360-A62E-19F7-D49AF623AA3B}"/>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008D6CD9-8260-9628-D228-BFEB4FF5C5DC}"/>
              </a:ext>
            </a:extLst>
          </p:cNvPr>
          <p:cNvSpPr>
            <a:spLocks noGrp="1"/>
          </p:cNvSpPr>
          <p:nvPr>
            <p:ph type="dt" sz="half" idx="10"/>
          </p:nvPr>
        </p:nvSpPr>
        <p:spPr/>
        <p:txBody>
          <a:bodyPr/>
          <a:lstStyle/>
          <a:p>
            <a:fld id="{B44E732C-FFEF-5A40-B4DF-62501D69DFD6}" type="datetime1">
              <a:rPr kumimoji="1" lang="ja-JP" altLang="en-US" smtClean="0"/>
              <a:t>2026/10/4</a:t>
            </a:fld>
            <a:endParaRPr kumimoji="1" lang="ja-JP" altLang="en-US"/>
          </a:p>
        </p:txBody>
      </p:sp>
      <p:sp>
        <p:nvSpPr>
          <p:cNvPr id="6" name="フッター プレースホルダー 5">
            <a:extLst>
              <a:ext uri="{FF2B5EF4-FFF2-40B4-BE49-F238E27FC236}">
                <a16:creationId xmlns:a16="http://schemas.microsoft.com/office/drawing/2014/main" id="{43005691-7675-B708-8E81-1FF3B816AC74}"/>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C708922-F437-EEF9-3D8B-16C5F78C8B64}"/>
              </a:ext>
            </a:extLst>
          </p:cNvPr>
          <p:cNvSpPr>
            <a:spLocks noGrp="1"/>
          </p:cNvSpPr>
          <p:nvPr>
            <p:ph type="sldNum" sz="quarter" idx="12"/>
          </p:nvPr>
        </p:nvSpPr>
        <p:spPr/>
        <p:txBody>
          <a:bodyPr/>
          <a:lstStyle/>
          <a:p>
            <a:fld id="{766CFED1-DF6F-7E4C-BB21-72E6FAF4BC7E}" type="slidenum">
              <a:rPr kumimoji="1" lang="ja-JP" altLang="en-US" smtClean="0"/>
              <a:t>‹#›</a:t>
            </a:fld>
            <a:endParaRPr kumimoji="1" lang="ja-JP" altLang="en-US"/>
          </a:p>
        </p:txBody>
      </p:sp>
    </p:spTree>
    <p:extLst>
      <p:ext uri="{BB962C8B-B14F-4D97-AF65-F5344CB8AC3E}">
        <p14:creationId xmlns:p14="http://schemas.microsoft.com/office/powerpoint/2010/main" val="31413699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38A3D-683F-2F12-80C6-B21723FE68C1}"/>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40EDBAF-5EA7-DDE8-102E-A02A416C589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AA87F1F7-CE78-6124-478E-E0847032F8B3}"/>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F17B314B-6A5F-B082-7771-96133A4A612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E7A09DA-9702-AC19-1508-2D6C1FF9B29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48F49AEA-BAE0-0741-0BB4-107A8AB11357}"/>
              </a:ext>
            </a:extLst>
          </p:cNvPr>
          <p:cNvSpPr>
            <a:spLocks noGrp="1"/>
          </p:cNvSpPr>
          <p:nvPr>
            <p:ph type="dt" sz="half" idx="10"/>
          </p:nvPr>
        </p:nvSpPr>
        <p:spPr/>
        <p:txBody>
          <a:bodyPr/>
          <a:lstStyle/>
          <a:p>
            <a:fld id="{C51619AA-BD33-2246-BA43-5237AD6593E6}" type="datetime1">
              <a:rPr kumimoji="1" lang="ja-JP" altLang="en-US" smtClean="0"/>
              <a:t>2026/10/4</a:t>
            </a:fld>
            <a:endParaRPr kumimoji="1" lang="ja-JP" altLang="en-US"/>
          </a:p>
        </p:txBody>
      </p:sp>
      <p:sp>
        <p:nvSpPr>
          <p:cNvPr id="8" name="フッター プレースホルダー 7">
            <a:extLst>
              <a:ext uri="{FF2B5EF4-FFF2-40B4-BE49-F238E27FC236}">
                <a16:creationId xmlns:a16="http://schemas.microsoft.com/office/drawing/2014/main" id="{B1C20E53-C943-8989-3E64-6A93ECF31B35}"/>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C6A8A4E4-9165-95F4-245A-9F8794910151}"/>
              </a:ext>
            </a:extLst>
          </p:cNvPr>
          <p:cNvSpPr>
            <a:spLocks noGrp="1"/>
          </p:cNvSpPr>
          <p:nvPr>
            <p:ph type="sldNum" sz="quarter" idx="12"/>
          </p:nvPr>
        </p:nvSpPr>
        <p:spPr/>
        <p:txBody>
          <a:bodyPr/>
          <a:lstStyle/>
          <a:p>
            <a:fld id="{766CFED1-DF6F-7E4C-BB21-72E6FAF4BC7E}" type="slidenum">
              <a:rPr kumimoji="1" lang="ja-JP" altLang="en-US" smtClean="0"/>
              <a:t>‹#›</a:t>
            </a:fld>
            <a:endParaRPr kumimoji="1" lang="ja-JP" altLang="en-US"/>
          </a:p>
        </p:txBody>
      </p:sp>
    </p:spTree>
    <p:extLst>
      <p:ext uri="{BB962C8B-B14F-4D97-AF65-F5344CB8AC3E}">
        <p14:creationId xmlns:p14="http://schemas.microsoft.com/office/powerpoint/2010/main" val="37285833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AA9F83C-610A-747C-74D4-9EDAFE8B02BE}"/>
              </a:ext>
            </a:extLst>
          </p:cNvPr>
          <p:cNvSpPr>
            <a:spLocks noGrp="1"/>
          </p:cNvSpPr>
          <p:nvPr>
            <p:ph type="title"/>
          </p:nvPr>
        </p:nvSpPr>
        <p:spPr>
          <a:xfrm>
            <a:off x="838200" y="136525"/>
            <a:ext cx="10515600" cy="638726"/>
          </a:xfrm>
        </p:spPr>
        <p:txBody>
          <a:bodyPr>
            <a:noAutofit/>
          </a:bodyPr>
          <a:lstStyle>
            <a:lvl1pPr algn="ctr">
              <a:defRPr sz="4000" b="1"/>
            </a:lvl1p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318FE116-57A1-9757-2F68-577E85943F7D}"/>
              </a:ext>
            </a:extLst>
          </p:cNvPr>
          <p:cNvSpPr>
            <a:spLocks noGrp="1"/>
          </p:cNvSpPr>
          <p:nvPr>
            <p:ph type="dt" sz="half" idx="10"/>
          </p:nvPr>
        </p:nvSpPr>
        <p:spPr/>
        <p:txBody>
          <a:bodyPr/>
          <a:lstStyle/>
          <a:p>
            <a:fld id="{2E2BC83F-8058-7840-965D-A6C7785E9FD7}" type="datetime1">
              <a:rPr kumimoji="1" lang="ja-JP" altLang="en-US" smtClean="0"/>
              <a:t>2026/10/4</a:t>
            </a:fld>
            <a:endParaRPr kumimoji="1" lang="ja-JP" altLang="en-US"/>
          </a:p>
        </p:txBody>
      </p:sp>
      <p:sp>
        <p:nvSpPr>
          <p:cNvPr id="4" name="フッター プレースホルダー 3">
            <a:extLst>
              <a:ext uri="{FF2B5EF4-FFF2-40B4-BE49-F238E27FC236}">
                <a16:creationId xmlns:a16="http://schemas.microsoft.com/office/drawing/2014/main" id="{2B1C2997-4C24-4243-B46B-8F5A50D0FDA0}"/>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943A9A3-D535-21B4-E160-5A825E66102D}"/>
              </a:ext>
            </a:extLst>
          </p:cNvPr>
          <p:cNvSpPr>
            <a:spLocks noGrp="1"/>
          </p:cNvSpPr>
          <p:nvPr>
            <p:ph type="sldNum" sz="quarter" idx="12"/>
          </p:nvPr>
        </p:nvSpPr>
        <p:spPr>
          <a:xfrm>
            <a:off x="9236766" y="6356350"/>
            <a:ext cx="2743200" cy="365125"/>
          </a:xfrm>
        </p:spPr>
        <p:txBody>
          <a:bodyPr/>
          <a:lstStyle/>
          <a:p>
            <a:fld id="{766CFED1-DF6F-7E4C-BB21-72E6FAF4BC7E}" type="slidenum">
              <a:rPr kumimoji="1" lang="ja-JP" altLang="en-US" smtClean="0"/>
              <a:t>‹#›</a:t>
            </a:fld>
            <a:endParaRPr kumimoji="1" lang="ja-JP" altLang="en-US"/>
          </a:p>
        </p:txBody>
      </p:sp>
      <p:cxnSp>
        <p:nvCxnSpPr>
          <p:cNvPr id="6" name="直線コネクタ 5">
            <a:extLst>
              <a:ext uri="{FF2B5EF4-FFF2-40B4-BE49-F238E27FC236}">
                <a16:creationId xmlns:a16="http://schemas.microsoft.com/office/drawing/2014/main" id="{BC088362-4504-DF8A-DADD-5CA4DA6731BF}"/>
              </a:ext>
            </a:extLst>
          </p:cNvPr>
          <p:cNvCxnSpPr>
            <a:cxnSpLocks/>
          </p:cNvCxnSpPr>
          <p:nvPr userDrawn="1"/>
        </p:nvCxnSpPr>
        <p:spPr>
          <a:xfrm>
            <a:off x="327991" y="914400"/>
            <a:ext cx="11519452" cy="0"/>
          </a:xfrm>
          <a:prstGeom prst="line">
            <a:avLst/>
          </a:prstGeom>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265211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FE9EFD96-5E9C-775B-8974-6725E865A2A5}"/>
              </a:ext>
            </a:extLst>
          </p:cNvPr>
          <p:cNvSpPr>
            <a:spLocks noGrp="1"/>
          </p:cNvSpPr>
          <p:nvPr>
            <p:ph type="dt" sz="half" idx="10"/>
          </p:nvPr>
        </p:nvSpPr>
        <p:spPr/>
        <p:txBody>
          <a:bodyPr/>
          <a:lstStyle/>
          <a:p>
            <a:fld id="{236BC3A5-B07F-074E-BF1E-28889F224AA8}" type="datetime1">
              <a:rPr kumimoji="1" lang="ja-JP" altLang="en-US" smtClean="0"/>
              <a:t>2026/10/4</a:t>
            </a:fld>
            <a:endParaRPr kumimoji="1" lang="ja-JP" altLang="en-US"/>
          </a:p>
        </p:txBody>
      </p:sp>
      <p:sp>
        <p:nvSpPr>
          <p:cNvPr id="3" name="フッター プレースホルダー 2">
            <a:extLst>
              <a:ext uri="{FF2B5EF4-FFF2-40B4-BE49-F238E27FC236}">
                <a16:creationId xmlns:a16="http://schemas.microsoft.com/office/drawing/2014/main" id="{442FEB74-5CA5-9940-564C-CFC8F124C85A}"/>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6A89C72-03B4-42B5-B26C-8A3DE1CDF499}"/>
              </a:ext>
            </a:extLst>
          </p:cNvPr>
          <p:cNvSpPr>
            <a:spLocks noGrp="1"/>
          </p:cNvSpPr>
          <p:nvPr>
            <p:ph type="sldNum" sz="quarter" idx="12"/>
          </p:nvPr>
        </p:nvSpPr>
        <p:spPr/>
        <p:txBody>
          <a:bodyPr/>
          <a:lstStyle/>
          <a:p>
            <a:fld id="{766CFED1-DF6F-7E4C-BB21-72E6FAF4BC7E}" type="slidenum">
              <a:rPr kumimoji="1" lang="ja-JP" altLang="en-US" smtClean="0"/>
              <a:t>‹#›</a:t>
            </a:fld>
            <a:endParaRPr kumimoji="1" lang="ja-JP" altLang="en-US"/>
          </a:p>
        </p:txBody>
      </p:sp>
    </p:spTree>
    <p:extLst>
      <p:ext uri="{BB962C8B-B14F-4D97-AF65-F5344CB8AC3E}">
        <p14:creationId xmlns:p14="http://schemas.microsoft.com/office/powerpoint/2010/main" val="39501542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1E798F4-4854-695C-E7FA-7B1FC07F19F6}"/>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C2CDCFC-A8E6-17BD-3EF1-8E669C31F64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11B29505-AC94-3BD9-B17F-D96D53198B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646F7814-2ACD-6950-9021-00F3AAC6EC96}"/>
              </a:ext>
            </a:extLst>
          </p:cNvPr>
          <p:cNvSpPr>
            <a:spLocks noGrp="1"/>
          </p:cNvSpPr>
          <p:nvPr>
            <p:ph type="dt" sz="half" idx="10"/>
          </p:nvPr>
        </p:nvSpPr>
        <p:spPr/>
        <p:txBody>
          <a:bodyPr/>
          <a:lstStyle/>
          <a:p>
            <a:fld id="{69AAD45A-B93C-614E-8B62-1D82A39E8527}" type="datetime1">
              <a:rPr kumimoji="1" lang="ja-JP" altLang="en-US" smtClean="0"/>
              <a:t>2026/10/4</a:t>
            </a:fld>
            <a:endParaRPr kumimoji="1" lang="ja-JP" altLang="en-US"/>
          </a:p>
        </p:txBody>
      </p:sp>
      <p:sp>
        <p:nvSpPr>
          <p:cNvPr id="6" name="フッター プレースホルダー 5">
            <a:extLst>
              <a:ext uri="{FF2B5EF4-FFF2-40B4-BE49-F238E27FC236}">
                <a16:creationId xmlns:a16="http://schemas.microsoft.com/office/drawing/2014/main" id="{B51223EA-7C20-9174-727C-237911D0D21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600C1C0-18CD-582A-DD89-9688198867DB}"/>
              </a:ext>
            </a:extLst>
          </p:cNvPr>
          <p:cNvSpPr>
            <a:spLocks noGrp="1"/>
          </p:cNvSpPr>
          <p:nvPr>
            <p:ph type="sldNum" sz="quarter" idx="12"/>
          </p:nvPr>
        </p:nvSpPr>
        <p:spPr/>
        <p:txBody>
          <a:bodyPr/>
          <a:lstStyle/>
          <a:p>
            <a:fld id="{766CFED1-DF6F-7E4C-BB21-72E6FAF4BC7E}" type="slidenum">
              <a:rPr kumimoji="1" lang="ja-JP" altLang="en-US" smtClean="0"/>
              <a:t>‹#›</a:t>
            </a:fld>
            <a:endParaRPr kumimoji="1" lang="ja-JP" altLang="en-US"/>
          </a:p>
        </p:txBody>
      </p:sp>
    </p:spTree>
    <p:extLst>
      <p:ext uri="{BB962C8B-B14F-4D97-AF65-F5344CB8AC3E}">
        <p14:creationId xmlns:p14="http://schemas.microsoft.com/office/powerpoint/2010/main" val="35234451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9C19A8B-BC2B-EF13-9679-08A0C70A45D8}"/>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D7FACDA-66DE-8364-6A6B-D528023414A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1762871-AB62-8626-86CD-F5FF757032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B7DC5BB0-DCA1-E6B2-9E8A-4B60369F80C9}"/>
              </a:ext>
            </a:extLst>
          </p:cNvPr>
          <p:cNvSpPr>
            <a:spLocks noGrp="1"/>
          </p:cNvSpPr>
          <p:nvPr>
            <p:ph type="dt" sz="half" idx="10"/>
          </p:nvPr>
        </p:nvSpPr>
        <p:spPr/>
        <p:txBody>
          <a:bodyPr/>
          <a:lstStyle/>
          <a:p>
            <a:fld id="{0E79B6FF-6AEC-064A-ADD5-0AA1F48E6210}" type="datetime1">
              <a:rPr kumimoji="1" lang="ja-JP" altLang="en-US" smtClean="0"/>
              <a:t>2026/10/4</a:t>
            </a:fld>
            <a:endParaRPr kumimoji="1" lang="ja-JP" altLang="en-US"/>
          </a:p>
        </p:txBody>
      </p:sp>
      <p:sp>
        <p:nvSpPr>
          <p:cNvPr id="6" name="フッター プレースホルダー 5">
            <a:extLst>
              <a:ext uri="{FF2B5EF4-FFF2-40B4-BE49-F238E27FC236}">
                <a16:creationId xmlns:a16="http://schemas.microsoft.com/office/drawing/2014/main" id="{4950342B-0ADB-28BA-E5EA-4684620582D8}"/>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42CDFFD-97BC-74E7-0A03-595335BD36D5}"/>
              </a:ext>
            </a:extLst>
          </p:cNvPr>
          <p:cNvSpPr>
            <a:spLocks noGrp="1"/>
          </p:cNvSpPr>
          <p:nvPr>
            <p:ph type="sldNum" sz="quarter" idx="12"/>
          </p:nvPr>
        </p:nvSpPr>
        <p:spPr/>
        <p:txBody>
          <a:bodyPr/>
          <a:lstStyle/>
          <a:p>
            <a:fld id="{766CFED1-DF6F-7E4C-BB21-72E6FAF4BC7E}" type="slidenum">
              <a:rPr kumimoji="1" lang="ja-JP" altLang="en-US" smtClean="0"/>
              <a:t>‹#›</a:t>
            </a:fld>
            <a:endParaRPr kumimoji="1" lang="ja-JP" altLang="en-US"/>
          </a:p>
        </p:txBody>
      </p:sp>
    </p:spTree>
    <p:extLst>
      <p:ext uri="{BB962C8B-B14F-4D97-AF65-F5344CB8AC3E}">
        <p14:creationId xmlns:p14="http://schemas.microsoft.com/office/powerpoint/2010/main" val="20150450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8FF5598-C6E5-AF43-DD9C-1674C32A69D1}"/>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8679B229-58FA-01DB-C3E5-46F927525B2A}"/>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0FC2B64-6424-D8AE-25B0-CD8219318135}"/>
              </a:ext>
            </a:extLst>
          </p:cNvPr>
          <p:cNvSpPr>
            <a:spLocks noGrp="1"/>
          </p:cNvSpPr>
          <p:nvPr>
            <p:ph type="dt" sz="half" idx="10"/>
          </p:nvPr>
        </p:nvSpPr>
        <p:spPr/>
        <p:txBody>
          <a:bodyPr/>
          <a:lstStyle/>
          <a:p>
            <a:fld id="{C30C6809-16D3-EF49-8F3D-D560C6FE722B}" type="datetime1">
              <a:rPr kumimoji="1" lang="ja-JP" altLang="en-US" smtClean="0"/>
              <a:t>2026/10/4</a:t>
            </a:fld>
            <a:endParaRPr kumimoji="1" lang="ja-JP" altLang="en-US"/>
          </a:p>
        </p:txBody>
      </p:sp>
      <p:sp>
        <p:nvSpPr>
          <p:cNvPr id="5" name="フッター プレースホルダー 4">
            <a:extLst>
              <a:ext uri="{FF2B5EF4-FFF2-40B4-BE49-F238E27FC236}">
                <a16:creationId xmlns:a16="http://schemas.microsoft.com/office/drawing/2014/main" id="{CC0DD2D4-4BCE-2863-82CF-B3B6FE7B1E3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623F9CC-4B9B-1F8C-45FB-F3A77FF6CB73}"/>
              </a:ext>
            </a:extLst>
          </p:cNvPr>
          <p:cNvSpPr>
            <a:spLocks noGrp="1"/>
          </p:cNvSpPr>
          <p:nvPr>
            <p:ph type="sldNum" sz="quarter" idx="12"/>
          </p:nvPr>
        </p:nvSpPr>
        <p:spPr/>
        <p:txBody>
          <a:bodyPr/>
          <a:lstStyle/>
          <a:p>
            <a:fld id="{766CFED1-DF6F-7E4C-BB21-72E6FAF4BC7E}" type="slidenum">
              <a:rPr kumimoji="1" lang="ja-JP" altLang="en-US" smtClean="0"/>
              <a:t>‹#›</a:t>
            </a:fld>
            <a:endParaRPr kumimoji="1" lang="ja-JP" altLang="en-US"/>
          </a:p>
        </p:txBody>
      </p:sp>
    </p:spTree>
    <p:extLst>
      <p:ext uri="{BB962C8B-B14F-4D97-AF65-F5344CB8AC3E}">
        <p14:creationId xmlns:p14="http://schemas.microsoft.com/office/powerpoint/2010/main" val="25584244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98EE1C15-D62D-66F2-2D6F-1D73480F4D32}"/>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5341647-C411-8056-51B9-25B4C092028D}"/>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509DC7B-8AE2-5E9A-7569-A6012ED9803F}"/>
              </a:ext>
            </a:extLst>
          </p:cNvPr>
          <p:cNvSpPr>
            <a:spLocks noGrp="1"/>
          </p:cNvSpPr>
          <p:nvPr>
            <p:ph type="dt" sz="half" idx="10"/>
          </p:nvPr>
        </p:nvSpPr>
        <p:spPr/>
        <p:txBody>
          <a:bodyPr/>
          <a:lstStyle/>
          <a:p>
            <a:fld id="{9A78F1A1-1C1B-DE48-86BB-8A99AA3C859B}" type="datetime1">
              <a:rPr kumimoji="1" lang="ja-JP" altLang="en-US" smtClean="0"/>
              <a:t>2026/10/4</a:t>
            </a:fld>
            <a:endParaRPr kumimoji="1" lang="ja-JP" altLang="en-US"/>
          </a:p>
        </p:txBody>
      </p:sp>
      <p:sp>
        <p:nvSpPr>
          <p:cNvPr id="5" name="フッター プレースホルダー 4">
            <a:extLst>
              <a:ext uri="{FF2B5EF4-FFF2-40B4-BE49-F238E27FC236}">
                <a16:creationId xmlns:a16="http://schemas.microsoft.com/office/drawing/2014/main" id="{0B652BCA-C997-C0B6-7B4D-1047D1B0E57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8EEC20D-7F27-67B4-BEB3-50AE2AD60C31}"/>
              </a:ext>
            </a:extLst>
          </p:cNvPr>
          <p:cNvSpPr>
            <a:spLocks noGrp="1"/>
          </p:cNvSpPr>
          <p:nvPr>
            <p:ph type="sldNum" sz="quarter" idx="12"/>
          </p:nvPr>
        </p:nvSpPr>
        <p:spPr/>
        <p:txBody>
          <a:bodyPr/>
          <a:lstStyle/>
          <a:p>
            <a:fld id="{766CFED1-DF6F-7E4C-BB21-72E6FAF4BC7E}" type="slidenum">
              <a:rPr kumimoji="1" lang="ja-JP" altLang="en-US" smtClean="0"/>
              <a:t>‹#›</a:t>
            </a:fld>
            <a:endParaRPr kumimoji="1" lang="ja-JP" altLang="en-US"/>
          </a:p>
        </p:txBody>
      </p:sp>
    </p:spTree>
    <p:extLst>
      <p:ext uri="{BB962C8B-B14F-4D97-AF65-F5344CB8AC3E}">
        <p14:creationId xmlns:p14="http://schemas.microsoft.com/office/powerpoint/2010/main" val="37661500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D36F4EF-115A-5158-119D-1CBF31B9AC0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A91B72E-5159-6D91-575D-3B5DA8342CB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D2FF58E-439B-4730-2332-43C4C72E4FD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C48C526-1B6A-9344-9A17-9A8BB3160E70}" type="datetime1">
              <a:rPr kumimoji="1" lang="ja-JP" altLang="en-US" smtClean="0"/>
              <a:t>2026/10/4</a:t>
            </a:fld>
            <a:endParaRPr kumimoji="1" lang="ja-JP" altLang="en-US"/>
          </a:p>
        </p:txBody>
      </p:sp>
      <p:sp>
        <p:nvSpPr>
          <p:cNvPr id="5" name="フッター プレースホルダー 4">
            <a:extLst>
              <a:ext uri="{FF2B5EF4-FFF2-40B4-BE49-F238E27FC236}">
                <a16:creationId xmlns:a16="http://schemas.microsoft.com/office/drawing/2014/main" id="{2950BB3B-76A2-ED3D-CECC-C386D2DEF52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C1023CB6-DE45-7936-C9D2-D2F27B5B09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66CFED1-DF6F-7E4C-BB21-72E6FAF4BC7E}" type="slidenum">
              <a:rPr kumimoji="1" lang="ja-JP" altLang="en-US" smtClean="0"/>
              <a:t>‹#›</a:t>
            </a:fld>
            <a:endParaRPr kumimoji="1" lang="ja-JP" altLang="en-US"/>
          </a:p>
        </p:txBody>
      </p:sp>
    </p:spTree>
    <p:extLst>
      <p:ext uri="{BB962C8B-B14F-4D97-AF65-F5344CB8AC3E}">
        <p14:creationId xmlns:p14="http://schemas.microsoft.com/office/powerpoint/2010/main" val="244002494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Type="http://schemas.openxmlformats.org/officeDocument/2006/relationships/slideLayout" Target="../copula/slideLayouts/slideLayout1.xml" Id="R174939e5c34f4f4f"/><Relationship Type="http://schemas.openxmlformats.org/officeDocument/2006/relationships/notesSlide" Target="../copula/notesSlides/notesSlide1.xml" Id="R4271d2623ae34b53"/></Relationships>
</file>

<file path=ppt/slides/_rels/slide102.xml.rels><?xml version='1.0' encoding='UTF-8' standalone='yes'?>
<Relationships xmlns="http://schemas.openxmlformats.org/package/2006/relationships"><Relationship Type="http://schemas.openxmlformats.org/officeDocument/2006/relationships/slideLayout" Target="../copula/slideLayouts/slideLayout1.xml" Id="Rf055593906e441ca"/><Relationship Type="http://schemas.openxmlformats.org/officeDocument/2006/relationships/notesSlide" Target="../copula/notesSlides/notesSlide2.xml" Id="R7c021a70ff02493a"/></Relationships>
</file>

<file path=ppt/slides/_rels/slide103.xml.rels><?xml version='1.0' encoding='UTF-8' standalone='yes'?>
<Relationships xmlns="http://schemas.openxmlformats.org/package/2006/relationships"><Relationship Type="http://schemas.openxmlformats.org/officeDocument/2006/relationships/slideLayout" Target="../copula/slideLayouts/slideLayout1.xml" Id="Rd4f8c5e7b8ae469f"/><Relationship Type="http://schemas.openxmlformats.org/officeDocument/2006/relationships/notesSlide" Target="../copula/notesSlides/notesSlide3.xml" Id="Reda84e58911a4d74"/></Relationships>
</file>

<file path=ppt/slides/_rels/slide104.xml.rels><?xml version='1.0' encoding='UTF-8' standalone='yes'?>
<Relationships xmlns="http://schemas.openxmlformats.org/package/2006/relationships"><Relationship Type="http://schemas.openxmlformats.org/officeDocument/2006/relationships/slideLayout" Target="../copula/slideLayouts/slideLayout1.xml" Id="R72b3f315bb6b4e8f"/><Relationship Type="http://schemas.openxmlformats.org/officeDocument/2006/relationships/notesSlide" Target="../copula/notesSlides/notesSlide4.xml" Id="R8c7582505b8b432c"/></Relationships>
</file>

<file path=ppt/slides/_rels/slide105.xml.rels><?xml version='1.0' encoding='UTF-8' standalone='yes'?>
<Relationships xmlns="http://schemas.openxmlformats.org/package/2006/relationships"><Relationship Type="http://schemas.openxmlformats.org/officeDocument/2006/relationships/slideLayout" Target="../copula/slideLayouts/slideLayout1.xml" Id="R99718d601fed4b7e"/><Relationship Type="http://schemas.openxmlformats.org/officeDocument/2006/relationships/notesSlide" Target="../copula/notesSlides/notesSlide5.xml" Id="Rfc18486a9c4b4bf0"/></Relationships>
</file>

<file path=ppt/slides/_rels/slide106.xml.rels><?xml version='1.0' encoding='UTF-8' standalone='yes'?>
<Relationships xmlns="http://schemas.openxmlformats.org/package/2006/relationships"><Relationship Type="http://schemas.openxmlformats.org/officeDocument/2006/relationships/slideLayout" Target="../copula/slideLayouts/slideLayout1.xml" Id="R0bd53e2966104cf4"/><Relationship Type="http://schemas.openxmlformats.org/officeDocument/2006/relationships/notesSlide" Target="../copula/notesSlides/notesSlide6.xml" Id="R72e8dd3224b54d7b"/></Relationships>
</file>

<file path=ppt/slides/_rels/slide107.xml.rels><?xml version='1.0' encoding='UTF-8' standalone='yes'?>
<Relationships xmlns="http://schemas.openxmlformats.org/package/2006/relationships"><Relationship Type="http://schemas.openxmlformats.org/officeDocument/2006/relationships/slideLayout" Target="../copula/slideLayouts/slideLayout1.xml" Id="R9c280c5567b5462a"/><Relationship Type="http://schemas.openxmlformats.org/officeDocument/2006/relationships/chart" Target="../copula/slides/charts/chart1.xml" Id="R443b4de123e241de"/><Relationship Type="http://schemas.openxmlformats.org/officeDocument/2006/relationships/notesSlide" Target="../copula/notesSlides/notesSlide7.xml" Id="Rcce9c9ed045b4555"/></Relationships>
</file>

<file path=ppt/slides/_rels/slide108.xml.rels><?xml version='1.0' encoding='UTF-8' standalone='yes'?>
<Relationships xmlns="http://schemas.openxmlformats.org/package/2006/relationships"><Relationship Type="http://schemas.openxmlformats.org/officeDocument/2006/relationships/slideLayout" Target="../copula/slideLayouts/slideLayout1.xml" Id="R75f2b090c5394b84"/><Relationship Type="http://schemas.openxmlformats.org/officeDocument/2006/relationships/notesSlide" Target="../copula/notesSlides/notesSlide8.xml" Id="Rd1982831018441f1"/></Relationships>
</file>

<file path=ppt/slides/_rels/slide109.xml.rels><?xml version='1.0' encoding='UTF-8' standalone='yes'?>
<Relationships xmlns="http://schemas.openxmlformats.org/package/2006/relationships"><Relationship Type="http://schemas.openxmlformats.org/officeDocument/2006/relationships/slideLayout" Target="../copula/slideLayouts/slideLayout1.xml" Id="R849f35ac397a4905"/><Relationship Type="http://schemas.openxmlformats.org/officeDocument/2006/relationships/notesSlide" Target="../copula/notesSlides/notesSlide9.xml" Id="Ra4d3db7b0c7244de"/></Relationships>
</file>

<file path=ppt/slides/_rels/slide110.xml.rels><?xml version='1.0' encoding='UTF-8' standalone='yes'?>
<Relationships xmlns="http://schemas.openxmlformats.org/package/2006/relationships"><Relationship Type="http://schemas.openxmlformats.org/officeDocument/2006/relationships/slideLayout" Target="../copula/slideLayouts/slideLayout1.xml" Id="R73e8163949984e91"/><Relationship Type="http://schemas.openxmlformats.org/officeDocument/2006/relationships/notesSlide" Target="../copula/notesSlides/notesSlide10.xml" Id="R58d93d302a8e4027"/></Relationships>
</file>

<file path=ppt/slides/_rels/slide111.xml.rels><?xml version='1.0' encoding='UTF-8' standalone='yes'?>
<Relationships xmlns="http://schemas.openxmlformats.org/package/2006/relationships"><Relationship Type="http://schemas.openxmlformats.org/officeDocument/2006/relationships/slideLayout" Target="../copula/slideLayouts/slideLayout1.xml" Id="R09441636373c4e9b"/><Relationship Type="http://schemas.openxmlformats.org/officeDocument/2006/relationships/chart" Target="../copula/slides/charts/chart2.xml" Id="R26facc446a8a40bf"/><Relationship Type="http://schemas.openxmlformats.org/officeDocument/2006/relationships/notesSlide" Target="../copula/notesSlides/notesSlide11.xml" Id="R5ec205f6022649f1"/></Relationships>
</file>

<file path=ppt/slides/_rels/slide112.xml.rels><?xml version='1.0' encoding='UTF-8' standalone='yes'?>
<Relationships xmlns="http://schemas.openxmlformats.org/package/2006/relationships"><Relationship Type="http://schemas.openxmlformats.org/officeDocument/2006/relationships/slideLayout" Target="../copula/slideLayouts/slideLayout1.xml" Id="R8edc15f7b2dd4a33"/><Relationship Type="http://schemas.openxmlformats.org/officeDocument/2006/relationships/notesSlide" Target="../copula/notesSlides/notesSlide12.xml" Id="Rd95c2ec98c634e32"/></Relationships>
</file>

<file path=ppt/slides/_rels/slide113.xml.rels><?xml version='1.0' encoding='UTF-8' standalone='yes'?>
<Relationships xmlns="http://schemas.openxmlformats.org/package/2006/relationships"><Relationship Type="http://schemas.openxmlformats.org/officeDocument/2006/relationships/slideLayout" Target="../copula/slideLayouts/slideLayout1.xml" Id="Rffcf8574ff1e4528"/><Relationship Type="http://schemas.openxmlformats.org/officeDocument/2006/relationships/notesSlide" Target="../copula/notesSlides/notesSlide13.xml" Id="Rd0ba25aeb73b41a7"/></Relationships>
</file>

<file path=ppt/slides/_rels/slide114.xml.rels><?xml version='1.0' encoding='UTF-8' standalone='yes'?>
<Relationships xmlns="http://schemas.openxmlformats.org/package/2006/relationships"><Relationship Type="http://schemas.openxmlformats.org/officeDocument/2006/relationships/slideLayout" Target="../copula/slideLayouts/slideLayout1.xml" Id="Rb402f33abad3451e"/><Relationship Type="http://schemas.openxmlformats.org/officeDocument/2006/relationships/notesSlide" Target="../copula/notesSlides/notesSlide14.xml" Id="R8466aa236b0b4834"/></Relationships>
</file>

<file path=ppt/slides/_rels/slide115.xml.rels><?xml version='1.0' encoding='UTF-8' standalone='yes'?>
<Relationships xmlns="http://schemas.openxmlformats.org/package/2006/relationships"><Relationship Type="http://schemas.openxmlformats.org/officeDocument/2006/relationships/slideLayout" Target="../copula/slideLayouts/slideLayout1.xml" Id="Rca036325f6334238"/><Relationship Type="http://schemas.openxmlformats.org/officeDocument/2006/relationships/notesSlide" Target="../copula/notesSlides/notesSlide15.xml" Id="Ra599077d01104a86"/></Relationships>
</file>

<file path=ppt/slides/_rels/slide116.xml.rels><?xml version='1.0' encoding='UTF-8' standalone='yes'?>
<Relationships xmlns="http://schemas.openxmlformats.org/package/2006/relationships"><Relationship Type="http://schemas.openxmlformats.org/officeDocument/2006/relationships/slideLayout" Target="../copula/slideLayouts/slideLayout1.xml" Id="Re7c4c745f1594c97"/><Relationship Type="http://schemas.openxmlformats.org/officeDocument/2006/relationships/notesSlide" Target="../copula/notesSlides/notesSlide16.xml" Id="R0efdeda498ed4199"/></Relationships>
</file>

<file path=ppt/slides/_rels/slide117.xml.rels><?xml version='1.0' encoding='UTF-8' standalone='yes'?>
<Relationships xmlns="http://schemas.openxmlformats.org/package/2006/relationships"><Relationship Type="http://schemas.openxmlformats.org/officeDocument/2006/relationships/slideLayout" Target="../copula/slideLayouts/slideLayout1.xml" Id="R3cefb512384a43ac"/><Relationship Type="http://schemas.openxmlformats.org/officeDocument/2006/relationships/notesSlide" Target="../copula/notesSlides/notesSlide17.xml" Id="R8a0dd355395a4847"/></Relationships>
</file>

<file path=ppt/slides/_rels/slide118.xml.rels><?xml version='1.0' encoding='UTF-8' standalone='yes'?>
<Relationships xmlns="http://schemas.openxmlformats.org/package/2006/relationships"><Relationship Type="http://schemas.openxmlformats.org/officeDocument/2006/relationships/slideLayout" Target="../copula/slideLayouts/slideLayout1.xml" Id="R1ff2cf5257c04b48"/><Relationship Type="http://schemas.openxmlformats.org/officeDocument/2006/relationships/notesSlide" Target="../copula/notesSlides/notesSlide18.xml" Id="R4ef4aabba60a46d7"/></Relationships>
</file>

<file path=ppt/slides/_rels/slide119.xml.rels><?xml version='1.0' encoding='UTF-8' standalone='yes'?>
<Relationships xmlns="http://schemas.openxmlformats.org/package/2006/relationships"><Relationship Type="http://schemas.openxmlformats.org/officeDocument/2006/relationships/slideLayout" Target="../copula/slideLayouts/slideLayout1.xml" Id="R4d95a8e0003e44d5"/><Relationship Type="http://schemas.openxmlformats.org/officeDocument/2006/relationships/notesSlide" Target="../copula/notesSlides/notesSlide19.xml" Id="R11f88628589c4e1c"/></Relationships>
</file>

<file path=ppt/slides/_rels/slide120.xml.rels><?xml version='1.0' encoding='UTF-8' standalone='yes'?>
<Relationships xmlns="http://schemas.openxmlformats.org/package/2006/relationships"><Relationship Type="http://schemas.openxmlformats.org/officeDocument/2006/relationships/slideLayout" Target="../copula/slideLayouts/slideLayout1.xml" Id="Rae8f2930b2dc4d07"/><Relationship Type="http://schemas.openxmlformats.org/officeDocument/2006/relationships/notesSlide" Target="../copula/notesSlides/notesSlide20.xml" Id="R5a8154fd48c743e8"/></Relationships>
</file>

<file path=ppt/slides/_rels/slide121.xml.rels><?xml version='1.0' encoding='UTF-8' standalone='yes'?>
<Relationships xmlns="http://schemas.openxmlformats.org/package/2006/relationships"><Relationship Type="http://schemas.openxmlformats.org/officeDocument/2006/relationships/slideLayout" Target="../copula/slideLayouts/slideLayout1.xml" Id="R28eb3e1f208842af"/><Relationship Type="http://schemas.openxmlformats.org/officeDocument/2006/relationships/notesSlide" Target="../copula/notesSlides/notesSlide21.xml" Id="R2c81d71d55f948cc"/></Relationships>
</file>

<file path=ppt/slides/_rels/slide122.xml.rels><?xml version='1.0' encoding='UTF-8' standalone='yes'?>
<Relationships xmlns="http://schemas.openxmlformats.org/package/2006/relationships"><Relationship Type="http://schemas.openxmlformats.org/officeDocument/2006/relationships/slideLayout" Target="../copula/slideLayouts/slideLayout1.xml" Id="Ra5438a9fef6042f4"/><Relationship Type="http://schemas.openxmlformats.org/officeDocument/2006/relationships/notesSlide" Target="../copula/notesSlides/notesSlide22.xml" Id="R9d82d0961ec741ff"/></Relationships>
</file>

<file path=ppt/slides/_rels/slide123.xml.rels><?xml version='1.0' encoding='UTF-8' standalone='yes'?>
<Relationships xmlns="http://schemas.openxmlformats.org/package/2006/relationships"><Relationship Type="http://schemas.openxmlformats.org/officeDocument/2006/relationships/slideLayout" Target="../copula/slideLayouts/slideLayout1.xml" Id="R89ebb41a20424f46"/><Relationship Type="http://schemas.openxmlformats.org/officeDocument/2006/relationships/notesSlide" Target="../copula/notesSlides/notesSlide23.xml" Id="Rb552c9b097cd45e3"/></Relationships>
</file>

<file path=ppt/slides/_rels/slide124.xml.rels><?xml version='1.0' encoding='UTF-8' standalone='yes'?>
<Relationships xmlns="http://schemas.openxmlformats.org/package/2006/relationships"><Relationship Type="http://schemas.openxmlformats.org/officeDocument/2006/relationships/slideLayout" Target="../copula/slideLayouts/slideLayout1.xml" Id="R6809811c12294620"/><Relationship Type="http://schemas.openxmlformats.org/officeDocument/2006/relationships/notesSlide" Target="../copula/notesSlides/notesSlide24.xml" Id="Rfb841d65d0eb464f"/></Relationships>
</file>

<file path=ppt/slides/_rels/slide125.xml.rels><?xml version='1.0' encoding='UTF-8' standalone='yes'?>
<Relationships xmlns="http://schemas.openxmlformats.org/package/2006/relationships"><Relationship Type="http://schemas.openxmlformats.org/officeDocument/2006/relationships/slideLayout" Target="../copula/slideLayouts/slideLayout1.xml" Id="R115d76ee18de46bd"/><Relationship Type="http://schemas.openxmlformats.org/officeDocument/2006/relationships/notesSlide" Target="../copula/notesSlides/notesSlide25.xml" Id="Rd4bfafe62bc04d68"/></Relationships>
</file>

<file path=ppt/slides/_rels/slide126.xml.rels><?xml version='1.0' encoding='UTF-8' standalone='yes'?>
<Relationships xmlns="http://schemas.openxmlformats.org/package/2006/relationships"><Relationship Type="http://schemas.openxmlformats.org/officeDocument/2006/relationships/slideLayout" Target="../copula/slideLayouts/slideLayout1.xml" Id="R1e6918bff9464add"/><Relationship Type="http://schemas.openxmlformats.org/officeDocument/2006/relationships/notesSlide" Target="../copula/notesSlides/notesSlide26.xml" Id="R67ecd23d5ac14ff2"/></Relationships>
</file>

<file path=ppt/slides/_rels/slide127.xml.rels><?xml version='1.0' encoding='UTF-8' standalone='yes'?>
<Relationships xmlns="http://schemas.openxmlformats.org/package/2006/relationships"><Relationship Type="http://schemas.openxmlformats.org/officeDocument/2006/relationships/slideLayout" Target="../copula/slideLayouts/slideLayout1.xml" Id="Rc24a2b00797340f3"/><Relationship Type="http://schemas.openxmlformats.org/officeDocument/2006/relationships/notesSlide" Target="../copula/notesSlides/notesSlide27.xml" Id="Rc1052c83a545493d"/></Relationships>
</file>

<file path=ppt/slides/_rels/slide128.xml.rels><?xml version='1.0' encoding='UTF-8' standalone='yes'?>
<Relationships xmlns="http://schemas.openxmlformats.org/package/2006/relationships"><Relationship Type="http://schemas.openxmlformats.org/officeDocument/2006/relationships/slideLayout" Target="../copula/slideLayouts/slideLayout1.xml" Id="R0bbc1f8df2864908"/><Relationship Type="http://schemas.openxmlformats.org/officeDocument/2006/relationships/notesSlide" Target="../copula/notesSlides/notesSlide28.xml" Id="R351dae60ec304500"/></Relationships>
</file>

<file path=ppt/slides/_rels/slide129.xml.rels><?xml version='1.0' encoding='UTF-8' standalone='yes'?>
<Relationships xmlns="http://schemas.openxmlformats.org/package/2006/relationships"><Relationship Type="http://schemas.openxmlformats.org/officeDocument/2006/relationships/slideLayout" Target="../copula/slideLayouts/slideLayout1.xml" Id="R924c7f5315904dfc"/><Relationship Type="http://schemas.openxmlformats.org/officeDocument/2006/relationships/notesSlide" Target="../copula/notesSlides/notesSlide29.xml" Id="R58d984a3afef4303"/></Relationships>
</file>

<file path=ppt/slides/_rels/slide130.xml.rels><?xml version='1.0' encoding='UTF-8' standalone='yes'?>
<Relationships xmlns="http://schemas.openxmlformats.org/package/2006/relationships"><Relationship Type="http://schemas.openxmlformats.org/officeDocument/2006/relationships/slideLayout" Target="../copula/slideLayouts/slideLayout1.xml" Id="R8946eca86b1d42fc"/><Relationship Type="http://schemas.openxmlformats.org/officeDocument/2006/relationships/notesSlide" Target="../copula/notesSlides/notesSlide30.xml" Id="R4451f38f3dfb4e9b"/></Relationships>
</file>

<file path=ppt/slides/_rels/slide131.xml.rels><?xml version='1.0' encoding='UTF-8' standalone='yes'?>
<Relationships xmlns="http://schemas.openxmlformats.org/package/2006/relationships"><Relationship Type="http://schemas.openxmlformats.org/officeDocument/2006/relationships/slideLayout" Target="../copula/slideLayouts/slideLayout1.xml" Id="R7866800c92654679"/><Relationship Type="http://schemas.openxmlformats.org/officeDocument/2006/relationships/notesSlide" Target="../copula/notesSlides/notesSlide31.xml" Id="Re9cdde626bb349f7"/></Relationships>
</file>

<file path=ppt/slides/_rels/slide132.xml.rels><?xml version='1.0' encoding='UTF-8' standalone='yes'?>
<Relationships xmlns="http://schemas.openxmlformats.org/package/2006/relationships"><Relationship Type="http://schemas.openxmlformats.org/officeDocument/2006/relationships/slideLayout" Target="../copula/slideLayouts/slideLayout1.xml" Id="R6997e60835ed4149"/><Relationship Type="http://schemas.openxmlformats.org/officeDocument/2006/relationships/chart" Target="../copula/slides/charts/chart3.xml" Id="R95822c3199854560"/><Relationship Type="http://schemas.openxmlformats.org/officeDocument/2006/relationships/chart" Target="../copula/slides/charts/chart4.xml" Id="R6dacccd3589142f5"/><Relationship Type="http://schemas.openxmlformats.org/officeDocument/2006/relationships/chart" Target="../copula/slides/charts/chart5.xml" Id="Ra9629cfe13684705"/><Relationship Type="http://schemas.openxmlformats.org/officeDocument/2006/relationships/notesSlide" Target="../copula/notesSlides/notesSlide32.xml" Id="R29b02046f0c94081"/></Relationships>
</file>

<file path=ppt/slides/_rels/slide133.xml.rels><?xml version='1.0' encoding='UTF-8' standalone='yes'?>
<Relationships xmlns="http://schemas.openxmlformats.org/package/2006/relationships"><Relationship Type="http://schemas.openxmlformats.org/officeDocument/2006/relationships/slideLayout" Target="../copula/slideLayouts/slideLayout1.xml" Id="R8801f3df6f5243a7"/><Relationship Type="http://schemas.openxmlformats.org/officeDocument/2006/relationships/notesSlide" Target="../copula/notesSlides/notesSlide33.xml" Id="Rd9c203b495b54cb1"/></Relationships>
</file>

<file path=ppt/slides/_rels/slide134.xml.rels><?xml version='1.0' encoding='UTF-8' standalone='yes'?>
<Relationships xmlns="http://schemas.openxmlformats.org/package/2006/relationships"><Relationship Type="http://schemas.openxmlformats.org/officeDocument/2006/relationships/slideLayout" Target="../copula/slideLayouts/slideLayout1.xml" Id="R5d8ed5ab27fc4817"/><Relationship Type="http://schemas.openxmlformats.org/officeDocument/2006/relationships/notesSlide" Target="../copula/notesSlides/notesSlide34.xml" Id="Ra2f0f4fa66784853"/></Relationships>
</file>

<file path=ppt/slides/_rels/slide135.xml.rels><?xml version='1.0' encoding='UTF-8' standalone='yes'?>
<Relationships xmlns="http://schemas.openxmlformats.org/package/2006/relationships"><Relationship Type="http://schemas.openxmlformats.org/officeDocument/2006/relationships/slideLayout" Target="../copula/slideLayouts/slideLayout1.xml" Id="Rba756e4c07d74a50"/><Relationship Type="http://schemas.openxmlformats.org/officeDocument/2006/relationships/notesSlide" Target="../copula/notesSlides/notesSlide35.xml" Id="R2ec4416e803441a2"/></Relationships>
</file>

<file path=ppt/slides/_rels/slide136.xml.rels><?xml version='1.0' encoding='UTF-8' standalone='yes'?>
<Relationships xmlns="http://schemas.openxmlformats.org/package/2006/relationships"><Relationship Type="http://schemas.openxmlformats.org/officeDocument/2006/relationships/slideLayout" Target="../copula/slideLayouts/slideLayout1.xml" Id="R13c896200f6d488b"/><Relationship Type="http://schemas.openxmlformats.org/officeDocument/2006/relationships/notesSlide" Target="../copula/notesSlides/notesSlide36.xml" Id="Rca70c5b7447e4ae8"/></Relationships>
</file>

<file path=ppt/slides/_rels/slide137.xml.rels><?xml version='1.0' encoding='UTF-8' standalone='yes'?>
<Relationships xmlns="http://schemas.openxmlformats.org/package/2006/relationships"><Relationship Type="http://schemas.openxmlformats.org/officeDocument/2006/relationships/slideLayout" Target="../copula/slideLayouts/slideLayout1.xml" Id="R9b531a9ccd364f00"/><Relationship Type="http://schemas.openxmlformats.org/officeDocument/2006/relationships/notesSlide" Target="../copula/notesSlides/notesSlide37.xml" Id="R1d06903ceff742b8"/></Relationships>
</file>

<file path=ppt/slides/_rels/slide138.xml.rels><?xml version='1.0' encoding='UTF-8' standalone='yes'?>
<Relationships xmlns="http://schemas.openxmlformats.org/package/2006/relationships"><Relationship Type="http://schemas.openxmlformats.org/officeDocument/2006/relationships/slideLayout" Target="../copula/slideLayouts/slideLayout1.xml" Id="R38a40f3368204c68"/><Relationship Type="http://schemas.openxmlformats.org/officeDocument/2006/relationships/notesSlide" Target="../copula/notesSlides/notesSlide38.xml" Id="Rc7d84c1e5b314e2f"/></Relationships>
</file>

<file path=ppt/slides/_rels/slide139.xml.rels><?xml version='1.0' encoding='UTF-8' standalone='yes'?>
<Relationships xmlns="http://schemas.openxmlformats.org/package/2006/relationships"><Relationship Type="http://schemas.openxmlformats.org/officeDocument/2006/relationships/slideLayout" Target="../copula/slideLayouts/slideLayout1.xml" Id="R494a1a2c94014d7f"/><Relationship Type="http://schemas.openxmlformats.org/officeDocument/2006/relationships/notesSlide" Target="../copula/notesSlides/notesSlide39.xml" Id="Reb365b61ef504d43"/></Relationships>
</file>

<file path=ppt/slides/_rels/slide140.xml.rels><?xml version='1.0' encoding='UTF-8' standalone='yes'?>
<Relationships xmlns="http://schemas.openxmlformats.org/package/2006/relationships"><Relationship Type="http://schemas.openxmlformats.org/officeDocument/2006/relationships/slideLayout" Target="../copula/slideLayouts/slideLayout1.xml" Id="R46fa5b0e461d4f88"/><Relationship Type="http://schemas.openxmlformats.org/officeDocument/2006/relationships/notesSlide" Target="../copula/notesSlides/notesSlide40.xml" Id="R73bd54c994194506"/></Relationships>
</file>

<file path=ppt/slides/_rels/slide141.xml.rels><?xml version='1.0' encoding='UTF-8' standalone='yes'?>
<Relationships xmlns="http://schemas.openxmlformats.org/package/2006/relationships"><Relationship Type="http://schemas.openxmlformats.org/officeDocument/2006/relationships/slideLayout" Target="../copula/slideLayouts/slideLayout1.xml" Id="Rc50d84cfbfe84c3e"/><Relationship Type="http://schemas.openxmlformats.org/officeDocument/2006/relationships/notesSlide" Target="../copula/notesSlides/notesSlide41.xml" Id="Rdfe3de0730564dd3"/></Relationships>
</file>

<file path=ppt/slides/_rels/slide142.xml.rels><?xml version='1.0' encoding='UTF-8' standalone='yes'?>
<Relationships xmlns="http://schemas.openxmlformats.org/package/2006/relationships"><Relationship Type="http://schemas.openxmlformats.org/officeDocument/2006/relationships/slideLayout" Target="../copula/slideLayouts/slideLayout1.xml" Id="R83a1c5b862974a01"/><Relationship Type="http://schemas.openxmlformats.org/officeDocument/2006/relationships/notesSlide" Target="../copula/notesSlides/notesSlide42.xml" Id="R75dbadbffd7047d9"/></Relationships>
</file>

<file path=ppt/slides/_rels/slide143.xml.rels><?xml version='1.0' encoding='UTF-8' standalone='yes'?>
<Relationships xmlns="http://schemas.openxmlformats.org/package/2006/relationships"><Relationship Type="http://schemas.openxmlformats.org/officeDocument/2006/relationships/slideLayout" Target="../copula/slideLayouts/slideLayout1.xml" Id="Rd9a152664ade4f8a"/><Relationship Type="http://schemas.openxmlformats.org/officeDocument/2006/relationships/notesSlide" Target="../copula/notesSlides/notesSlide43.xml" Id="R1c445fb756324781"/></Relationships>
</file>

<file path=ppt/slides/_rels/slide144.xml.rels><?xml version='1.0' encoding='UTF-8' standalone='yes'?>
<Relationships xmlns="http://schemas.openxmlformats.org/package/2006/relationships"><Relationship Type="http://schemas.openxmlformats.org/officeDocument/2006/relationships/slideLayout" Target="../copula/slideLayouts/slideLayout1.xml" Id="Ra92ed4e9af9b4dee"/><Relationship Type="http://schemas.openxmlformats.org/officeDocument/2006/relationships/notesSlide" Target="../copula/notesSlides/notesSlide44.xml" Id="R82f1d3f695cf4fd2"/></Relationships>
</file>

<file path=ppt/slides/_rels/slide145.xml.rels><?xml version='1.0' encoding='UTF-8' standalone='yes'?>
<Relationships xmlns="http://schemas.openxmlformats.org/package/2006/relationships"><Relationship Type="http://schemas.openxmlformats.org/officeDocument/2006/relationships/slideLayout" Target="../copula/slideLayouts/slideLayout1.xml" Id="R738f587653124572"/><Relationship Type="http://schemas.openxmlformats.org/officeDocument/2006/relationships/notesSlide" Target="../copula/notesSlides/notesSlide45.xml" Id="R2db1354fe7074fb3"/></Relationships>
</file>

<file path=ppt/slides/_rels/slide146.xml.rels><?xml version='1.0' encoding='UTF-8' standalone='yes'?>
<Relationships xmlns="http://schemas.openxmlformats.org/package/2006/relationships"><Relationship Type="http://schemas.openxmlformats.org/officeDocument/2006/relationships/slideLayout" Target="../copula/slideLayouts/slideLayout1.xml" Id="Re0245bdfc07b401f"/><Relationship Type="http://schemas.openxmlformats.org/officeDocument/2006/relationships/notesSlide" Target="../copula/notesSlides/notesSlide46.xml" Id="R258bc0a69cce4d40"/></Relationships>
</file>

<file path=ppt/slides/_rels/slide147.xml.rels><?xml version='1.0' encoding='UTF-8' standalone='yes'?>
<Relationships xmlns="http://schemas.openxmlformats.org/package/2006/relationships"><Relationship Type="http://schemas.openxmlformats.org/officeDocument/2006/relationships/slideLayout" Target="../copula/slideLayouts/slideLayout1.xml" Id="R15afebb8e6ba4d87"/><Relationship Type="http://schemas.openxmlformats.org/officeDocument/2006/relationships/notesSlide" Target="../copula/notesSlides/notesSlide47.xml" Id="Rde7388e635734fc8"/></Relationships>
</file>

<file path=ppt/slides/_rels/slide148.xml.rels><?xml version='1.0' encoding='UTF-8' standalone='yes'?>
<Relationships xmlns="http://schemas.openxmlformats.org/package/2006/relationships"><Relationship Type="http://schemas.openxmlformats.org/officeDocument/2006/relationships/slideLayout" Target="../copula/slideLayouts/slideLayout1.xml" Id="R1abca95b47bc4bb1"/><Relationship Type="http://schemas.openxmlformats.org/officeDocument/2006/relationships/notesSlide" Target="../copula/notesSlides/notesSlide48.xml" Id="R6019b776ed5c4b83"/></Relationships>
</file>

<file path=ppt/slides/_rels/slide149.xml.rels><?xml version='1.0' encoding='UTF-8' standalone='yes'?>
<Relationships xmlns="http://schemas.openxmlformats.org/package/2006/relationships"><Relationship Type="http://schemas.openxmlformats.org/officeDocument/2006/relationships/slideLayout" Target="../copula/slideLayouts/slideLayout1.xml" Id="Re23ac6d2f2e843ef"/><Relationship Type="http://schemas.openxmlformats.org/officeDocument/2006/relationships/notesSlide" Target="../copula/notesSlides/notesSlide49.xml" Id="R6fa89b0676824212"/></Relationships>
</file>

<file path=ppt/slides/_rels/slide150.xml.rels><?xml version='1.0' encoding='UTF-8' standalone='yes'?>
<Relationships xmlns="http://schemas.openxmlformats.org/package/2006/relationships"><Relationship Type="http://schemas.openxmlformats.org/officeDocument/2006/relationships/slideLayout" Target="../copula/slideLayouts/slideLayout1.xml" Id="R9d9e75472c8a4a5e"/><Relationship Type="http://schemas.openxmlformats.org/officeDocument/2006/relationships/notesSlide" Target="../copula/notesSlides/notesSlide50.xml" Id="R8a957046886b4c96"/></Relationships>
</file>

<file path=ppt/slides/_rels/slide151.xml.rels><?xml version='1.0' encoding='UTF-8' standalone='yes'?>
<Relationships xmlns="http://schemas.openxmlformats.org/package/2006/relationships"><Relationship Type="http://schemas.openxmlformats.org/officeDocument/2006/relationships/slideLayout" Target="../copula/slideLayouts/slideLayout1.xml" Id="R91dfc5f3243c4138"/><Relationship Type="http://schemas.openxmlformats.org/officeDocument/2006/relationships/notesSlide" Target="../copula/notesSlides/notesSlide51.xml" Id="R063672e2d7f149f9"/></Relationships>
</file>

<file path=ppt/slides/_rels/slide152.xml.rels><?xml version='1.0' encoding='UTF-8' standalone='yes'?>
<Relationships xmlns="http://schemas.openxmlformats.org/package/2006/relationships"><Relationship Type="http://schemas.openxmlformats.org/officeDocument/2006/relationships/slideLayout" Target="../copula/slideLayouts/slideLayout1.xml" Id="Ra5c73a18960d4613"/><Relationship Type="http://schemas.openxmlformats.org/officeDocument/2006/relationships/notesSlide" Target="../copula/notesSlides/notesSlide52.xml" Id="R372d5803952044f7"/></Relationships>
</file>

<file path=ppt/slides/_rels/slide153.xml.rels><?xml version='1.0' encoding='UTF-8' standalone='yes'?>
<Relationships xmlns="http://schemas.openxmlformats.org/package/2006/relationships"><Relationship Type="http://schemas.openxmlformats.org/officeDocument/2006/relationships/slideLayout" Target="../copula/slideLayouts/slideLayout1.xml" Id="R6a6c03c1990b4b1c"/><Relationship Type="http://schemas.openxmlformats.org/officeDocument/2006/relationships/notesSlide" Target="../copula/notesSlides/notesSlide53.xml" Id="R0a2f1d54e7b4486a"/></Relationships>
</file>

<file path=ppt/slides/_rels/slide154.xml.rels><?xml version='1.0' encoding='UTF-8' standalone='yes'?>
<Relationships xmlns="http://schemas.openxmlformats.org/package/2006/relationships"><Relationship Type="http://schemas.openxmlformats.org/officeDocument/2006/relationships/slideLayout" Target="../copula/slideLayouts/slideLayout1.xml" Id="R85c2c7a573d34442"/><Relationship Type="http://schemas.openxmlformats.org/officeDocument/2006/relationships/notesSlide" Target="../copula/notesSlides/notesSlide54.xml" Id="R545f0ab4f1c4464e"/></Relationships>
</file>

<file path=ppt/slides/_rels/slide155.xml.rels><?xml version='1.0' encoding='UTF-8' standalone='yes'?>
<Relationships xmlns="http://schemas.openxmlformats.org/package/2006/relationships"><Relationship Type="http://schemas.openxmlformats.org/officeDocument/2006/relationships/slideLayout" Target="../copula/slideLayouts/slideLayout1.xml" Id="R23c1133a8d574b4a"/><Relationship Type="http://schemas.openxmlformats.org/officeDocument/2006/relationships/notesSlide" Target="../copula/notesSlides/notesSlide55.xml" Id="Rbe78d4cf4e094e30"/></Relationships>
</file>

<file path=ppt/slides/_rels/slide156.xml.rels><?xml version='1.0' encoding='UTF-8' standalone='yes'?>
<Relationships xmlns="http://schemas.openxmlformats.org/package/2006/relationships"><Relationship Type="http://schemas.openxmlformats.org/officeDocument/2006/relationships/slideLayout" Target="../copula/slideLayouts/slideLayout1.xml" Id="Rc4f164823c684a51"/><Relationship Type="http://schemas.openxmlformats.org/officeDocument/2006/relationships/notesSlide" Target="../copula/notesSlides/notesSlide56.xml" Id="R92aefd780be84189"/></Relationships>
</file>

<file path=ppt/slides/_rels/slide157.xml.rels><?xml version='1.0' encoding='UTF-8' standalone='yes'?>
<Relationships xmlns="http://schemas.openxmlformats.org/package/2006/relationships"><Relationship Type="http://schemas.openxmlformats.org/officeDocument/2006/relationships/slideLayout" Target="../copula/slideLayouts/slideLayout1.xml" Id="R3d20803ae0084884"/><Relationship Type="http://schemas.openxmlformats.org/officeDocument/2006/relationships/notesSlide" Target="../copula/notesSlides/notesSlide57.xml" Id="Rebe1693edcd54a24"/></Relationships>
</file>

<file path=ppt/slides/_rels/slide158.xml.rels><?xml version='1.0' encoding='UTF-8' standalone='yes'?>
<Relationships xmlns="http://schemas.openxmlformats.org/package/2006/relationships"><Relationship Type="http://schemas.openxmlformats.org/officeDocument/2006/relationships/slideLayout" Target="../copula/slideLayouts/slideLayout1.xml" Id="R4cbc889eaa18459f"/><Relationship Type="http://schemas.openxmlformats.org/officeDocument/2006/relationships/notesSlide" Target="../copula/notesSlides/notesSlide58.xml" Id="Rbcf727f7b36d4e65"/></Relationships>
</file>

<file path=ppt/slides/_rels/slide159.xml.rels><?xml version='1.0' encoding='UTF-8' standalone='yes'?>
<Relationships xmlns="http://schemas.openxmlformats.org/package/2006/relationships"><Relationship Type="http://schemas.openxmlformats.org/officeDocument/2006/relationships/slideLayout" Target="../copula/slideLayouts/slideLayout1.xml" Id="R9899cb13aa7d46b7"/><Relationship Type="http://schemas.openxmlformats.org/officeDocument/2006/relationships/notesSlide" Target="../copula/notesSlides/notesSlide59.xml" Id="Rf39e4ec228c84519"/></Relationships>
</file>

<file path=ppt/slides/_rels/slide160.xml.rels><?xml version='1.0' encoding='UTF-8' standalone='yes'?>
<Relationships xmlns="http://schemas.openxmlformats.org/package/2006/relationships"><Relationship Type="http://schemas.openxmlformats.org/officeDocument/2006/relationships/slideLayout" Target="../copula/slideLayouts/slideLayout1.xml" Id="R5ba1c28925ad469f"/><Relationship Type="http://schemas.openxmlformats.org/officeDocument/2006/relationships/notesSlide" Target="../copula/notesSlides/notesSlide60.xml" Id="Rc533e22f4f9e496e"/></Relationships>
</file>

<file path=ppt/slides/_rels/slide161.xml.rels><?xml version='1.0' encoding='UTF-8' standalone='yes'?>
<Relationships xmlns="http://schemas.openxmlformats.org/package/2006/relationships"><Relationship Type="http://schemas.openxmlformats.org/officeDocument/2006/relationships/slideLayout" Target="../copula/slideLayouts/slideLayout1.xml" Id="R7f333dffc038425c"/><Relationship Type="http://schemas.openxmlformats.org/officeDocument/2006/relationships/notesSlide" Target="../copula/notesSlides/notesSlide61.xml" Id="R579273ce7cec40ba"/></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AF71C6-17C9-57AB-ECD3-E62D59DC8A04}"/>
              </a:ext>
            </a:extLst>
          </p:cNvPr>
          <p:cNvSpPr>
            <a:spLocks noGrp="1"/>
          </p:cNvSpPr>
          <p:nvPr>
            <p:ph type="ctrTitle"/>
          </p:nvPr>
        </p:nvSpPr>
        <p:spPr>
          <a:xfrm>
            <a:off x="727213" y="699925"/>
            <a:ext cx="10737574" cy="2577302"/>
          </a:xfrm>
        </p:spPr>
        <p:txBody>
          <a:bodyPr>
            <a:normAutofit/>
          </a:bodyPr>
          <a:lstStyle/>
          <a:p>
            <a:pPr>
              <a:lnSpc>
                <a:spcPct val="100000"/>
              </a:lnSpc>
            </a:pPr>
            <a:r>
              <a:rPr kumimoji="1" lang="ja-JP" altLang="en-US" sz="4800" b="1" noProof="1"/>
              <a:t>ゼミ発表</a:t>
            </a:r>
            <a:endParaRPr kumimoji="1" lang="ja-JP" sz="4800" noProof="1">
              <a:latin typeface="+mn-ea"/>
              <a:ea typeface="+mn-ea"/>
            </a:endParaRPr>
          </a:p>
        </p:txBody>
      </p:sp>
      <p:sp>
        <p:nvSpPr>
          <p:cNvPr id="3" name="字幕 2">
            <a:extLst>
              <a:ext uri="{FF2B5EF4-FFF2-40B4-BE49-F238E27FC236}">
                <a16:creationId xmlns:a16="http://schemas.microsoft.com/office/drawing/2014/main" id="{27859E78-3DB5-9D1D-6018-D605D40E5A19}"/>
              </a:ext>
            </a:extLst>
          </p:cNvPr>
          <p:cNvSpPr>
            <a:spLocks noGrp="1"/>
          </p:cNvSpPr>
          <p:nvPr>
            <p:ph type="subTitle" idx="1"/>
          </p:nvPr>
        </p:nvSpPr>
        <p:spPr>
          <a:xfrm>
            <a:off x="1454426" y="3580773"/>
            <a:ext cx="9144000" cy="1655762"/>
          </a:xfrm>
        </p:spPr>
        <p:txBody>
          <a:bodyPr/>
          <a:lstStyle/>
          <a:p>
            <a:r>
              <a:rPr lang="ja-JP" noProof="1"/>
              <a:t>M1 齊藤光汰</a:t>
            </a:r>
            <a:endParaRPr kumimoji="1" lang="ja-JP" noProof="1"/>
          </a:p>
        </p:txBody>
      </p:sp>
      <p:sp>
        <p:nvSpPr>
          <p:cNvPr id="4" name="スライド番号プレースホルダー 3">
            <a:extLst>
              <a:ext uri="{FF2B5EF4-FFF2-40B4-BE49-F238E27FC236}">
                <a16:creationId xmlns:a16="http://schemas.microsoft.com/office/drawing/2014/main" id="{26075D1A-1A11-EB22-D666-B7047654E117}"/>
              </a:ext>
            </a:extLst>
          </p:cNvPr>
          <p:cNvSpPr>
            <a:spLocks noGrp="1"/>
          </p:cNvSpPr>
          <p:nvPr>
            <p:ph type="sldNum" sz="quarter" idx="12"/>
          </p:nvPr>
        </p:nvSpPr>
        <p:spPr/>
        <p:txBody>
          <a:bodyPr/>
          <a:lstStyle/>
          <a:p>
            <a:fld id="{766CFED1-DF6F-7E4C-BB21-72E6FAF4BC7E}" type="slidenum">
              <a:rPr kumimoji="1" lang="en-US" altLang="ja-JP" noProof="1" smtClean="0"/>
              <a:t>1</a:t>
            </a:fld>
            <a:endParaRPr kumimoji="1" lang="ja-JP" noProof="1"/>
          </a:p>
        </p:txBody>
      </p:sp>
    </p:spTree>
    <p:extLst>
      <p:ext uri="{BB962C8B-B14F-4D97-AF65-F5344CB8AC3E}">
        <p14:creationId xmlns:p14="http://schemas.microsoft.com/office/powerpoint/2010/main" val="3380264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6F662298-293E-71BD-1008-6EB39FB8BCAE}"/>
              </a:ext>
            </a:extLst>
          </p:cNvPr>
          <p:cNvSpPr>
            <a:spLocks noGrp="1"/>
          </p:cNvSpPr>
          <p:nvPr>
            <p:ph type="title"/>
          </p:nvPr>
        </p:nvSpPr>
        <p:spPr/>
        <p:txBody>
          <a:bodyPr>
            <a:normAutofit fontScale="90000"/>
          </a:bodyPr>
          <a:lstStyle/>
          <a:p>
            <a:pPr algn="ctr"/>
            <a:r>
              <a:rPr lang="ja-JP" altLang="en-US"/>
              <a:t>目次</a:t>
            </a:r>
          </a:p>
        </p:txBody>
      </p:sp>
      <p:sp>
        <p:nvSpPr>
          <p:cNvPr id="6" name="スライド番号プレースホルダー 5">
            <a:extLst>
              <a:ext uri="{FF2B5EF4-FFF2-40B4-BE49-F238E27FC236}">
                <a16:creationId xmlns:a16="http://schemas.microsoft.com/office/drawing/2014/main" id="{3C30C9F9-9480-7FEA-3481-C203DC651D94}"/>
              </a:ext>
            </a:extLst>
          </p:cNvPr>
          <p:cNvSpPr>
            <a:spLocks noGrp="1"/>
          </p:cNvSpPr>
          <p:nvPr>
            <p:ph type="sldNum" sz="quarter" idx="12"/>
          </p:nvPr>
        </p:nvSpPr>
        <p:spPr/>
        <p:txBody>
          <a:bodyPr/>
          <a:lstStyle/>
          <a:p>
            <a:fld id="{766CFED1-DF6F-7E4C-BB21-72E6FAF4BC7E}" type="slidenum">
              <a:rPr kumimoji="1" lang="ja-JP" altLang="en-US" smtClean="0"/>
              <a:t>2</a:t>
            </a:fld>
            <a:endParaRPr kumimoji="1" lang="ja-JP" altLang="en-US"/>
          </a:p>
        </p:txBody>
      </p:sp>
      <p:sp>
        <p:nvSpPr>
          <p:cNvPr id="5" name="テキスト ボックス 4">
            <a:extLst>
              <a:ext uri="{FF2B5EF4-FFF2-40B4-BE49-F238E27FC236}">
                <a16:creationId xmlns:a16="http://schemas.microsoft.com/office/drawing/2014/main" id="{F0BE491E-0AF2-2FF6-A8B6-AC209FE0B87E}"/>
              </a:ext>
            </a:extLst>
          </p:cNvPr>
          <p:cNvSpPr txBox="1"/>
          <p:nvPr/>
        </p:nvSpPr>
        <p:spPr>
          <a:xfrm>
            <a:off x="956930" y="1509823"/>
            <a:ext cx="10749517" cy="3970318"/>
          </a:xfrm>
          <a:prstGeom prst="rect">
            <a:avLst/>
          </a:prstGeom>
          <a:noFill/>
        </p:spPr>
        <p:txBody>
          <a:bodyPr wrap="square" rtlCol="0">
            <a:spAutoFit/>
          </a:bodyPr>
          <a:lstStyle/>
          <a:p>
            <a:pPr marL="514350" indent="-514350">
              <a:buFont typeface="+mj-lt"/>
              <a:buAutoNum type="arabicPeriod"/>
            </a:pPr>
            <a:r>
              <a:rPr kumimoji="1" lang="ja-JP" altLang="en-US" sz="2800"/>
              <a:t>はじめに</a:t>
            </a:r>
            <a:endParaRPr kumimoji="1" lang="en-US" altLang="ja-JP" sz="2800" dirty="0"/>
          </a:p>
          <a:p>
            <a:pPr marL="514350" indent="-514350">
              <a:buFont typeface="+mj-lt"/>
              <a:buAutoNum type="arabicPeriod"/>
            </a:pPr>
            <a:endParaRPr lang="en-US" altLang="ja-JP" sz="2800" dirty="0"/>
          </a:p>
          <a:p>
            <a:pPr marL="514350" indent="-514350">
              <a:buFont typeface="+mj-lt"/>
              <a:buAutoNum type="arabicPeriod"/>
            </a:pPr>
            <a:r>
              <a:rPr kumimoji="1" lang="ja-JP" altLang="en-US" sz="2800"/>
              <a:t>先行研究１</a:t>
            </a:r>
            <a:endParaRPr kumimoji="1" lang="en-US" altLang="ja-JP" sz="2800" dirty="0"/>
          </a:p>
          <a:p>
            <a:pPr marL="514350" indent="-514350">
              <a:buFont typeface="+mj-lt"/>
              <a:buAutoNum type="arabicPeriod"/>
            </a:pPr>
            <a:endParaRPr lang="en-US" altLang="ja-JP" sz="2800" dirty="0"/>
          </a:p>
          <a:p>
            <a:pPr marL="514350" indent="-514350">
              <a:buFont typeface="+mj-lt"/>
              <a:buAutoNum type="arabicPeriod"/>
            </a:pPr>
            <a:r>
              <a:rPr lang="ja-JP" altLang="en-US" sz="2800"/>
              <a:t>先行研究２</a:t>
            </a:r>
            <a:endParaRPr lang="en-US" altLang="ja-JP" sz="2800" dirty="0"/>
          </a:p>
          <a:p>
            <a:pPr marL="514350" indent="-514350">
              <a:buFont typeface="+mj-lt"/>
              <a:buAutoNum type="arabicPeriod"/>
            </a:pPr>
            <a:endParaRPr kumimoji="1" lang="en-US" altLang="ja-JP" sz="2800" dirty="0"/>
          </a:p>
          <a:p>
            <a:pPr marL="514350" indent="-514350">
              <a:buFont typeface="+mj-lt"/>
              <a:buAutoNum type="arabicPeriod"/>
            </a:pPr>
            <a:r>
              <a:rPr lang="ja-JP" altLang="en-US" sz="2800"/>
              <a:t>問題設定</a:t>
            </a:r>
            <a:endParaRPr lang="en-US" altLang="ja-JP" sz="2800" dirty="0"/>
          </a:p>
          <a:p>
            <a:pPr marL="514350" indent="-514350">
              <a:buFont typeface="+mj-lt"/>
              <a:buAutoNum type="arabicPeriod"/>
            </a:pPr>
            <a:endParaRPr kumimoji="1" lang="en-US" altLang="ja-JP" sz="2800" dirty="0"/>
          </a:p>
          <a:p>
            <a:pPr marL="514350" indent="-514350">
              <a:buFont typeface="+mj-lt"/>
              <a:buAutoNum type="arabicPeriod"/>
            </a:pPr>
            <a:r>
              <a:rPr lang="ja-JP" altLang="en-US" sz="2800"/>
              <a:t>今後の展望</a:t>
            </a:r>
            <a:endParaRPr kumimoji="1" lang="ja-JP" altLang="en-US" sz="2800"/>
          </a:p>
        </p:txBody>
      </p:sp>
    </p:spTree>
    <p:extLst>
      <p:ext uri="{BB962C8B-B14F-4D97-AF65-F5344CB8AC3E}">
        <p14:creationId xmlns:p14="http://schemas.microsoft.com/office/powerpoint/2010/main" val="41548837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四角形: 角を丸くする 9">
            <a:extLst>
              <a:ext uri="{FF2B5EF4-FFF2-40B4-BE49-F238E27FC236}">
                <a16:creationId xmlns:a16="http://schemas.microsoft.com/office/drawing/2014/main" id="{A9F22044-A94B-488E-F5E2-9EF659B3006C}"/>
              </a:ext>
            </a:extLst>
          </p:cNvPr>
          <p:cNvSpPr/>
          <p:nvPr/>
        </p:nvSpPr>
        <p:spPr>
          <a:xfrm>
            <a:off x="1281793" y="5372100"/>
            <a:ext cx="9233807" cy="1216479"/>
          </a:xfrm>
          <a:prstGeom prst="roundRect">
            <a:avLst/>
          </a:prstGeom>
          <a:solidFill>
            <a:srgbClr val="FF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CC5B1D69-8333-18EF-27E9-79E17811FBB1}"/>
              </a:ext>
            </a:extLst>
          </p:cNvPr>
          <p:cNvSpPr>
            <a:spLocks noGrp="1"/>
          </p:cNvSpPr>
          <p:nvPr>
            <p:ph type="title"/>
          </p:nvPr>
        </p:nvSpPr>
        <p:spPr/>
        <p:txBody>
          <a:bodyPr/>
          <a:lstStyle/>
          <a:p>
            <a:r>
              <a:rPr kumimoji="1" lang="ja-JP" altLang="en-US" dirty="0"/>
              <a:t>本研究の問題設定</a:t>
            </a:r>
          </a:p>
        </p:txBody>
      </p:sp>
      <p:sp>
        <p:nvSpPr>
          <p:cNvPr id="3" name="スライド番号プレースホルダー 2">
            <a:extLst>
              <a:ext uri="{FF2B5EF4-FFF2-40B4-BE49-F238E27FC236}">
                <a16:creationId xmlns:a16="http://schemas.microsoft.com/office/drawing/2014/main" id="{ACFF8479-CBF4-6B67-4633-3FBF20F70DE4}"/>
              </a:ext>
            </a:extLst>
          </p:cNvPr>
          <p:cNvSpPr>
            <a:spLocks noGrp="1"/>
          </p:cNvSpPr>
          <p:nvPr>
            <p:ph type="sldNum" sz="quarter" idx="12"/>
          </p:nvPr>
        </p:nvSpPr>
        <p:spPr/>
        <p:txBody>
          <a:bodyPr/>
          <a:lstStyle/>
          <a:p>
            <a:fld id="{766CFED1-DF6F-7E4C-BB21-72E6FAF4BC7E}" type="slidenum">
              <a:rPr kumimoji="1" lang="ja-JP" altLang="en-US" smtClean="0"/>
              <a:t>3</a:t>
            </a:fld>
            <a:endParaRPr kumimoji="1" lang="ja-JP" altLang="en-US"/>
          </a:p>
        </p:txBody>
      </p:sp>
      <p:sp>
        <p:nvSpPr>
          <p:cNvPr id="4" name="テキスト ボックス 3">
            <a:extLst>
              <a:ext uri="{FF2B5EF4-FFF2-40B4-BE49-F238E27FC236}">
                <a16:creationId xmlns:a16="http://schemas.microsoft.com/office/drawing/2014/main" id="{1F16CE5B-42EC-EC1B-0A9B-C3D12B69C693}"/>
              </a:ext>
            </a:extLst>
          </p:cNvPr>
          <p:cNvSpPr txBox="1"/>
          <p:nvPr/>
        </p:nvSpPr>
        <p:spPr>
          <a:xfrm>
            <a:off x="0" y="5591801"/>
            <a:ext cx="11582400" cy="830997"/>
          </a:xfrm>
          <a:prstGeom prst="rect">
            <a:avLst/>
          </a:prstGeom>
          <a:noFill/>
        </p:spPr>
        <p:txBody>
          <a:bodyPr wrap="square" rtlCol="0">
            <a:spAutoFit/>
          </a:bodyPr>
          <a:lstStyle/>
          <a:p>
            <a:pPr algn="ctr"/>
            <a:r>
              <a:rPr kumimoji="1" lang="ja-JP" altLang="en-US" sz="2400" b="1" dirty="0"/>
              <a:t>テーブルデータにおける変数間の依存構造の関係を考慮した</a:t>
            </a:r>
            <a:endParaRPr kumimoji="1" lang="en-US" altLang="ja-JP" sz="2400" b="1" dirty="0"/>
          </a:p>
          <a:p>
            <a:pPr algn="ctr"/>
            <a:r>
              <a:rPr lang="ja-JP" altLang="en-US" sz="2400" b="1" dirty="0"/>
              <a:t>データ拡張のフレームワークの提案</a:t>
            </a:r>
            <a:endParaRPr kumimoji="1" lang="en-US" altLang="ja-JP" sz="2400" b="1" dirty="0"/>
          </a:p>
        </p:txBody>
      </p:sp>
      <p:sp>
        <p:nvSpPr>
          <p:cNvPr id="7" name="テキスト ボックス 6">
            <a:extLst>
              <a:ext uri="{FF2B5EF4-FFF2-40B4-BE49-F238E27FC236}">
                <a16:creationId xmlns:a16="http://schemas.microsoft.com/office/drawing/2014/main" id="{0826BC72-D495-6CD2-13A5-3135C4151587}"/>
              </a:ext>
            </a:extLst>
          </p:cNvPr>
          <p:cNvSpPr txBox="1"/>
          <p:nvPr/>
        </p:nvSpPr>
        <p:spPr>
          <a:xfrm>
            <a:off x="1473574" y="1182011"/>
            <a:ext cx="2903360" cy="523220"/>
          </a:xfrm>
          <a:prstGeom prst="rect">
            <a:avLst/>
          </a:prstGeom>
          <a:noFill/>
        </p:spPr>
        <p:txBody>
          <a:bodyPr wrap="none" rtlCol="0">
            <a:spAutoFit/>
          </a:bodyPr>
          <a:lstStyle/>
          <a:p>
            <a:pPr algn="ctr"/>
            <a:r>
              <a:rPr kumimoji="1" lang="ja-JP" altLang="en-US" sz="2800" b="1" dirty="0"/>
              <a:t>先行研究</a:t>
            </a:r>
            <a:r>
              <a:rPr kumimoji="1" lang="en-US" altLang="ja-JP" sz="2800" b="1" dirty="0"/>
              <a:t>1</a:t>
            </a:r>
            <a:r>
              <a:rPr kumimoji="1" lang="ja-JP" altLang="en-US" sz="2800" b="1" dirty="0"/>
              <a:t>の課題</a:t>
            </a:r>
          </a:p>
        </p:txBody>
      </p:sp>
      <p:sp>
        <p:nvSpPr>
          <p:cNvPr id="15" name="テキスト ボックス 14">
            <a:extLst>
              <a:ext uri="{FF2B5EF4-FFF2-40B4-BE49-F238E27FC236}">
                <a16:creationId xmlns:a16="http://schemas.microsoft.com/office/drawing/2014/main" id="{7B1F59F7-9074-B155-25D6-FF3D8F317D58}"/>
              </a:ext>
            </a:extLst>
          </p:cNvPr>
          <p:cNvSpPr txBox="1"/>
          <p:nvPr/>
        </p:nvSpPr>
        <p:spPr>
          <a:xfrm>
            <a:off x="7242423" y="1182011"/>
            <a:ext cx="3057247" cy="523220"/>
          </a:xfrm>
          <a:prstGeom prst="rect">
            <a:avLst/>
          </a:prstGeom>
          <a:noFill/>
        </p:spPr>
        <p:txBody>
          <a:bodyPr wrap="none" rtlCol="0">
            <a:spAutoFit/>
          </a:bodyPr>
          <a:lstStyle/>
          <a:p>
            <a:pPr algn="ctr"/>
            <a:r>
              <a:rPr kumimoji="1" lang="ja-JP" altLang="en-US" sz="2800" b="1" dirty="0"/>
              <a:t>先行研究</a:t>
            </a:r>
            <a:r>
              <a:rPr lang="ja-JP" altLang="en-US" sz="2800" b="1" dirty="0"/>
              <a:t>２の課題</a:t>
            </a:r>
            <a:endParaRPr kumimoji="1" lang="ja-JP" altLang="en-US" sz="2800" b="1" dirty="0"/>
          </a:p>
        </p:txBody>
      </p:sp>
      <p:sp>
        <p:nvSpPr>
          <p:cNvPr id="16" name="テキスト ボックス 15">
            <a:extLst>
              <a:ext uri="{FF2B5EF4-FFF2-40B4-BE49-F238E27FC236}">
                <a16:creationId xmlns:a16="http://schemas.microsoft.com/office/drawing/2014/main" id="{FC2B04AB-F4F3-25C0-0A54-D99A699E05CF}"/>
              </a:ext>
            </a:extLst>
          </p:cNvPr>
          <p:cNvSpPr txBox="1"/>
          <p:nvPr/>
        </p:nvSpPr>
        <p:spPr>
          <a:xfrm>
            <a:off x="705650" y="1922737"/>
            <a:ext cx="3005951" cy="430887"/>
          </a:xfrm>
          <a:prstGeom prst="rect">
            <a:avLst/>
          </a:prstGeom>
          <a:noFill/>
        </p:spPr>
        <p:txBody>
          <a:bodyPr wrap="none" rtlCol="0">
            <a:spAutoFit/>
          </a:bodyPr>
          <a:lstStyle/>
          <a:p>
            <a:r>
              <a:rPr lang="ja-JP" altLang="en-US" sz="2200" b="1">
                <a:solidFill>
                  <a:srgbClr val="FF0000"/>
                </a:solidFill>
              </a:rPr>
              <a:t>論理崩壊</a:t>
            </a:r>
            <a:r>
              <a:rPr kumimoji="1" lang="ja-JP" altLang="en-US" sz="2200" b="1">
                <a:solidFill>
                  <a:srgbClr val="FF0000"/>
                </a:solidFill>
              </a:rPr>
              <a:t>データ</a:t>
            </a:r>
            <a:r>
              <a:rPr kumimoji="1" lang="ja-JP" altLang="en-US" sz="2200" b="1" dirty="0">
                <a:solidFill>
                  <a:srgbClr val="FF0000"/>
                </a:solidFill>
              </a:rPr>
              <a:t>の生成</a:t>
            </a:r>
          </a:p>
        </p:txBody>
      </p:sp>
      <p:sp>
        <p:nvSpPr>
          <p:cNvPr id="18" name="テキスト ボックス 17">
            <a:extLst>
              <a:ext uri="{FF2B5EF4-FFF2-40B4-BE49-F238E27FC236}">
                <a16:creationId xmlns:a16="http://schemas.microsoft.com/office/drawing/2014/main" id="{0859DBBD-BC15-618F-04AF-82E394234996}"/>
              </a:ext>
            </a:extLst>
          </p:cNvPr>
          <p:cNvSpPr txBox="1"/>
          <p:nvPr/>
        </p:nvSpPr>
        <p:spPr>
          <a:xfrm>
            <a:off x="705650" y="2539147"/>
            <a:ext cx="4699169" cy="1323439"/>
          </a:xfrm>
          <a:prstGeom prst="rect">
            <a:avLst/>
          </a:prstGeom>
          <a:noFill/>
        </p:spPr>
        <p:txBody>
          <a:bodyPr wrap="square" rtlCol="0">
            <a:spAutoFit/>
          </a:bodyPr>
          <a:lstStyle/>
          <a:p>
            <a:pPr marL="285750" indent="-285750">
              <a:buFont typeface="Arial" panose="020B0604020202020204" pitchFamily="34" charset="0"/>
              <a:buChar char="•"/>
            </a:pPr>
            <a:r>
              <a:rPr lang="ja-JP" altLang="en-US" sz="2000" dirty="0">
                <a:latin typeface="Noto Sans JP"/>
              </a:rPr>
              <a:t>全体から無作為に値を抽出して補完するため</a:t>
            </a:r>
            <a:endParaRPr lang="en-US" altLang="ja-JP" sz="2000" dirty="0">
              <a:latin typeface="Noto Sans JP"/>
            </a:endParaRPr>
          </a:p>
          <a:p>
            <a:pPr marL="285750" indent="-285750">
              <a:buFont typeface="Arial" panose="020B0604020202020204" pitchFamily="34" charset="0"/>
              <a:buChar char="•"/>
            </a:pPr>
            <a:r>
              <a:rPr lang="ja-JP" altLang="en-US" sz="2000" dirty="0">
                <a:latin typeface="Noto Sans JP"/>
              </a:rPr>
              <a:t>変数間の相関構造が無視され、非現実的な拡張データが生成される</a:t>
            </a:r>
          </a:p>
        </p:txBody>
      </p:sp>
      <p:sp>
        <p:nvSpPr>
          <p:cNvPr id="19" name="テキスト ボックス 18">
            <a:extLst>
              <a:ext uri="{FF2B5EF4-FFF2-40B4-BE49-F238E27FC236}">
                <a16:creationId xmlns:a16="http://schemas.microsoft.com/office/drawing/2014/main" id="{CA674223-1B0B-F1BE-7AFD-739A90A422E2}"/>
              </a:ext>
            </a:extLst>
          </p:cNvPr>
          <p:cNvSpPr txBox="1"/>
          <p:nvPr/>
        </p:nvSpPr>
        <p:spPr>
          <a:xfrm>
            <a:off x="640374" y="4108807"/>
            <a:ext cx="5274201" cy="400110"/>
          </a:xfrm>
          <a:prstGeom prst="rect">
            <a:avLst/>
          </a:prstGeom>
          <a:noFill/>
        </p:spPr>
        <p:txBody>
          <a:bodyPr wrap="square" rtlCol="0">
            <a:spAutoFit/>
          </a:bodyPr>
          <a:lstStyle/>
          <a:p>
            <a:r>
              <a:rPr lang="ja-JP" altLang="en-US" sz="2000" dirty="0">
                <a:latin typeface="Noto Sans JP"/>
              </a:rPr>
              <a:t>結果として、モデルの</a:t>
            </a:r>
            <a:r>
              <a:rPr lang="ja-JP" altLang="en-US" sz="2000" b="1" dirty="0">
                <a:latin typeface="Noto Sans JP"/>
              </a:rPr>
              <a:t>表現学習が阻害</a:t>
            </a:r>
            <a:r>
              <a:rPr lang="ja-JP" altLang="en-US" sz="2000" dirty="0">
                <a:latin typeface="Noto Sans JP"/>
              </a:rPr>
              <a:t>される</a:t>
            </a:r>
            <a:endParaRPr kumimoji="1" lang="ja-JP" altLang="en-US" sz="2000" dirty="0"/>
          </a:p>
        </p:txBody>
      </p:sp>
      <p:sp>
        <p:nvSpPr>
          <p:cNvPr id="26" name="テキスト ボックス 25">
            <a:extLst>
              <a:ext uri="{FF2B5EF4-FFF2-40B4-BE49-F238E27FC236}">
                <a16:creationId xmlns:a16="http://schemas.microsoft.com/office/drawing/2014/main" id="{2DD97516-CB1B-7382-C902-6B6E51371275}"/>
              </a:ext>
            </a:extLst>
          </p:cNvPr>
          <p:cNvSpPr txBox="1"/>
          <p:nvPr/>
        </p:nvSpPr>
        <p:spPr>
          <a:xfrm>
            <a:off x="6426746" y="1922737"/>
            <a:ext cx="2723823" cy="430887"/>
          </a:xfrm>
          <a:prstGeom prst="rect">
            <a:avLst/>
          </a:prstGeom>
          <a:noFill/>
        </p:spPr>
        <p:txBody>
          <a:bodyPr wrap="none" rtlCol="0">
            <a:spAutoFit/>
          </a:bodyPr>
          <a:lstStyle/>
          <a:p>
            <a:r>
              <a:rPr kumimoji="1" lang="ja-JP" altLang="en-US" sz="2200" b="1" dirty="0">
                <a:solidFill>
                  <a:srgbClr val="FF0000"/>
                </a:solidFill>
              </a:rPr>
              <a:t>確証バイアスの増幅</a:t>
            </a:r>
          </a:p>
        </p:txBody>
      </p:sp>
      <p:sp>
        <p:nvSpPr>
          <p:cNvPr id="28" name="テキスト ボックス 27">
            <a:extLst>
              <a:ext uri="{FF2B5EF4-FFF2-40B4-BE49-F238E27FC236}">
                <a16:creationId xmlns:a16="http://schemas.microsoft.com/office/drawing/2014/main" id="{30AA8FBC-6F9C-18AC-AA86-DE76F9D81985}"/>
              </a:ext>
            </a:extLst>
          </p:cNvPr>
          <p:cNvSpPr txBox="1"/>
          <p:nvPr/>
        </p:nvSpPr>
        <p:spPr>
          <a:xfrm>
            <a:off x="6262154" y="2539147"/>
            <a:ext cx="4699169" cy="1938992"/>
          </a:xfrm>
          <a:prstGeom prst="rect">
            <a:avLst/>
          </a:prstGeom>
          <a:noFill/>
        </p:spPr>
        <p:txBody>
          <a:bodyPr wrap="square" rtlCol="0">
            <a:spAutoFit/>
          </a:bodyPr>
          <a:lstStyle/>
          <a:p>
            <a:pPr marL="285750" indent="-285750">
              <a:buFont typeface="Arial" panose="020B0604020202020204" pitchFamily="34" charset="0"/>
              <a:buChar char="•"/>
            </a:pPr>
            <a:r>
              <a:rPr lang="ja-JP" altLang="en-US" sz="2000" dirty="0">
                <a:latin typeface="Noto Sans JP"/>
              </a:rPr>
              <a:t>文脈を維持するために疑似ラベルに依存する</a:t>
            </a:r>
            <a:endParaRPr lang="en-US" altLang="ja-JP" sz="2000" dirty="0">
              <a:latin typeface="Noto Sans JP"/>
            </a:endParaRPr>
          </a:p>
          <a:p>
            <a:pPr marL="285750" indent="-285750">
              <a:buFont typeface="Arial" panose="020B0604020202020204" pitchFamily="34" charset="0"/>
              <a:buChar char="•"/>
            </a:pPr>
            <a:r>
              <a:rPr lang="ja-JP" altLang="en-US" sz="2000" dirty="0">
                <a:latin typeface="Noto Sans JP"/>
              </a:rPr>
              <a:t>初期の疑似ラベルを前提としてデータ拡張を行うため，疑似ラベルが誤っていた場合，ノイズが不可逆的に増幅する</a:t>
            </a:r>
          </a:p>
        </p:txBody>
      </p:sp>
      <p:sp>
        <p:nvSpPr>
          <p:cNvPr id="5" name="大かっこ 4">
            <a:extLst>
              <a:ext uri="{FF2B5EF4-FFF2-40B4-BE49-F238E27FC236}">
                <a16:creationId xmlns:a16="http://schemas.microsoft.com/office/drawing/2014/main" id="{F2AE2612-4035-2F70-317B-D91D24785F7B}"/>
              </a:ext>
            </a:extLst>
          </p:cNvPr>
          <p:cNvSpPr/>
          <p:nvPr/>
        </p:nvSpPr>
        <p:spPr>
          <a:xfrm>
            <a:off x="440871" y="1224643"/>
            <a:ext cx="5552932" cy="3963752"/>
          </a:xfrm>
          <a:prstGeom prst="bracketPair">
            <a:avLst/>
          </a:prstGeom>
        </p:spPr>
        <p:style>
          <a:lnRef idx="2">
            <a:schemeClr val="dk1"/>
          </a:lnRef>
          <a:fillRef idx="0">
            <a:schemeClr val="dk1"/>
          </a:fillRef>
          <a:effectRef idx="1">
            <a:schemeClr val="dk1"/>
          </a:effectRef>
          <a:fontRef idx="minor">
            <a:schemeClr val="tx1"/>
          </a:fontRef>
        </p:style>
        <p:txBody>
          <a:bodyPr rtlCol="0" anchor="ctr"/>
          <a:lstStyle/>
          <a:p>
            <a:pPr algn="ctr"/>
            <a:endParaRPr kumimoji="1" lang="ja-JP" altLang="en-US"/>
          </a:p>
        </p:txBody>
      </p:sp>
      <p:sp>
        <p:nvSpPr>
          <p:cNvPr id="8" name="大かっこ 7">
            <a:extLst>
              <a:ext uri="{FF2B5EF4-FFF2-40B4-BE49-F238E27FC236}">
                <a16:creationId xmlns:a16="http://schemas.microsoft.com/office/drawing/2014/main" id="{5CABC38F-2B08-F14D-FFC8-025F448EFCA5}"/>
              </a:ext>
            </a:extLst>
          </p:cNvPr>
          <p:cNvSpPr/>
          <p:nvPr/>
        </p:nvSpPr>
        <p:spPr>
          <a:xfrm>
            <a:off x="6223907" y="1224643"/>
            <a:ext cx="5324383" cy="3963752"/>
          </a:xfrm>
          <a:prstGeom prst="bracketPair">
            <a:avLst/>
          </a:prstGeom>
        </p:spPr>
        <p:style>
          <a:lnRef idx="2">
            <a:schemeClr val="dk1"/>
          </a:lnRef>
          <a:fillRef idx="0">
            <a:schemeClr val="dk1"/>
          </a:fillRef>
          <a:effectRef idx="1">
            <a:schemeClr val="dk1"/>
          </a:effectRef>
          <a:fontRef idx="minor">
            <a:schemeClr val="tx1"/>
          </a:fontRef>
        </p:style>
        <p:txBody>
          <a:bodyPr rtlCol="0" anchor="ctr"/>
          <a:lstStyle/>
          <a:p>
            <a:pPr algn="ctr"/>
            <a:endParaRPr kumimoji="1" lang="ja-JP" altLang="en-US"/>
          </a:p>
        </p:txBody>
      </p:sp>
    </p:spTree>
    <p:extLst>
      <p:ext uri="{BB962C8B-B14F-4D97-AF65-F5344CB8AC3E}">
        <p14:creationId xmlns:p14="http://schemas.microsoft.com/office/powerpoint/2010/main" val="9027457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3187AF-53A6-3316-EC1F-7F307167AFCD}"/>
              </a:ext>
            </a:extLst>
          </p:cNvPr>
          <p:cNvSpPr>
            <a:spLocks noGrp="1"/>
          </p:cNvSpPr>
          <p:nvPr>
            <p:ph type="title"/>
          </p:nvPr>
        </p:nvSpPr>
        <p:spPr/>
        <p:txBody>
          <a:bodyPr/>
          <a:lstStyle/>
          <a:p>
            <a:r>
              <a:rPr kumimoji="1" lang="ja-JP" altLang="en-US" dirty="0"/>
              <a:t>本研究の問題設定</a:t>
            </a:r>
          </a:p>
        </p:txBody>
      </p:sp>
      <p:sp>
        <p:nvSpPr>
          <p:cNvPr id="3" name="スライド番号プレースホルダー 2">
            <a:extLst>
              <a:ext uri="{FF2B5EF4-FFF2-40B4-BE49-F238E27FC236}">
                <a16:creationId xmlns:a16="http://schemas.microsoft.com/office/drawing/2014/main" id="{B85F5972-9626-08DA-B543-E0A610967DB0}"/>
              </a:ext>
            </a:extLst>
          </p:cNvPr>
          <p:cNvSpPr>
            <a:spLocks noGrp="1"/>
          </p:cNvSpPr>
          <p:nvPr>
            <p:ph type="sldNum" sz="quarter" idx="12"/>
          </p:nvPr>
        </p:nvSpPr>
        <p:spPr/>
        <p:txBody>
          <a:bodyPr/>
          <a:lstStyle/>
          <a:p>
            <a:fld id="{766CFED1-DF6F-7E4C-BB21-72E6FAF4BC7E}" type="slidenum">
              <a:rPr kumimoji="1" lang="ja-JP" altLang="en-US" smtClean="0"/>
              <a:t>4</a:t>
            </a:fld>
            <a:endParaRPr kumimoji="1" lang="ja-JP" altLang="en-US"/>
          </a:p>
        </p:txBody>
      </p:sp>
      <p:sp>
        <p:nvSpPr>
          <p:cNvPr id="7" name="Text 3">
            <a:extLst>
              <a:ext uri="{FF2B5EF4-FFF2-40B4-BE49-F238E27FC236}">
                <a16:creationId xmlns:a16="http://schemas.microsoft.com/office/drawing/2014/main" id="{F3348926-0FE9-A399-7042-C2D175309576}"/>
              </a:ext>
            </a:extLst>
          </p:cNvPr>
          <p:cNvSpPr/>
          <p:nvPr/>
        </p:nvSpPr>
        <p:spPr>
          <a:xfrm>
            <a:off x="548640" y="1138647"/>
            <a:ext cx="11064240" cy="365760"/>
          </a:xfrm>
          <a:prstGeom prst="rect">
            <a:avLst/>
          </a:prstGeom>
          <a:noFill/>
          <a:ln/>
        </p:spPr>
        <p:txBody>
          <a:bodyPr wrap="square" lIns="0" tIns="0" rIns="0" bIns="0" rtlCol="0" anchor="ctr"/>
          <a:lstStyle/>
          <a:p>
            <a:pPr marL="0" indent="0">
              <a:buNone/>
            </a:pPr>
            <a:r>
              <a:rPr lang="ja-JP" altLang="en-US" sz="2400" b="1" dirty="0">
                <a:ea typeface="Yu Gothic" pitchFamily="34" charset="-122"/>
                <a:cs typeface="Yu Gothic" pitchFamily="34" charset="-120"/>
              </a:rPr>
              <a:t>現実の変数間の関係は、相関係数だけでは正しく捉えきれない</a:t>
            </a:r>
            <a:endParaRPr lang="en-US" altLang="ja-JP" sz="2400" b="1" dirty="0"/>
          </a:p>
        </p:txBody>
      </p:sp>
      <p:sp>
        <p:nvSpPr>
          <p:cNvPr id="9" name="Shape 4">
            <a:extLst>
              <a:ext uri="{FF2B5EF4-FFF2-40B4-BE49-F238E27FC236}">
                <a16:creationId xmlns:a16="http://schemas.microsoft.com/office/drawing/2014/main" id="{030E7663-C61D-E2C0-FE6E-115427E604B9}"/>
              </a:ext>
            </a:extLst>
          </p:cNvPr>
          <p:cNvSpPr/>
          <p:nvPr/>
        </p:nvSpPr>
        <p:spPr>
          <a:xfrm>
            <a:off x="548640" y="1641567"/>
            <a:ext cx="3429000" cy="2331720"/>
          </a:xfrm>
          <a:prstGeom prst="roundRect">
            <a:avLst>
              <a:gd name="adj" fmla="val 2353"/>
            </a:avLst>
          </a:prstGeom>
          <a:solidFill>
            <a:srgbClr val="F3F6F8"/>
          </a:solidFill>
          <a:ln w="12700">
            <a:solidFill>
              <a:srgbClr val="E2E8EE"/>
            </a:solidFill>
            <a:prstDash val="solid"/>
          </a:ln>
        </p:spPr>
        <p:txBody>
          <a:bodyPr/>
          <a:lstStyle/>
          <a:p>
            <a:endParaRPr lang="ja-JP" altLang="en-US"/>
          </a:p>
        </p:txBody>
      </p:sp>
      <p:sp>
        <p:nvSpPr>
          <p:cNvPr id="11" name="Text 5">
            <a:extLst>
              <a:ext uri="{FF2B5EF4-FFF2-40B4-BE49-F238E27FC236}">
                <a16:creationId xmlns:a16="http://schemas.microsoft.com/office/drawing/2014/main" id="{CEADEBED-445C-DE66-6919-79CFE9CDC224}"/>
              </a:ext>
            </a:extLst>
          </p:cNvPr>
          <p:cNvSpPr/>
          <p:nvPr/>
        </p:nvSpPr>
        <p:spPr>
          <a:xfrm>
            <a:off x="777240" y="1778727"/>
            <a:ext cx="2971800" cy="365760"/>
          </a:xfrm>
          <a:prstGeom prst="rect">
            <a:avLst/>
          </a:prstGeom>
          <a:noFill/>
          <a:ln/>
        </p:spPr>
        <p:txBody>
          <a:bodyPr wrap="square" lIns="0" tIns="0" rIns="0" bIns="0" rtlCol="0" anchor="ctr"/>
          <a:lstStyle/>
          <a:p>
            <a:pPr marL="0" indent="0">
              <a:buNone/>
            </a:pPr>
            <a:r>
              <a:rPr lang="en-US" altLang="ja-JP" sz="2000" b="1" dirty="0">
                <a:solidFill>
                  <a:srgbClr val="1F2933"/>
                </a:solidFill>
                <a:ea typeface="Yu Gothic" pitchFamily="34" charset="-122"/>
                <a:cs typeface="Yu Gothic" pitchFamily="34" charset="-120"/>
              </a:rPr>
              <a:t>① </a:t>
            </a:r>
            <a:r>
              <a:rPr lang="ja-JP" altLang="en-US" sz="2000" b="1" dirty="0">
                <a:solidFill>
                  <a:srgbClr val="1F2933"/>
                </a:solidFill>
                <a:ea typeface="Yu Gothic" pitchFamily="34" charset="-122"/>
                <a:cs typeface="Yu Gothic" pitchFamily="34" charset="-120"/>
              </a:rPr>
              <a:t>線形な関係</a:t>
            </a:r>
            <a:endParaRPr lang="en-US" altLang="ja-JP" sz="2000" dirty="0"/>
          </a:p>
        </p:txBody>
      </p:sp>
      <p:sp>
        <p:nvSpPr>
          <p:cNvPr id="13" name="Shape 6">
            <a:extLst>
              <a:ext uri="{FF2B5EF4-FFF2-40B4-BE49-F238E27FC236}">
                <a16:creationId xmlns:a16="http://schemas.microsoft.com/office/drawing/2014/main" id="{FAC6ACD9-0225-D77D-4846-12BC32A9DADA}"/>
              </a:ext>
            </a:extLst>
          </p:cNvPr>
          <p:cNvSpPr/>
          <p:nvPr/>
        </p:nvSpPr>
        <p:spPr>
          <a:xfrm>
            <a:off x="868680" y="2235927"/>
            <a:ext cx="0" cy="1143000"/>
          </a:xfrm>
          <a:prstGeom prst="line">
            <a:avLst/>
          </a:prstGeom>
          <a:noFill/>
          <a:ln w="12700">
            <a:solidFill>
              <a:srgbClr val="B7C3CC"/>
            </a:solidFill>
            <a:prstDash val="solid"/>
          </a:ln>
        </p:spPr>
        <p:txBody>
          <a:bodyPr/>
          <a:lstStyle/>
          <a:p>
            <a:endParaRPr lang="ja-JP" altLang="en-US"/>
          </a:p>
        </p:txBody>
      </p:sp>
      <p:sp>
        <p:nvSpPr>
          <p:cNvPr id="15" name="Shape 7">
            <a:extLst>
              <a:ext uri="{FF2B5EF4-FFF2-40B4-BE49-F238E27FC236}">
                <a16:creationId xmlns:a16="http://schemas.microsoft.com/office/drawing/2014/main" id="{0AA9A61F-8DE9-C38F-B67C-9E799A7DEBAA}"/>
              </a:ext>
            </a:extLst>
          </p:cNvPr>
          <p:cNvSpPr/>
          <p:nvPr/>
        </p:nvSpPr>
        <p:spPr>
          <a:xfrm>
            <a:off x="868680" y="3378927"/>
            <a:ext cx="2788920" cy="0"/>
          </a:xfrm>
          <a:prstGeom prst="line">
            <a:avLst/>
          </a:prstGeom>
          <a:noFill/>
          <a:ln w="12700">
            <a:solidFill>
              <a:srgbClr val="B7C3CC"/>
            </a:solidFill>
            <a:prstDash val="solid"/>
          </a:ln>
        </p:spPr>
        <p:txBody>
          <a:bodyPr/>
          <a:lstStyle/>
          <a:p>
            <a:endParaRPr lang="ja-JP" altLang="en-US"/>
          </a:p>
        </p:txBody>
      </p:sp>
      <p:sp>
        <p:nvSpPr>
          <p:cNvPr id="17" name="Shape 8">
            <a:extLst>
              <a:ext uri="{FF2B5EF4-FFF2-40B4-BE49-F238E27FC236}">
                <a16:creationId xmlns:a16="http://schemas.microsoft.com/office/drawing/2014/main" id="{F6C52A1B-D0F7-664E-F007-2629F51849E9}"/>
              </a:ext>
            </a:extLst>
          </p:cNvPr>
          <p:cNvSpPr/>
          <p:nvPr/>
        </p:nvSpPr>
        <p:spPr>
          <a:xfrm>
            <a:off x="2513106" y="2695871"/>
            <a:ext cx="64008" cy="64008"/>
          </a:xfrm>
          <a:prstGeom prst="ellipse">
            <a:avLst/>
          </a:prstGeom>
          <a:solidFill>
            <a:srgbClr val="2B6777"/>
          </a:solidFill>
          <a:ln/>
        </p:spPr>
        <p:txBody>
          <a:bodyPr/>
          <a:lstStyle/>
          <a:p>
            <a:endParaRPr lang="ja-JP" altLang="en-US"/>
          </a:p>
        </p:txBody>
      </p:sp>
      <p:sp>
        <p:nvSpPr>
          <p:cNvPr id="19" name="Shape 9">
            <a:extLst>
              <a:ext uri="{FF2B5EF4-FFF2-40B4-BE49-F238E27FC236}">
                <a16:creationId xmlns:a16="http://schemas.microsoft.com/office/drawing/2014/main" id="{87827EB1-9FC2-00FC-E4AA-DAAC4F2B357A}"/>
              </a:ext>
            </a:extLst>
          </p:cNvPr>
          <p:cNvSpPr/>
          <p:nvPr/>
        </p:nvSpPr>
        <p:spPr>
          <a:xfrm>
            <a:off x="3214135" y="2442082"/>
            <a:ext cx="64008" cy="64008"/>
          </a:xfrm>
          <a:prstGeom prst="ellipse">
            <a:avLst/>
          </a:prstGeom>
          <a:solidFill>
            <a:srgbClr val="2B6777"/>
          </a:solidFill>
          <a:ln/>
        </p:spPr>
        <p:txBody>
          <a:bodyPr/>
          <a:lstStyle/>
          <a:p>
            <a:endParaRPr lang="ja-JP" altLang="en-US"/>
          </a:p>
        </p:txBody>
      </p:sp>
      <p:sp>
        <p:nvSpPr>
          <p:cNvPr id="21" name="Shape 10">
            <a:extLst>
              <a:ext uri="{FF2B5EF4-FFF2-40B4-BE49-F238E27FC236}">
                <a16:creationId xmlns:a16="http://schemas.microsoft.com/office/drawing/2014/main" id="{9DCF29B0-0EA8-BCE8-BF53-575D8B2C1DD0}"/>
              </a:ext>
            </a:extLst>
          </p:cNvPr>
          <p:cNvSpPr/>
          <p:nvPr/>
        </p:nvSpPr>
        <p:spPr>
          <a:xfrm>
            <a:off x="1324218" y="3053650"/>
            <a:ext cx="64008" cy="64008"/>
          </a:xfrm>
          <a:prstGeom prst="ellipse">
            <a:avLst/>
          </a:prstGeom>
          <a:solidFill>
            <a:srgbClr val="2B6777"/>
          </a:solidFill>
          <a:ln/>
        </p:spPr>
        <p:txBody>
          <a:bodyPr/>
          <a:lstStyle/>
          <a:p>
            <a:endParaRPr lang="ja-JP" altLang="en-US"/>
          </a:p>
        </p:txBody>
      </p:sp>
      <p:sp>
        <p:nvSpPr>
          <p:cNvPr id="23" name="Shape 11">
            <a:extLst>
              <a:ext uri="{FF2B5EF4-FFF2-40B4-BE49-F238E27FC236}">
                <a16:creationId xmlns:a16="http://schemas.microsoft.com/office/drawing/2014/main" id="{D66C204E-2AFD-11F2-C978-2D214F06702F}"/>
              </a:ext>
            </a:extLst>
          </p:cNvPr>
          <p:cNvSpPr/>
          <p:nvPr/>
        </p:nvSpPr>
        <p:spPr>
          <a:xfrm>
            <a:off x="1598687" y="2952454"/>
            <a:ext cx="64008" cy="64008"/>
          </a:xfrm>
          <a:prstGeom prst="ellipse">
            <a:avLst/>
          </a:prstGeom>
          <a:solidFill>
            <a:srgbClr val="2B6777"/>
          </a:solidFill>
          <a:ln/>
        </p:spPr>
        <p:txBody>
          <a:bodyPr/>
          <a:lstStyle/>
          <a:p>
            <a:endParaRPr lang="ja-JP" altLang="en-US"/>
          </a:p>
        </p:txBody>
      </p:sp>
      <p:sp>
        <p:nvSpPr>
          <p:cNvPr id="25" name="Shape 12">
            <a:extLst>
              <a:ext uri="{FF2B5EF4-FFF2-40B4-BE49-F238E27FC236}">
                <a16:creationId xmlns:a16="http://schemas.microsoft.com/office/drawing/2014/main" id="{CA3704B4-40F7-1D22-DB5C-AD84626772B2}"/>
              </a:ext>
            </a:extLst>
          </p:cNvPr>
          <p:cNvSpPr/>
          <p:nvPr/>
        </p:nvSpPr>
        <p:spPr>
          <a:xfrm>
            <a:off x="3250416" y="2462372"/>
            <a:ext cx="64008" cy="64008"/>
          </a:xfrm>
          <a:prstGeom prst="ellipse">
            <a:avLst/>
          </a:prstGeom>
          <a:solidFill>
            <a:srgbClr val="2B6777"/>
          </a:solidFill>
          <a:ln/>
        </p:spPr>
        <p:txBody>
          <a:bodyPr/>
          <a:lstStyle/>
          <a:p>
            <a:endParaRPr lang="ja-JP" altLang="en-US"/>
          </a:p>
        </p:txBody>
      </p:sp>
      <p:sp>
        <p:nvSpPr>
          <p:cNvPr id="27" name="Shape 13">
            <a:extLst>
              <a:ext uri="{FF2B5EF4-FFF2-40B4-BE49-F238E27FC236}">
                <a16:creationId xmlns:a16="http://schemas.microsoft.com/office/drawing/2014/main" id="{EF5485DC-FFC1-84DD-1652-81098EE7782D}"/>
              </a:ext>
            </a:extLst>
          </p:cNvPr>
          <p:cNvSpPr/>
          <p:nvPr/>
        </p:nvSpPr>
        <p:spPr>
          <a:xfrm>
            <a:off x="1533693" y="2931522"/>
            <a:ext cx="64008" cy="64008"/>
          </a:xfrm>
          <a:prstGeom prst="ellipse">
            <a:avLst/>
          </a:prstGeom>
          <a:solidFill>
            <a:srgbClr val="2B6777"/>
          </a:solidFill>
          <a:ln/>
        </p:spPr>
        <p:txBody>
          <a:bodyPr/>
          <a:lstStyle/>
          <a:p>
            <a:endParaRPr lang="ja-JP" altLang="en-US"/>
          </a:p>
        </p:txBody>
      </p:sp>
      <p:sp>
        <p:nvSpPr>
          <p:cNvPr id="29" name="Shape 14">
            <a:extLst>
              <a:ext uri="{FF2B5EF4-FFF2-40B4-BE49-F238E27FC236}">
                <a16:creationId xmlns:a16="http://schemas.microsoft.com/office/drawing/2014/main" id="{90E143BF-76A2-C6CF-8845-FDF31F5C0BD4}"/>
              </a:ext>
            </a:extLst>
          </p:cNvPr>
          <p:cNvSpPr/>
          <p:nvPr/>
        </p:nvSpPr>
        <p:spPr>
          <a:xfrm>
            <a:off x="2916478" y="2592839"/>
            <a:ext cx="64008" cy="64008"/>
          </a:xfrm>
          <a:prstGeom prst="ellipse">
            <a:avLst/>
          </a:prstGeom>
          <a:solidFill>
            <a:srgbClr val="2B6777"/>
          </a:solidFill>
          <a:ln/>
        </p:spPr>
        <p:txBody>
          <a:bodyPr/>
          <a:lstStyle/>
          <a:p>
            <a:endParaRPr lang="ja-JP" altLang="en-US"/>
          </a:p>
        </p:txBody>
      </p:sp>
      <p:sp>
        <p:nvSpPr>
          <p:cNvPr id="31" name="Shape 15">
            <a:extLst>
              <a:ext uri="{FF2B5EF4-FFF2-40B4-BE49-F238E27FC236}">
                <a16:creationId xmlns:a16="http://schemas.microsoft.com/office/drawing/2014/main" id="{D0DB5440-7263-D889-5F1E-9BF13004959A}"/>
              </a:ext>
            </a:extLst>
          </p:cNvPr>
          <p:cNvSpPr/>
          <p:nvPr/>
        </p:nvSpPr>
        <p:spPr>
          <a:xfrm>
            <a:off x="1386801" y="3038296"/>
            <a:ext cx="64008" cy="64008"/>
          </a:xfrm>
          <a:prstGeom prst="ellipse">
            <a:avLst/>
          </a:prstGeom>
          <a:solidFill>
            <a:srgbClr val="2B6777"/>
          </a:solidFill>
          <a:ln/>
        </p:spPr>
        <p:txBody>
          <a:bodyPr/>
          <a:lstStyle/>
          <a:p>
            <a:endParaRPr lang="ja-JP" altLang="en-US"/>
          </a:p>
        </p:txBody>
      </p:sp>
      <p:sp>
        <p:nvSpPr>
          <p:cNvPr id="33" name="Shape 16">
            <a:extLst>
              <a:ext uri="{FF2B5EF4-FFF2-40B4-BE49-F238E27FC236}">
                <a16:creationId xmlns:a16="http://schemas.microsoft.com/office/drawing/2014/main" id="{D53E92F7-AB33-DEE9-F7E1-683D6AD2D636}"/>
              </a:ext>
            </a:extLst>
          </p:cNvPr>
          <p:cNvSpPr/>
          <p:nvPr/>
        </p:nvSpPr>
        <p:spPr>
          <a:xfrm>
            <a:off x="2751582" y="2595615"/>
            <a:ext cx="64008" cy="64008"/>
          </a:xfrm>
          <a:prstGeom prst="ellipse">
            <a:avLst/>
          </a:prstGeom>
          <a:solidFill>
            <a:srgbClr val="2B6777"/>
          </a:solidFill>
          <a:ln/>
        </p:spPr>
        <p:txBody>
          <a:bodyPr/>
          <a:lstStyle/>
          <a:p>
            <a:endParaRPr lang="ja-JP" altLang="en-US"/>
          </a:p>
        </p:txBody>
      </p:sp>
      <p:sp>
        <p:nvSpPr>
          <p:cNvPr id="35" name="Shape 17">
            <a:extLst>
              <a:ext uri="{FF2B5EF4-FFF2-40B4-BE49-F238E27FC236}">
                <a16:creationId xmlns:a16="http://schemas.microsoft.com/office/drawing/2014/main" id="{C083815D-A7BE-CA03-2010-A0C1F72C4E7B}"/>
              </a:ext>
            </a:extLst>
          </p:cNvPr>
          <p:cNvSpPr/>
          <p:nvPr/>
        </p:nvSpPr>
        <p:spPr>
          <a:xfrm>
            <a:off x="847394" y="3211100"/>
            <a:ext cx="64008" cy="64008"/>
          </a:xfrm>
          <a:prstGeom prst="ellipse">
            <a:avLst/>
          </a:prstGeom>
          <a:solidFill>
            <a:srgbClr val="2B6777"/>
          </a:solidFill>
          <a:ln/>
        </p:spPr>
        <p:txBody>
          <a:bodyPr/>
          <a:lstStyle/>
          <a:p>
            <a:endParaRPr lang="ja-JP" altLang="en-US"/>
          </a:p>
        </p:txBody>
      </p:sp>
      <p:sp>
        <p:nvSpPr>
          <p:cNvPr id="37" name="Shape 18">
            <a:extLst>
              <a:ext uri="{FF2B5EF4-FFF2-40B4-BE49-F238E27FC236}">
                <a16:creationId xmlns:a16="http://schemas.microsoft.com/office/drawing/2014/main" id="{8A4B08E7-54E6-32C9-3CEE-D1DB2BB85460}"/>
              </a:ext>
            </a:extLst>
          </p:cNvPr>
          <p:cNvSpPr/>
          <p:nvPr/>
        </p:nvSpPr>
        <p:spPr>
          <a:xfrm>
            <a:off x="3171943" y="2554200"/>
            <a:ext cx="64008" cy="64008"/>
          </a:xfrm>
          <a:prstGeom prst="ellipse">
            <a:avLst/>
          </a:prstGeom>
          <a:solidFill>
            <a:srgbClr val="2B6777"/>
          </a:solidFill>
          <a:ln/>
        </p:spPr>
        <p:txBody>
          <a:bodyPr/>
          <a:lstStyle/>
          <a:p>
            <a:endParaRPr lang="ja-JP" altLang="en-US"/>
          </a:p>
        </p:txBody>
      </p:sp>
      <p:sp>
        <p:nvSpPr>
          <p:cNvPr id="39" name="Shape 19">
            <a:extLst>
              <a:ext uri="{FF2B5EF4-FFF2-40B4-BE49-F238E27FC236}">
                <a16:creationId xmlns:a16="http://schemas.microsoft.com/office/drawing/2014/main" id="{65308202-BDBD-4290-AC97-8685CC913BD1}"/>
              </a:ext>
            </a:extLst>
          </p:cNvPr>
          <p:cNvSpPr/>
          <p:nvPr/>
        </p:nvSpPr>
        <p:spPr>
          <a:xfrm>
            <a:off x="2488620" y="2770186"/>
            <a:ext cx="64008" cy="64008"/>
          </a:xfrm>
          <a:prstGeom prst="ellipse">
            <a:avLst/>
          </a:prstGeom>
          <a:solidFill>
            <a:srgbClr val="2B6777"/>
          </a:solidFill>
          <a:ln/>
        </p:spPr>
        <p:txBody>
          <a:bodyPr/>
          <a:lstStyle/>
          <a:p>
            <a:endParaRPr lang="ja-JP" altLang="en-US"/>
          </a:p>
        </p:txBody>
      </p:sp>
      <p:sp>
        <p:nvSpPr>
          <p:cNvPr id="41" name="Shape 20">
            <a:extLst>
              <a:ext uri="{FF2B5EF4-FFF2-40B4-BE49-F238E27FC236}">
                <a16:creationId xmlns:a16="http://schemas.microsoft.com/office/drawing/2014/main" id="{BAF721E4-4CE6-973E-80CB-D8D8C53EF0E8}"/>
              </a:ext>
            </a:extLst>
          </p:cNvPr>
          <p:cNvSpPr/>
          <p:nvPr/>
        </p:nvSpPr>
        <p:spPr>
          <a:xfrm>
            <a:off x="1581195" y="3047987"/>
            <a:ext cx="64008" cy="64008"/>
          </a:xfrm>
          <a:prstGeom prst="ellipse">
            <a:avLst/>
          </a:prstGeom>
          <a:solidFill>
            <a:srgbClr val="2B6777"/>
          </a:solidFill>
          <a:ln/>
        </p:spPr>
        <p:txBody>
          <a:bodyPr/>
          <a:lstStyle/>
          <a:p>
            <a:endParaRPr lang="ja-JP" altLang="en-US"/>
          </a:p>
        </p:txBody>
      </p:sp>
      <p:sp>
        <p:nvSpPr>
          <p:cNvPr id="43" name="Shape 21">
            <a:extLst>
              <a:ext uri="{FF2B5EF4-FFF2-40B4-BE49-F238E27FC236}">
                <a16:creationId xmlns:a16="http://schemas.microsoft.com/office/drawing/2014/main" id="{84F4D359-0F4A-41F0-4E50-3FC1FF19F016}"/>
              </a:ext>
            </a:extLst>
          </p:cNvPr>
          <p:cNvSpPr/>
          <p:nvPr/>
        </p:nvSpPr>
        <p:spPr>
          <a:xfrm>
            <a:off x="1354548" y="3003085"/>
            <a:ext cx="64008" cy="64008"/>
          </a:xfrm>
          <a:prstGeom prst="ellipse">
            <a:avLst/>
          </a:prstGeom>
          <a:solidFill>
            <a:srgbClr val="2B6777"/>
          </a:solidFill>
          <a:ln/>
        </p:spPr>
        <p:txBody>
          <a:bodyPr/>
          <a:lstStyle/>
          <a:p>
            <a:endParaRPr lang="ja-JP" altLang="en-US"/>
          </a:p>
        </p:txBody>
      </p:sp>
      <p:sp>
        <p:nvSpPr>
          <p:cNvPr id="45" name="Shape 22">
            <a:extLst>
              <a:ext uri="{FF2B5EF4-FFF2-40B4-BE49-F238E27FC236}">
                <a16:creationId xmlns:a16="http://schemas.microsoft.com/office/drawing/2014/main" id="{B3B90A0A-CCA7-8B43-3465-615D76D53F40}"/>
              </a:ext>
            </a:extLst>
          </p:cNvPr>
          <p:cNvSpPr/>
          <p:nvPr/>
        </p:nvSpPr>
        <p:spPr>
          <a:xfrm>
            <a:off x="2315740" y="2824741"/>
            <a:ext cx="64008" cy="64008"/>
          </a:xfrm>
          <a:prstGeom prst="ellipse">
            <a:avLst/>
          </a:prstGeom>
          <a:solidFill>
            <a:srgbClr val="2B6777"/>
          </a:solidFill>
          <a:ln/>
        </p:spPr>
        <p:txBody>
          <a:bodyPr/>
          <a:lstStyle/>
          <a:p>
            <a:endParaRPr lang="ja-JP" altLang="en-US"/>
          </a:p>
        </p:txBody>
      </p:sp>
      <p:sp>
        <p:nvSpPr>
          <p:cNvPr id="47" name="Shape 23">
            <a:extLst>
              <a:ext uri="{FF2B5EF4-FFF2-40B4-BE49-F238E27FC236}">
                <a16:creationId xmlns:a16="http://schemas.microsoft.com/office/drawing/2014/main" id="{F93AD925-15A2-6B93-0CB7-8560D80C3E5D}"/>
              </a:ext>
            </a:extLst>
          </p:cNvPr>
          <p:cNvSpPr/>
          <p:nvPr/>
        </p:nvSpPr>
        <p:spPr>
          <a:xfrm>
            <a:off x="1319174" y="3004640"/>
            <a:ext cx="64008" cy="64008"/>
          </a:xfrm>
          <a:prstGeom prst="ellipse">
            <a:avLst/>
          </a:prstGeom>
          <a:solidFill>
            <a:srgbClr val="2B6777"/>
          </a:solidFill>
          <a:ln/>
        </p:spPr>
        <p:txBody>
          <a:bodyPr/>
          <a:lstStyle/>
          <a:p>
            <a:endParaRPr lang="ja-JP" altLang="en-US"/>
          </a:p>
        </p:txBody>
      </p:sp>
      <p:sp>
        <p:nvSpPr>
          <p:cNvPr id="49" name="Shape 24">
            <a:extLst>
              <a:ext uri="{FF2B5EF4-FFF2-40B4-BE49-F238E27FC236}">
                <a16:creationId xmlns:a16="http://schemas.microsoft.com/office/drawing/2014/main" id="{207576F2-67E2-B00A-A221-5A1C2330CE1D}"/>
              </a:ext>
            </a:extLst>
          </p:cNvPr>
          <p:cNvSpPr/>
          <p:nvPr/>
        </p:nvSpPr>
        <p:spPr>
          <a:xfrm>
            <a:off x="2196944" y="2736623"/>
            <a:ext cx="64008" cy="64008"/>
          </a:xfrm>
          <a:prstGeom prst="ellipse">
            <a:avLst/>
          </a:prstGeom>
          <a:solidFill>
            <a:srgbClr val="2B6777"/>
          </a:solidFill>
          <a:ln/>
        </p:spPr>
        <p:txBody>
          <a:bodyPr/>
          <a:lstStyle/>
          <a:p>
            <a:endParaRPr lang="ja-JP" altLang="en-US"/>
          </a:p>
        </p:txBody>
      </p:sp>
      <p:sp>
        <p:nvSpPr>
          <p:cNvPr id="51" name="Shape 25">
            <a:extLst>
              <a:ext uri="{FF2B5EF4-FFF2-40B4-BE49-F238E27FC236}">
                <a16:creationId xmlns:a16="http://schemas.microsoft.com/office/drawing/2014/main" id="{5B984C9F-B969-2057-229F-2C98857E989A}"/>
              </a:ext>
            </a:extLst>
          </p:cNvPr>
          <p:cNvSpPr/>
          <p:nvPr/>
        </p:nvSpPr>
        <p:spPr>
          <a:xfrm>
            <a:off x="1727629" y="2940271"/>
            <a:ext cx="64008" cy="64008"/>
          </a:xfrm>
          <a:prstGeom prst="ellipse">
            <a:avLst/>
          </a:prstGeom>
          <a:solidFill>
            <a:srgbClr val="2B6777"/>
          </a:solidFill>
          <a:ln/>
        </p:spPr>
        <p:txBody>
          <a:bodyPr/>
          <a:lstStyle/>
          <a:p>
            <a:endParaRPr lang="ja-JP" altLang="en-US"/>
          </a:p>
        </p:txBody>
      </p:sp>
      <p:sp>
        <p:nvSpPr>
          <p:cNvPr id="53" name="Shape 26">
            <a:extLst>
              <a:ext uri="{FF2B5EF4-FFF2-40B4-BE49-F238E27FC236}">
                <a16:creationId xmlns:a16="http://schemas.microsoft.com/office/drawing/2014/main" id="{BFB68AF4-A3A7-99F2-6AFC-03907DA5D0AA}"/>
              </a:ext>
            </a:extLst>
          </p:cNvPr>
          <p:cNvSpPr/>
          <p:nvPr/>
        </p:nvSpPr>
        <p:spPr>
          <a:xfrm>
            <a:off x="941091" y="3249026"/>
            <a:ext cx="64008" cy="64008"/>
          </a:xfrm>
          <a:prstGeom prst="ellipse">
            <a:avLst/>
          </a:prstGeom>
          <a:solidFill>
            <a:srgbClr val="2B6777"/>
          </a:solidFill>
          <a:ln/>
        </p:spPr>
        <p:txBody>
          <a:bodyPr/>
          <a:lstStyle/>
          <a:p>
            <a:endParaRPr lang="ja-JP" altLang="en-US"/>
          </a:p>
        </p:txBody>
      </p:sp>
      <p:sp>
        <p:nvSpPr>
          <p:cNvPr id="55" name="Shape 27">
            <a:extLst>
              <a:ext uri="{FF2B5EF4-FFF2-40B4-BE49-F238E27FC236}">
                <a16:creationId xmlns:a16="http://schemas.microsoft.com/office/drawing/2014/main" id="{BF3FEE88-3C4A-5162-61F5-22928D43080D}"/>
              </a:ext>
            </a:extLst>
          </p:cNvPr>
          <p:cNvSpPr/>
          <p:nvPr/>
        </p:nvSpPr>
        <p:spPr>
          <a:xfrm>
            <a:off x="2388988" y="2710777"/>
            <a:ext cx="64008" cy="64008"/>
          </a:xfrm>
          <a:prstGeom prst="ellipse">
            <a:avLst/>
          </a:prstGeom>
          <a:solidFill>
            <a:srgbClr val="2B6777"/>
          </a:solidFill>
          <a:ln/>
        </p:spPr>
        <p:txBody>
          <a:bodyPr/>
          <a:lstStyle/>
          <a:p>
            <a:endParaRPr lang="ja-JP" altLang="en-US"/>
          </a:p>
        </p:txBody>
      </p:sp>
      <p:sp>
        <p:nvSpPr>
          <p:cNvPr id="57" name="Shape 28">
            <a:extLst>
              <a:ext uri="{FF2B5EF4-FFF2-40B4-BE49-F238E27FC236}">
                <a16:creationId xmlns:a16="http://schemas.microsoft.com/office/drawing/2014/main" id="{AF6DF1DB-378F-ACB7-231D-27E3CD234A61}"/>
              </a:ext>
            </a:extLst>
          </p:cNvPr>
          <p:cNvSpPr/>
          <p:nvPr/>
        </p:nvSpPr>
        <p:spPr>
          <a:xfrm>
            <a:off x="1520449" y="2973471"/>
            <a:ext cx="64008" cy="64008"/>
          </a:xfrm>
          <a:prstGeom prst="ellipse">
            <a:avLst/>
          </a:prstGeom>
          <a:solidFill>
            <a:srgbClr val="2B6777"/>
          </a:solidFill>
          <a:ln/>
        </p:spPr>
        <p:txBody>
          <a:bodyPr/>
          <a:lstStyle/>
          <a:p>
            <a:endParaRPr lang="ja-JP" altLang="en-US"/>
          </a:p>
        </p:txBody>
      </p:sp>
      <p:sp>
        <p:nvSpPr>
          <p:cNvPr id="59" name="Shape 29">
            <a:extLst>
              <a:ext uri="{FF2B5EF4-FFF2-40B4-BE49-F238E27FC236}">
                <a16:creationId xmlns:a16="http://schemas.microsoft.com/office/drawing/2014/main" id="{E033BC62-CD79-A6F1-0D7C-6BC9B07665D8}"/>
              </a:ext>
            </a:extLst>
          </p:cNvPr>
          <p:cNvSpPr/>
          <p:nvPr/>
        </p:nvSpPr>
        <p:spPr>
          <a:xfrm>
            <a:off x="1420984" y="3059189"/>
            <a:ext cx="64008" cy="64008"/>
          </a:xfrm>
          <a:prstGeom prst="ellipse">
            <a:avLst/>
          </a:prstGeom>
          <a:solidFill>
            <a:srgbClr val="2B6777"/>
          </a:solidFill>
          <a:ln/>
        </p:spPr>
        <p:txBody>
          <a:bodyPr/>
          <a:lstStyle/>
          <a:p>
            <a:endParaRPr lang="ja-JP" altLang="en-US"/>
          </a:p>
        </p:txBody>
      </p:sp>
      <p:sp>
        <p:nvSpPr>
          <p:cNvPr id="61" name="Shape 30">
            <a:extLst>
              <a:ext uri="{FF2B5EF4-FFF2-40B4-BE49-F238E27FC236}">
                <a16:creationId xmlns:a16="http://schemas.microsoft.com/office/drawing/2014/main" id="{6BC265F3-BD6A-B411-ED57-F9F3A80F2F1C}"/>
              </a:ext>
            </a:extLst>
          </p:cNvPr>
          <p:cNvSpPr/>
          <p:nvPr/>
        </p:nvSpPr>
        <p:spPr>
          <a:xfrm>
            <a:off x="2896632" y="2510736"/>
            <a:ext cx="64008" cy="64008"/>
          </a:xfrm>
          <a:prstGeom prst="ellipse">
            <a:avLst/>
          </a:prstGeom>
          <a:solidFill>
            <a:srgbClr val="2B6777"/>
          </a:solidFill>
          <a:ln/>
        </p:spPr>
        <p:txBody>
          <a:bodyPr/>
          <a:lstStyle/>
          <a:p>
            <a:endParaRPr lang="ja-JP" altLang="en-US"/>
          </a:p>
        </p:txBody>
      </p:sp>
      <p:sp>
        <p:nvSpPr>
          <p:cNvPr id="63" name="Shape 31">
            <a:extLst>
              <a:ext uri="{FF2B5EF4-FFF2-40B4-BE49-F238E27FC236}">
                <a16:creationId xmlns:a16="http://schemas.microsoft.com/office/drawing/2014/main" id="{36F17E3C-B558-3E6A-9774-BB8E429574C4}"/>
              </a:ext>
            </a:extLst>
          </p:cNvPr>
          <p:cNvSpPr/>
          <p:nvPr/>
        </p:nvSpPr>
        <p:spPr>
          <a:xfrm>
            <a:off x="2253437" y="2815812"/>
            <a:ext cx="64008" cy="64008"/>
          </a:xfrm>
          <a:prstGeom prst="ellipse">
            <a:avLst/>
          </a:prstGeom>
          <a:solidFill>
            <a:srgbClr val="2B6777"/>
          </a:solidFill>
          <a:ln/>
        </p:spPr>
        <p:txBody>
          <a:bodyPr/>
          <a:lstStyle/>
          <a:p>
            <a:endParaRPr lang="ja-JP" altLang="en-US"/>
          </a:p>
        </p:txBody>
      </p:sp>
      <p:sp>
        <p:nvSpPr>
          <p:cNvPr id="65" name="Shape 32">
            <a:extLst>
              <a:ext uri="{FF2B5EF4-FFF2-40B4-BE49-F238E27FC236}">
                <a16:creationId xmlns:a16="http://schemas.microsoft.com/office/drawing/2014/main" id="{3414E99C-065E-50C1-CF81-6BDD772A2CED}"/>
              </a:ext>
            </a:extLst>
          </p:cNvPr>
          <p:cNvSpPr/>
          <p:nvPr/>
        </p:nvSpPr>
        <p:spPr>
          <a:xfrm>
            <a:off x="1629307" y="2996004"/>
            <a:ext cx="64008" cy="64008"/>
          </a:xfrm>
          <a:prstGeom prst="ellipse">
            <a:avLst/>
          </a:prstGeom>
          <a:solidFill>
            <a:srgbClr val="2B6777"/>
          </a:solidFill>
          <a:ln/>
        </p:spPr>
        <p:txBody>
          <a:bodyPr/>
          <a:lstStyle/>
          <a:p>
            <a:endParaRPr lang="ja-JP" altLang="en-US"/>
          </a:p>
        </p:txBody>
      </p:sp>
      <p:sp>
        <p:nvSpPr>
          <p:cNvPr id="67" name="Shape 33">
            <a:extLst>
              <a:ext uri="{FF2B5EF4-FFF2-40B4-BE49-F238E27FC236}">
                <a16:creationId xmlns:a16="http://schemas.microsoft.com/office/drawing/2014/main" id="{53918A35-09BA-6A70-3623-F2E69D453932}"/>
              </a:ext>
            </a:extLst>
          </p:cNvPr>
          <p:cNvSpPr/>
          <p:nvPr/>
        </p:nvSpPr>
        <p:spPr>
          <a:xfrm>
            <a:off x="1044993" y="3119297"/>
            <a:ext cx="64008" cy="64008"/>
          </a:xfrm>
          <a:prstGeom prst="ellipse">
            <a:avLst/>
          </a:prstGeom>
          <a:solidFill>
            <a:srgbClr val="2B6777"/>
          </a:solidFill>
          <a:ln/>
        </p:spPr>
        <p:txBody>
          <a:bodyPr/>
          <a:lstStyle/>
          <a:p>
            <a:endParaRPr lang="ja-JP" altLang="en-US"/>
          </a:p>
        </p:txBody>
      </p:sp>
      <p:sp>
        <p:nvSpPr>
          <p:cNvPr id="69" name="Shape 34">
            <a:extLst>
              <a:ext uri="{FF2B5EF4-FFF2-40B4-BE49-F238E27FC236}">
                <a16:creationId xmlns:a16="http://schemas.microsoft.com/office/drawing/2014/main" id="{4D9490A3-6D20-28EE-FD5F-02C4C79FDB84}"/>
              </a:ext>
            </a:extLst>
          </p:cNvPr>
          <p:cNvSpPr/>
          <p:nvPr/>
        </p:nvSpPr>
        <p:spPr>
          <a:xfrm>
            <a:off x="2735286" y="2587495"/>
            <a:ext cx="64008" cy="64008"/>
          </a:xfrm>
          <a:prstGeom prst="ellipse">
            <a:avLst/>
          </a:prstGeom>
          <a:solidFill>
            <a:srgbClr val="2B6777"/>
          </a:solidFill>
          <a:ln/>
        </p:spPr>
        <p:txBody>
          <a:bodyPr/>
          <a:lstStyle/>
          <a:p>
            <a:endParaRPr lang="ja-JP" altLang="en-US"/>
          </a:p>
        </p:txBody>
      </p:sp>
      <p:sp>
        <p:nvSpPr>
          <p:cNvPr id="71" name="Shape 35">
            <a:extLst>
              <a:ext uri="{FF2B5EF4-FFF2-40B4-BE49-F238E27FC236}">
                <a16:creationId xmlns:a16="http://schemas.microsoft.com/office/drawing/2014/main" id="{71D67263-4300-B786-2A5B-D51796BFD0AD}"/>
              </a:ext>
            </a:extLst>
          </p:cNvPr>
          <p:cNvSpPr/>
          <p:nvPr/>
        </p:nvSpPr>
        <p:spPr>
          <a:xfrm>
            <a:off x="3424347" y="2469700"/>
            <a:ext cx="64008" cy="64008"/>
          </a:xfrm>
          <a:prstGeom prst="ellipse">
            <a:avLst/>
          </a:prstGeom>
          <a:solidFill>
            <a:srgbClr val="2B6777"/>
          </a:solidFill>
          <a:ln/>
        </p:spPr>
        <p:txBody>
          <a:bodyPr/>
          <a:lstStyle/>
          <a:p>
            <a:endParaRPr lang="ja-JP" altLang="en-US"/>
          </a:p>
        </p:txBody>
      </p:sp>
      <p:sp>
        <p:nvSpPr>
          <p:cNvPr id="73" name="Text 36">
            <a:extLst>
              <a:ext uri="{FF2B5EF4-FFF2-40B4-BE49-F238E27FC236}">
                <a16:creationId xmlns:a16="http://schemas.microsoft.com/office/drawing/2014/main" id="{7187536B-F96C-0974-A0F3-8B69F8F5981B}"/>
              </a:ext>
            </a:extLst>
          </p:cNvPr>
          <p:cNvSpPr/>
          <p:nvPr/>
        </p:nvSpPr>
        <p:spPr>
          <a:xfrm>
            <a:off x="777240" y="3516087"/>
            <a:ext cx="2971800" cy="320040"/>
          </a:xfrm>
          <a:prstGeom prst="rect">
            <a:avLst/>
          </a:prstGeom>
          <a:noFill/>
          <a:ln/>
        </p:spPr>
        <p:txBody>
          <a:bodyPr wrap="square" lIns="0" tIns="0" rIns="0" bIns="0" rtlCol="0" anchor="ctr"/>
          <a:lstStyle/>
          <a:p>
            <a:pPr marL="0" indent="0">
              <a:buNone/>
            </a:pPr>
            <a:r>
              <a:rPr lang="ja-JP" altLang="en-US" sz="1600" b="1" dirty="0">
                <a:solidFill>
                  <a:srgbClr val="FF0000"/>
                </a:solidFill>
                <a:ea typeface="Yu Gothic" pitchFamily="34" charset="-122"/>
                <a:cs typeface="Yu Gothic" pitchFamily="34" charset="-120"/>
              </a:rPr>
              <a:t>相関係数</a:t>
            </a:r>
            <a:r>
              <a:rPr lang="en-US" altLang="ja-JP" sz="1600" b="1" dirty="0">
                <a:solidFill>
                  <a:srgbClr val="FF0000"/>
                </a:solidFill>
                <a:ea typeface="Yu Gothic" pitchFamily="34" charset="-122"/>
                <a:cs typeface="Yu Gothic" pitchFamily="34" charset="-120"/>
              </a:rPr>
              <a:t>: </a:t>
            </a:r>
            <a:r>
              <a:rPr lang="en-US" altLang="ja-JP" sz="1600" b="1">
                <a:solidFill>
                  <a:srgbClr val="FF0000"/>
                </a:solidFill>
                <a:ea typeface="Yu Gothic" pitchFamily="34" charset="-122"/>
                <a:cs typeface="Yu Gothic" pitchFamily="34" charset="-120"/>
              </a:rPr>
              <a:t>○ </a:t>
            </a:r>
            <a:r>
              <a:rPr lang="ja-JP" altLang="en-US" sz="1600" b="1" dirty="0">
                <a:solidFill>
                  <a:srgbClr val="FF0000"/>
                </a:solidFill>
                <a:ea typeface="Yu Gothic" pitchFamily="34" charset="-122"/>
                <a:cs typeface="Yu Gothic" pitchFamily="34" charset="-120"/>
              </a:rPr>
              <a:t>検出できる</a:t>
            </a:r>
            <a:endParaRPr lang="en-US" altLang="ja-JP" sz="1600" dirty="0">
              <a:solidFill>
                <a:srgbClr val="FF0000"/>
              </a:solidFill>
            </a:endParaRPr>
          </a:p>
        </p:txBody>
      </p:sp>
      <p:sp>
        <p:nvSpPr>
          <p:cNvPr id="75" name="Shape 37">
            <a:extLst>
              <a:ext uri="{FF2B5EF4-FFF2-40B4-BE49-F238E27FC236}">
                <a16:creationId xmlns:a16="http://schemas.microsoft.com/office/drawing/2014/main" id="{30655C71-1080-9E9E-ACD1-47BDFD02BCD3}"/>
              </a:ext>
            </a:extLst>
          </p:cNvPr>
          <p:cNvSpPr/>
          <p:nvPr/>
        </p:nvSpPr>
        <p:spPr>
          <a:xfrm>
            <a:off x="4251960" y="1641567"/>
            <a:ext cx="3429000" cy="2331720"/>
          </a:xfrm>
          <a:prstGeom prst="roundRect">
            <a:avLst>
              <a:gd name="adj" fmla="val 2353"/>
            </a:avLst>
          </a:prstGeom>
          <a:solidFill>
            <a:srgbClr val="F3F6F8"/>
          </a:solidFill>
          <a:ln w="12700">
            <a:solidFill>
              <a:srgbClr val="E2E8EE"/>
            </a:solidFill>
            <a:prstDash val="solid"/>
          </a:ln>
        </p:spPr>
        <p:txBody>
          <a:bodyPr/>
          <a:lstStyle/>
          <a:p>
            <a:endParaRPr lang="ja-JP" altLang="en-US"/>
          </a:p>
        </p:txBody>
      </p:sp>
      <p:sp>
        <p:nvSpPr>
          <p:cNvPr id="77" name="Text 38">
            <a:extLst>
              <a:ext uri="{FF2B5EF4-FFF2-40B4-BE49-F238E27FC236}">
                <a16:creationId xmlns:a16="http://schemas.microsoft.com/office/drawing/2014/main" id="{87A933C8-DC9D-CE0D-3638-2D70AF1EA101}"/>
              </a:ext>
            </a:extLst>
          </p:cNvPr>
          <p:cNvSpPr/>
          <p:nvPr/>
        </p:nvSpPr>
        <p:spPr>
          <a:xfrm>
            <a:off x="4480560" y="1778727"/>
            <a:ext cx="2971800" cy="365760"/>
          </a:xfrm>
          <a:prstGeom prst="rect">
            <a:avLst/>
          </a:prstGeom>
          <a:noFill/>
          <a:ln/>
        </p:spPr>
        <p:txBody>
          <a:bodyPr wrap="square" lIns="0" tIns="0" rIns="0" bIns="0" rtlCol="0" anchor="ctr"/>
          <a:lstStyle/>
          <a:p>
            <a:pPr marL="0" indent="0">
              <a:buNone/>
            </a:pPr>
            <a:r>
              <a:rPr lang="en-US" altLang="ja-JP" sz="2000" b="1">
                <a:solidFill>
                  <a:srgbClr val="1F2933"/>
                </a:solidFill>
                <a:ea typeface="Yu Gothic" pitchFamily="34" charset="-122"/>
                <a:cs typeface="Yu Gothic" pitchFamily="34" charset="-120"/>
              </a:rPr>
              <a:t>② </a:t>
            </a:r>
            <a:r>
              <a:rPr lang="ja-JP" altLang="en-US" sz="2000" b="1">
                <a:solidFill>
                  <a:srgbClr val="1F2933"/>
                </a:solidFill>
                <a:ea typeface="Yu Gothic" pitchFamily="34" charset="-122"/>
                <a:cs typeface="Yu Gothic" pitchFamily="34" charset="-120"/>
              </a:rPr>
              <a:t>非線形</a:t>
            </a:r>
            <a:r>
              <a:rPr lang="ja-JP" altLang="en-US" sz="2000" b="1" dirty="0">
                <a:solidFill>
                  <a:srgbClr val="1F2933"/>
                </a:solidFill>
                <a:ea typeface="Yu Gothic" pitchFamily="34" charset="-122"/>
                <a:cs typeface="Yu Gothic" pitchFamily="34" charset="-120"/>
              </a:rPr>
              <a:t>な関係</a:t>
            </a:r>
            <a:endParaRPr lang="en-US" altLang="ja-JP" sz="2000" dirty="0"/>
          </a:p>
        </p:txBody>
      </p:sp>
      <p:sp>
        <p:nvSpPr>
          <p:cNvPr id="79" name="Shape 39">
            <a:extLst>
              <a:ext uri="{FF2B5EF4-FFF2-40B4-BE49-F238E27FC236}">
                <a16:creationId xmlns:a16="http://schemas.microsoft.com/office/drawing/2014/main" id="{DD52092E-0F7E-D055-3117-B8218711B1A0}"/>
              </a:ext>
            </a:extLst>
          </p:cNvPr>
          <p:cNvSpPr/>
          <p:nvPr/>
        </p:nvSpPr>
        <p:spPr>
          <a:xfrm>
            <a:off x="4572000" y="2235927"/>
            <a:ext cx="0" cy="1143000"/>
          </a:xfrm>
          <a:prstGeom prst="line">
            <a:avLst/>
          </a:prstGeom>
          <a:noFill/>
          <a:ln w="12700">
            <a:solidFill>
              <a:srgbClr val="B7C3CC"/>
            </a:solidFill>
            <a:prstDash val="solid"/>
          </a:ln>
        </p:spPr>
        <p:txBody>
          <a:bodyPr/>
          <a:lstStyle/>
          <a:p>
            <a:endParaRPr lang="ja-JP" altLang="en-US"/>
          </a:p>
        </p:txBody>
      </p:sp>
      <p:sp>
        <p:nvSpPr>
          <p:cNvPr id="81" name="Shape 40">
            <a:extLst>
              <a:ext uri="{FF2B5EF4-FFF2-40B4-BE49-F238E27FC236}">
                <a16:creationId xmlns:a16="http://schemas.microsoft.com/office/drawing/2014/main" id="{92221F2E-1A4B-2BF8-B9C3-E2AD033A77D4}"/>
              </a:ext>
            </a:extLst>
          </p:cNvPr>
          <p:cNvSpPr/>
          <p:nvPr/>
        </p:nvSpPr>
        <p:spPr>
          <a:xfrm>
            <a:off x="4572000" y="3378927"/>
            <a:ext cx="2788920" cy="0"/>
          </a:xfrm>
          <a:prstGeom prst="line">
            <a:avLst/>
          </a:prstGeom>
          <a:noFill/>
          <a:ln w="12700">
            <a:solidFill>
              <a:srgbClr val="B7C3CC"/>
            </a:solidFill>
            <a:prstDash val="solid"/>
          </a:ln>
        </p:spPr>
        <p:txBody>
          <a:bodyPr/>
          <a:lstStyle/>
          <a:p>
            <a:endParaRPr lang="ja-JP" altLang="en-US"/>
          </a:p>
        </p:txBody>
      </p:sp>
      <p:sp>
        <p:nvSpPr>
          <p:cNvPr id="83" name="Shape 41">
            <a:extLst>
              <a:ext uri="{FF2B5EF4-FFF2-40B4-BE49-F238E27FC236}">
                <a16:creationId xmlns:a16="http://schemas.microsoft.com/office/drawing/2014/main" id="{1DB29DA8-CF50-8435-FF5E-5BD31846D222}"/>
              </a:ext>
            </a:extLst>
          </p:cNvPr>
          <p:cNvSpPr/>
          <p:nvPr/>
        </p:nvSpPr>
        <p:spPr>
          <a:xfrm>
            <a:off x="7171998" y="2525164"/>
            <a:ext cx="64008" cy="64008"/>
          </a:xfrm>
          <a:prstGeom prst="ellipse">
            <a:avLst/>
          </a:prstGeom>
          <a:solidFill>
            <a:srgbClr val="2B6777"/>
          </a:solidFill>
          <a:ln/>
        </p:spPr>
        <p:txBody>
          <a:bodyPr/>
          <a:lstStyle/>
          <a:p>
            <a:endParaRPr lang="ja-JP" altLang="en-US"/>
          </a:p>
        </p:txBody>
      </p:sp>
      <p:sp>
        <p:nvSpPr>
          <p:cNvPr id="85" name="Shape 42">
            <a:extLst>
              <a:ext uri="{FF2B5EF4-FFF2-40B4-BE49-F238E27FC236}">
                <a16:creationId xmlns:a16="http://schemas.microsoft.com/office/drawing/2014/main" id="{3BD85CDB-A914-95F7-BD94-A07367F15E5F}"/>
              </a:ext>
            </a:extLst>
          </p:cNvPr>
          <p:cNvSpPr/>
          <p:nvPr/>
        </p:nvSpPr>
        <p:spPr>
          <a:xfrm>
            <a:off x="7167980" y="2563536"/>
            <a:ext cx="64008" cy="64008"/>
          </a:xfrm>
          <a:prstGeom prst="ellipse">
            <a:avLst/>
          </a:prstGeom>
          <a:solidFill>
            <a:srgbClr val="2B6777"/>
          </a:solidFill>
          <a:ln/>
        </p:spPr>
        <p:txBody>
          <a:bodyPr/>
          <a:lstStyle/>
          <a:p>
            <a:endParaRPr lang="ja-JP" altLang="en-US"/>
          </a:p>
        </p:txBody>
      </p:sp>
      <p:sp>
        <p:nvSpPr>
          <p:cNvPr id="87" name="Shape 43">
            <a:extLst>
              <a:ext uri="{FF2B5EF4-FFF2-40B4-BE49-F238E27FC236}">
                <a16:creationId xmlns:a16="http://schemas.microsoft.com/office/drawing/2014/main" id="{8B3B0413-F892-E0FE-6479-05C77B86F4EF}"/>
              </a:ext>
            </a:extLst>
          </p:cNvPr>
          <p:cNvSpPr/>
          <p:nvPr/>
        </p:nvSpPr>
        <p:spPr>
          <a:xfrm>
            <a:off x="4849408" y="2743348"/>
            <a:ext cx="64008" cy="64008"/>
          </a:xfrm>
          <a:prstGeom prst="ellipse">
            <a:avLst/>
          </a:prstGeom>
          <a:solidFill>
            <a:srgbClr val="2B6777"/>
          </a:solidFill>
          <a:ln/>
        </p:spPr>
        <p:txBody>
          <a:bodyPr/>
          <a:lstStyle/>
          <a:p>
            <a:endParaRPr lang="ja-JP" altLang="en-US"/>
          </a:p>
        </p:txBody>
      </p:sp>
      <p:sp>
        <p:nvSpPr>
          <p:cNvPr id="89" name="Shape 44">
            <a:extLst>
              <a:ext uri="{FF2B5EF4-FFF2-40B4-BE49-F238E27FC236}">
                <a16:creationId xmlns:a16="http://schemas.microsoft.com/office/drawing/2014/main" id="{52355C5A-4165-1252-6E1F-79ED696E8A81}"/>
              </a:ext>
            </a:extLst>
          </p:cNvPr>
          <p:cNvSpPr/>
          <p:nvPr/>
        </p:nvSpPr>
        <p:spPr>
          <a:xfrm>
            <a:off x="5545250" y="3184558"/>
            <a:ext cx="64008" cy="64008"/>
          </a:xfrm>
          <a:prstGeom prst="ellipse">
            <a:avLst/>
          </a:prstGeom>
          <a:solidFill>
            <a:srgbClr val="2B6777"/>
          </a:solidFill>
          <a:ln/>
        </p:spPr>
        <p:txBody>
          <a:bodyPr/>
          <a:lstStyle/>
          <a:p>
            <a:endParaRPr lang="ja-JP" altLang="en-US"/>
          </a:p>
        </p:txBody>
      </p:sp>
      <p:sp>
        <p:nvSpPr>
          <p:cNvPr id="91" name="Shape 45">
            <a:extLst>
              <a:ext uri="{FF2B5EF4-FFF2-40B4-BE49-F238E27FC236}">
                <a16:creationId xmlns:a16="http://schemas.microsoft.com/office/drawing/2014/main" id="{73102FE3-E8BF-4167-EAAB-575C70933C43}"/>
              </a:ext>
            </a:extLst>
          </p:cNvPr>
          <p:cNvSpPr/>
          <p:nvPr/>
        </p:nvSpPr>
        <p:spPr>
          <a:xfrm>
            <a:off x="6246598" y="3162851"/>
            <a:ext cx="64008" cy="64008"/>
          </a:xfrm>
          <a:prstGeom prst="ellipse">
            <a:avLst/>
          </a:prstGeom>
          <a:solidFill>
            <a:srgbClr val="2B6777"/>
          </a:solidFill>
          <a:ln/>
        </p:spPr>
        <p:txBody>
          <a:bodyPr/>
          <a:lstStyle/>
          <a:p>
            <a:endParaRPr lang="ja-JP" altLang="en-US"/>
          </a:p>
        </p:txBody>
      </p:sp>
      <p:sp>
        <p:nvSpPr>
          <p:cNvPr id="93" name="Shape 46">
            <a:extLst>
              <a:ext uri="{FF2B5EF4-FFF2-40B4-BE49-F238E27FC236}">
                <a16:creationId xmlns:a16="http://schemas.microsoft.com/office/drawing/2014/main" id="{AF5F7281-42DA-256C-3AD2-BC222FC96216}"/>
              </a:ext>
            </a:extLst>
          </p:cNvPr>
          <p:cNvSpPr/>
          <p:nvPr/>
        </p:nvSpPr>
        <p:spPr>
          <a:xfrm>
            <a:off x="4756367" y="2561417"/>
            <a:ext cx="64008" cy="64008"/>
          </a:xfrm>
          <a:prstGeom prst="ellipse">
            <a:avLst/>
          </a:prstGeom>
          <a:solidFill>
            <a:srgbClr val="2B6777"/>
          </a:solidFill>
          <a:ln/>
        </p:spPr>
        <p:txBody>
          <a:bodyPr/>
          <a:lstStyle/>
          <a:p>
            <a:endParaRPr lang="ja-JP" altLang="en-US"/>
          </a:p>
        </p:txBody>
      </p:sp>
      <p:sp>
        <p:nvSpPr>
          <p:cNvPr id="95" name="Shape 47">
            <a:extLst>
              <a:ext uri="{FF2B5EF4-FFF2-40B4-BE49-F238E27FC236}">
                <a16:creationId xmlns:a16="http://schemas.microsoft.com/office/drawing/2014/main" id="{C10B1E63-02EC-FDCB-F57E-F9AFBC1D2E8E}"/>
              </a:ext>
            </a:extLst>
          </p:cNvPr>
          <p:cNvSpPr/>
          <p:nvPr/>
        </p:nvSpPr>
        <p:spPr>
          <a:xfrm>
            <a:off x="7147267" y="2571848"/>
            <a:ext cx="64008" cy="64008"/>
          </a:xfrm>
          <a:prstGeom prst="ellipse">
            <a:avLst/>
          </a:prstGeom>
          <a:solidFill>
            <a:srgbClr val="2B6777"/>
          </a:solidFill>
          <a:ln/>
        </p:spPr>
        <p:txBody>
          <a:bodyPr/>
          <a:lstStyle/>
          <a:p>
            <a:endParaRPr lang="ja-JP" altLang="en-US"/>
          </a:p>
        </p:txBody>
      </p:sp>
      <p:sp>
        <p:nvSpPr>
          <p:cNvPr id="97" name="Shape 48">
            <a:extLst>
              <a:ext uri="{FF2B5EF4-FFF2-40B4-BE49-F238E27FC236}">
                <a16:creationId xmlns:a16="http://schemas.microsoft.com/office/drawing/2014/main" id="{70B51FA6-6505-F195-E7BE-18EFA4FD1C01}"/>
              </a:ext>
            </a:extLst>
          </p:cNvPr>
          <p:cNvSpPr/>
          <p:nvPr/>
        </p:nvSpPr>
        <p:spPr>
          <a:xfrm>
            <a:off x="6510606" y="3132102"/>
            <a:ext cx="64008" cy="64008"/>
          </a:xfrm>
          <a:prstGeom prst="ellipse">
            <a:avLst/>
          </a:prstGeom>
          <a:solidFill>
            <a:srgbClr val="2B6777"/>
          </a:solidFill>
          <a:ln/>
        </p:spPr>
        <p:txBody>
          <a:bodyPr/>
          <a:lstStyle/>
          <a:p>
            <a:endParaRPr lang="ja-JP" altLang="en-US"/>
          </a:p>
        </p:txBody>
      </p:sp>
      <p:sp>
        <p:nvSpPr>
          <p:cNvPr id="99" name="Shape 49">
            <a:extLst>
              <a:ext uri="{FF2B5EF4-FFF2-40B4-BE49-F238E27FC236}">
                <a16:creationId xmlns:a16="http://schemas.microsoft.com/office/drawing/2014/main" id="{C6AF2E70-BB5B-0FE6-D62A-C1CBE084C3D4}"/>
              </a:ext>
            </a:extLst>
          </p:cNvPr>
          <p:cNvSpPr/>
          <p:nvPr/>
        </p:nvSpPr>
        <p:spPr>
          <a:xfrm>
            <a:off x="5991117" y="3217143"/>
            <a:ext cx="64008" cy="64008"/>
          </a:xfrm>
          <a:prstGeom prst="ellipse">
            <a:avLst/>
          </a:prstGeom>
          <a:solidFill>
            <a:srgbClr val="2B6777"/>
          </a:solidFill>
          <a:ln/>
        </p:spPr>
        <p:txBody>
          <a:bodyPr/>
          <a:lstStyle/>
          <a:p>
            <a:endParaRPr lang="ja-JP" altLang="en-US"/>
          </a:p>
        </p:txBody>
      </p:sp>
      <p:sp>
        <p:nvSpPr>
          <p:cNvPr id="101" name="Shape 50">
            <a:extLst>
              <a:ext uri="{FF2B5EF4-FFF2-40B4-BE49-F238E27FC236}">
                <a16:creationId xmlns:a16="http://schemas.microsoft.com/office/drawing/2014/main" id="{DD9D6EEF-E946-9169-B7DC-96855F8B5745}"/>
              </a:ext>
            </a:extLst>
          </p:cNvPr>
          <p:cNvSpPr/>
          <p:nvPr/>
        </p:nvSpPr>
        <p:spPr>
          <a:xfrm>
            <a:off x="4876319" y="2659157"/>
            <a:ext cx="64008" cy="64008"/>
          </a:xfrm>
          <a:prstGeom prst="ellipse">
            <a:avLst/>
          </a:prstGeom>
          <a:solidFill>
            <a:srgbClr val="2B6777"/>
          </a:solidFill>
          <a:ln/>
        </p:spPr>
        <p:txBody>
          <a:bodyPr/>
          <a:lstStyle/>
          <a:p>
            <a:endParaRPr lang="ja-JP" altLang="en-US"/>
          </a:p>
        </p:txBody>
      </p:sp>
      <p:sp>
        <p:nvSpPr>
          <p:cNvPr id="103" name="Shape 51">
            <a:extLst>
              <a:ext uri="{FF2B5EF4-FFF2-40B4-BE49-F238E27FC236}">
                <a16:creationId xmlns:a16="http://schemas.microsoft.com/office/drawing/2014/main" id="{2F473B24-7179-5AB5-2B63-26AD689EB229}"/>
              </a:ext>
            </a:extLst>
          </p:cNvPr>
          <p:cNvSpPr/>
          <p:nvPr/>
        </p:nvSpPr>
        <p:spPr>
          <a:xfrm>
            <a:off x="6109601" y="3193135"/>
            <a:ext cx="64008" cy="64008"/>
          </a:xfrm>
          <a:prstGeom prst="ellipse">
            <a:avLst/>
          </a:prstGeom>
          <a:solidFill>
            <a:srgbClr val="2B6777"/>
          </a:solidFill>
          <a:ln/>
        </p:spPr>
        <p:txBody>
          <a:bodyPr/>
          <a:lstStyle/>
          <a:p>
            <a:endParaRPr lang="ja-JP" altLang="en-US"/>
          </a:p>
        </p:txBody>
      </p:sp>
      <p:sp>
        <p:nvSpPr>
          <p:cNvPr id="105" name="Shape 52">
            <a:extLst>
              <a:ext uri="{FF2B5EF4-FFF2-40B4-BE49-F238E27FC236}">
                <a16:creationId xmlns:a16="http://schemas.microsoft.com/office/drawing/2014/main" id="{0526C959-CB32-1081-3248-C0B6FA3C2497}"/>
              </a:ext>
            </a:extLst>
          </p:cNvPr>
          <p:cNvSpPr/>
          <p:nvPr/>
        </p:nvSpPr>
        <p:spPr>
          <a:xfrm>
            <a:off x="5750360" y="3230180"/>
            <a:ext cx="64008" cy="64008"/>
          </a:xfrm>
          <a:prstGeom prst="ellipse">
            <a:avLst/>
          </a:prstGeom>
          <a:solidFill>
            <a:srgbClr val="2B6777"/>
          </a:solidFill>
          <a:ln/>
        </p:spPr>
        <p:txBody>
          <a:bodyPr/>
          <a:lstStyle/>
          <a:p>
            <a:endParaRPr lang="ja-JP" altLang="en-US"/>
          </a:p>
        </p:txBody>
      </p:sp>
      <p:sp>
        <p:nvSpPr>
          <p:cNvPr id="107" name="Shape 53">
            <a:extLst>
              <a:ext uri="{FF2B5EF4-FFF2-40B4-BE49-F238E27FC236}">
                <a16:creationId xmlns:a16="http://schemas.microsoft.com/office/drawing/2014/main" id="{1E247E54-61FF-7CBE-DA5F-0F15C34C19D2}"/>
              </a:ext>
            </a:extLst>
          </p:cNvPr>
          <p:cNvSpPr/>
          <p:nvPr/>
        </p:nvSpPr>
        <p:spPr>
          <a:xfrm>
            <a:off x="5479756" y="3144828"/>
            <a:ext cx="64008" cy="64008"/>
          </a:xfrm>
          <a:prstGeom prst="ellipse">
            <a:avLst/>
          </a:prstGeom>
          <a:solidFill>
            <a:srgbClr val="2B6777"/>
          </a:solidFill>
          <a:ln/>
        </p:spPr>
        <p:txBody>
          <a:bodyPr/>
          <a:lstStyle/>
          <a:p>
            <a:endParaRPr lang="ja-JP" altLang="en-US"/>
          </a:p>
        </p:txBody>
      </p:sp>
      <p:sp>
        <p:nvSpPr>
          <p:cNvPr id="109" name="Shape 54">
            <a:extLst>
              <a:ext uri="{FF2B5EF4-FFF2-40B4-BE49-F238E27FC236}">
                <a16:creationId xmlns:a16="http://schemas.microsoft.com/office/drawing/2014/main" id="{74AEB88E-27A8-AA34-97C9-325D48E0AB45}"/>
              </a:ext>
            </a:extLst>
          </p:cNvPr>
          <p:cNvSpPr/>
          <p:nvPr/>
        </p:nvSpPr>
        <p:spPr>
          <a:xfrm>
            <a:off x="5440699" y="3111751"/>
            <a:ext cx="64008" cy="64008"/>
          </a:xfrm>
          <a:prstGeom prst="ellipse">
            <a:avLst/>
          </a:prstGeom>
          <a:solidFill>
            <a:srgbClr val="2B6777"/>
          </a:solidFill>
          <a:ln/>
        </p:spPr>
        <p:txBody>
          <a:bodyPr/>
          <a:lstStyle/>
          <a:p>
            <a:endParaRPr lang="ja-JP" altLang="en-US"/>
          </a:p>
        </p:txBody>
      </p:sp>
      <p:sp>
        <p:nvSpPr>
          <p:cNvPr id="111" name="Shape 55">
            <a:extLst>
              <a:ext uri="{FF2B5EF4-FFF2-40B4-BE49-F238E27FC236}">
                <a16:creationId xmlns:a16="http://schemas.microsoft.com/office/drawing/2014/main" id="{5F367090-5C39-12F9-58E7-E571252665FA}"/>
              </a:ext>
            </a:extLst>
          </p:cNvPr>
          <p:cNvSpPr/>
          <p:nvPr/>
        </p:nvSpPr>
        <p:spPr>
          <a:xfrm>
            <a:off x="5363309" y="3103992"/>
            <a:ext cx="64008" cy="64008"/>
          </a:xfrm>
          <a:prstGeom prst="ellipse">
            <a:avLst/>
          </a:prstGeom>
          <a:solidFill>
            <a:srgbClr val="2B6777"/>
          </a:solidFill>
          <a:ln/>
        </p:spPr>
        <p:txBody>
          <a:bodyPr/>
          <a:lstStyle/>
          <a:p>
            <a:endParaRPr lang="ja-JP" altLang="en-US"/>
          </a:p>
        </p:txBody>
      </p:sp>
      <p:sp>
        <p:nvSpPr>
          <p:cNvPr id="113" name="Shape 56">
            <a:extLst>
              <a:ext uri="{FF2B5EF4-FFF2-40B4-BE49-F238E27FC236}">
                <a16:creationId xmlns:a16="http://schemas.microsoft.com/office/drawing/2014/main" id="{7A18EA87-6529-3B35-4448-1E069A582C4C}"/>
              </a:ext>
            </a:extLst>
          </p:cNvPr>
          <p:cNvSpPr/>
          <p:nvPr/>
        </p:nvSpPr>
        <p:spPr>
          <a:xfrm>
            <a:off x="6891406" y="2791793"/>
            <a:ext cx="64008" cy="64008"/>
          </a:xfrm>
          <a:prstGeom prst="ellipse">
            <a:avLst/>
          </a:prstGeom>
          <a:solidFill>
            <a:srgbClr val="2B6777"/>
          </a:solidFill>
          <a:ln/>
        </p:spPr>
        <p:txBody>
          <a:bodyPr/>
          <a:lstStyle/>
          <a:p>
            <a:endParaRPr lang="ja-JP" altLang="en-US"/>
          </a:p>
        </p:txBody>
      </p:sp>
      <p:sp>
        <p:nvSpPr>
          <p:cNvPr id="115" name="Shape 57">
            <a:extLst>
              <a:ext uri="{FF2B5EF4-FFF2-40B4-BE49-F238E27FC236}">
                <a16:creationId xmlns:a16="http://schemas.microsoft.com/office/drawing/2014/main" id="{B821663B-33F2-CCE5-814A-15E547A351FA}"/>
              </a:ext>
            </a:extLst>
          </p:cNvPr>
          <p:cNvSpPr/>
          <p:nvPr/>
        </p:nvSpPr>
        <p:spPr>
          <a:xfrm>
            <a:off x="7312215" y="2295940"/>
            <a:ext cx="64008" cy="64008"/>
          </a:xfrm>
          <a:prstGeom prst="ellipse">
            <a:avLst/>
          </a:prstGeom>
          <a:solidFill>
            <a:srgbClr val="2B6777"/>
          </a:solidFill>
          <a:ln/>
        </p:spPr>
        <p:txBody>
          <a:bodyPr/>
          <a:lstStyle/>
          <a:p>
            <a:endParaRPr lang="ja-JP" altLang="en-US"/>
          </a:p>
        </p:txBody>
      </p:sp>
      <p:sp>
        <p:nvSpPr>
          <p:cNvPr id="117" name="Shape 58">
            <a:extLst>
              <a:ext uri="{FF2B5EF4-FFF2-40B4-BE49-F238E27FC236}">
                <a16:creationId xmlns:a16="http://schemas.microsoft.com/office/drawing/2014/main" id="{89ABEE30-E5F6-87C3-D2F4-DEABEFCE7704}"/>
              </a:ext>
            </a:extLst>
          </p:cNvPr>
          <p:cNvSpPr/>
          <p:nvPr/>
        </p:nvSpPr>
        <p:spPr>
          <a:xfrm>
            <a:off x="5744507" y="3232924"/>
            <a:ext cx="64008" cy="64008"/>
          </a:xfrm>
          <a:prstGeom prst="ellipse">
            <a:avLst/>
          </a:prstGeom>
          <a:solidFill>
            <a:srgbClr val="2B6777"/>
          </a:solidFill>
          <a:ln/>
        </p:spPr>
        <p:txBody>
          <a:bodyPr/>
          <a:lstStyle/>
          <a:p>
            <a:endParaRPr lang="ja-JP" altLang="en-US"/>
          </a:p>
        </p:txBody>
      </p:sp>
      <p:sp>
        <p:nvSpPr>
          <p:cNvPr id="119" name="Shape 59">
            <a:extLst>
              <a:ext uri="{FF2B5EF4-FFF2-40B4-BE49-F238E27FC236}">
                <a16:creationId xmlns:a16="http://schemas.microsoft.com/office/drawing/2014/main" id="{227DC2A8-C455-9723-63F9-D88F28F3546F}"/>
              </a:ext>
            </a:extLst>
          </p:cNvPr>
          <p:cNvSpPr/>
          <p:nvPr/>
        </p:nvSpPr>
        <p:spPr>
          <a:xfrm>
            <a:off x="5365320" y="3144975"/>
            <a:ext cx="64008" cy="64008"/>
          </a:xfrm>
          <a:prstGeom prst="ellipse">
            <a:avLst/>
          </a:prstGeom>
          <a:solidFill>
            <a:srgbClr val="2B6777"/>
          </a:solidFill>
          <a:ln/>
        </p:spPr>
        <p:txBody>
          <a:bodyPr/>
          <a:lstStyle/>
          <a:p>
            <a:endParaRPr lang="ja-JP" altLang="en-US"/>
          </a:p>
        </p:txBody>
      </p:sp>
      <p:sp>
        <p:nvSpPr>
          <p:cNvPr id="121" name="Shape 60">
            <a:extLst>
              <a:ext uri="{FF2B5EF4-FFF2-40B4-BE49-F238E27FC236}">
                <a16:creationId xmlns:a16="http://schemas.microsoft.com/office/drawing/2014/main" id="{2B647854-81E4-E9F9-0B28-95D78207EAD7}"/>
              </a:ext>
            </a:extLst>
          </p:cNvPr>
          <p:cNvSpPr/>
          <p:nvPr/>
        </p:nvSpPr>
        <p:spPr>
          <a:xfrm>
            <a:off x="6483097" y="3131737"/>
            <a:ext cx="64008" cy="64008"/>
          </a:xfrm>
          <a:prstGeom prst="ellipse">
            <a:avLst/>
          </a:prstGeom>
          <a:solidFill>
            <a:srgbClr val="2B6777"/>
          </a:solidFill>
          <a:ln/>
        </p:spPr>
        <p:txBody>
          <a:bodyPr/>
          <a:lstStyle/>
          <a:p>
            <a:endParaRPr lang="ja-JP" altLang="en-US"/>
          </a:p>
        </p:txBody>
      </p:sp>
      <p:sp>
        <p:nvSpPr>
          <p:cNvPr id="123" name="Shape 61">
            <a:extLst>
              <a:ext uri="{FF2B5EF4-FFF2-40B4-BE49-F238E27FC236}">
                <a16:creationId xmlns:a16="http://schemas.microsoft.com/office/drawing/2014/main" id="{B40C26C9-E051-31DF-35BE-3B66FFBCB03D}"/>
              </a:ext>
            </a:extLst>
          </p:cNvPr>
          <p:cNvSpPr/>
          <p:nvPr/>
        </p:nvSpPr>
        <p:spPr>
          <a:xfrm>
            <a:off x="6731927" y="2902684"/>
            <a:ext cx="64008" cy="64008"/>
          </a:xfrm>
          <a:prstGeom prst="ellipse">
            <a:avLst/>
          </a:prstGeom>
          <a:solidFill>
            <a:srgbClr val="2B6777"/>
          </a:solidFill>
          <a:ln/>
        </p:spPr>
        <p:txBody>
          <a:bodyPr/>
          <a:lstStyle/>
          <a:p>
            <a:endParaRPr lang="ja-JP" altLang="en-US"/>
          </a:p>
        </p:txBody>
      </p:sp>
      <p:sp>
        <p:nvSpPr>
          <p:cNvPr id="125" name="Shape 62">
            <a:extLst>
              <a:ext uri="{FF2B5EF4-FFF2-40B4-BE49-F238E27FC236}">
                <a16:creationId xmlns:a16="http://schemas.microsoft.com/office/drawing/2014/main" id="{52DDF342-B1FC-2361-B6AE-B1F3AFB191C0}"/>
              </a:ext>
            </a:extLst>
          </p:cNvPr>
          <p:cNvSpPr/>
          <p:nvPr/>
        </p:nvSpPr>
        <p:spPr>
          <a:xfrm>
            <a:off x="4801154" y="2639227"/>
            <a:ext cx="64008" cy="64008"/>
          </a:xfrm>
          <a:prstGeom prst="ellipse">
            <a:avLst/>
          </a:prstGeom>
          <a:solidFill>
            <a:srgbClr val="2B6777"/>
          </a:solidFill>
          <a:ln/>
        </p:spPr>
        <p:txBody>
          <a:bodyPr/>
          <a:lstStyle/>
          <a:p>
            <a:endParaRPr lang="ja-JP" altLang="en-US"/>
          </a:p>
        </p:txBody>
      </p:sp>
      <p:sp>
        <p:nvSpPr>
          <p:cNvPr id="127" name="Shape 63">
            <a:extLst>
              <a:ext uri="{FF2B5EF4-FFF2-40B4-BE49-F238E27FC236}">
                <a16:creationId xmlns:a16="http://schemas.microsoft.com/office/drawing/2014/main" id="{0B895BD4-2F62-D2B2-F2DF-1AC4D4C78893}"/>
              </a:ext>
            </a:extLst>
          </p:cNvPr>
          <p:cNvSpPr/>
          <p:nvPr/>
        </p:nvSpPr>
        <p:spPr>
          <a:xfrm>
            <a:off x="6832351" y="2909180"/>
            <a:ext cx="64008" cy="64008"/>
          </a:xfrm>
          <a:prstGeom prst="ellipse">
            <a:avLst/>
          </a:prstGeom>
          <a:solidFill>
            <a:srgbClr val="2B6777"/>
          </a:solidFill>
          <a:ln/>
        </p:spPr>
        <p:txBody>
          <a:bodyPr/>
          <a:lstStyle/>
          <a:p>
            <a:endParaRPr lang="ja-JP" altLang="en-US"/>
          </a:p>
        </p:txBody>
      </p:sp>
      <p:sp>
        <p:nvSpPr>
          <p:cNvPr id="129" name="Shape 64">
            <a:extLst>
              <a:ext uri="{FF2B5EF4-FFF2-40B4-BE49-F238E27FC236}">
                <a16:creationId xmlns:a16="http://schemas.microsoft.com/office/drawing/2014/main" id="{3235C267-0CC9-15CE-B8DC-96C5E7C53CED}"/>
              </a:ext>
            </a:extLst>
          </p:cNvPr>
          <p:cNvSpPr/>
          <p:nvPr/>
        </p:nvSpPr>
        <p:spPr>
          <a:xfrm>
            <a:off x="7252908" y="2454373"/>
            <a:ext cx="64008" cy="64008"/>
          </a:xfrm>
          <a:prstGeom prst="ellipse">
            <a:avLst/>
          </a:prstGeom>
          <a:solidFill>
            <a:srgbClr val="2B6777"/>
          </a:solidFill>
          <a:ln/>
        </p:spPr>
        <p:txBody>
          <a:bodyPr/>
          <a:lstStyle/>
          <a:p>
            <a:endParaRPr lang="ja-JP" altLang="en-US"/>
          </a:p>
        </p:txBody>
      </p:sp>
      <p:sp>
        <p:nvSpPr>
          <p:cNvPr id="131" name="Shape 65">
            <a:extLst>
              <a:ext uri="{FF2B5EF4-FFF2-40B4-BE49-F238E27FC236}">
                <a16:creationId xmlns:a16="http://schemas.microsoft.com/office/drawing/2014/main" id="{29B449DE-F6A1-FF0C-E2C3-514AE32C064F}"/>
              </a:ext>
            </a:extLst>
          </p:cNvPr>
          <p:cNvSpPr/>
          <p:nvPr/>
        </p:nvSpPr>
        <p:spPr>
          <a:xfrm>
            <a:off x="6518539" y="3068222"/>
            <a:ext cx="64008" cy="64008"/>
          </a:xfrm>
          <a:prstGeom prst="ellipse">
            <a:avLst/>
          </a:prstGeom>
          <a:solidFill>
            <a:srgbClr val="2B6777"/>
          </a:solidFill>
          <a:ln/>
        </p:spPr>
        <p:txBody>
          <a:bodyPr/>
          <a:lstStyle/>
          <a:p>
            <a:endParaRPr lang="ja-JP" altLang="en-US"/>
          </a:p>
        </p:txBody>
      </p:sp>
      <p:sp>
        <p:nvSpPr>
          <p:cNvPr id="133" name="Shape 66">
            <a:extLst>
              <a:ext uri="{FF2B5EF4-FFF2-40B4-BE49-F238E27FC236}">
                <a16:creationId xmlns:a16="http://schemas.microsoft.com/office/drawing/2014/main" id="{FD80D504-2909-09FC-EACF-6BD5CB1D29C5}"/>
              </a:ext>
            </a:extLst>
          </p:cNvPr>
          <p:cNvSpPr/>
          <p:nvPr/>
        </p:nvSpPr>
        <p:spPr>
          <a:xfrm>
            <a:off x="5162433" y="2978161"/>
            <a:ext cx="64008" cy="64008"/>
          </a:xfrm>
          <a:prstGeom prst="ellipse">
            <a:avLst/>
          </a:prstGeom>
          <a:solidFill>
            <a:srgbClr val="2B6777"/>
          </a:solidFill>
          <a:ln/>
        </p:spPr>
        <p:txBody>
          <a:bodyPr/>
          <a:lstStyle/>
          <a:p>
            <a:endParaRPr lang="ja-JP" altLang="en-US"/>
          </a:p>
        </p:txBody>
      </p:sp>
      <p:sp>
        <p:nvSpPr>
          <p:cNvPr id="135" name="Shape 67">
            <a:extLst>
              <a:ext uri="{FF2B5EF4-FFF2-40B4-BE49-F238E27FC236}">
                <a16:creationId xmlns:a16="http://schemas.microsoft.com/office/drawing/2014/main" id="{DCEDA99C-EF3D-76AC-4DF7-EECF2FFC4CC0}"/>
              </a:ext>
            </a:extLst>
          </p:cNvPr>
          <p:cNvSpPr/>
          <p:nvPr/>
        </p:nvSpPr>
        <p:spPr>
          <a:xfrm>
            <a:off x="4995810" y="2813135"/>
            <a:ext cx="64008" cy="64008"/>
          </a:xfrm>
          <a:prstGeom prst="ellipse">
            <a:avLst/>
          </a:prstGeom>
          <a:solidFill>
            <a:srgbClr val="2B6777"/>
          </a:solidFill>
          <a:ln/>
        </p:spPr>
        <p:txBody>
          <a:bodyPr/>
          <a:lstStyle/>
          <a:p>
            <a:endParaRPr lang="ja-JP" altLang="en-US"/>
          </a:p>
        </p:txBody>
      </p:sp>
      <p:sp>
        <p:nvSpPr>
          <p:cNvPr id="137" name="Shape 68">
            <a:extLst>
              <a:ext uri="{FF2B5EF4-FFF2-40B4-BE49-F238E27FC236}">
                <a16:creationId xmlns:a16="http://schemas.microsoft.com/office/drawing/2014/main" id="{760E4567-A75C-9D90-C3E8-4699BB1C9987}"/>
              </a:ext>
            </a:extLst>
          </p:cNvPr>
          <p:cNvSpPr/>
          <p:nvPr/>
        </p:nvSpPr>
        <p:spPr>
          <a:xfrm>
            <a:off x="5476881" y="3188059"/>
            <a:ext cx="64008" cy="64008"/>
          </a:xfrm>
          <a:prstGeom prst="ellipse">
            <a:avLst/>
          </a:prstGeom>
          <a:solidFill>
            <a:srgbClr val="2B6777"/>
          </a:solidFill>
          <a:ln/>
        </p:spPr>
        <p:txBody>
          <a:bodyPr/>
          <a:lstStyle/>
          <a:p>
            <a:endParaRPr lang="ja-JP" altLang="en-US"/>
          </a:p>
        </p:txBody>
      </p:sp>
      <p:sp>
        <p:nvSpPr>
          <p:cNvPr id="139" name="Text 69">
            <a:extLst>
              <a:ext uri="{FF2B5EF4-FFF2-40B4-BE49-F238E27FC236}">
                <a16:creationId xmlns:a16="http://schemas.microsoft.com/office/drawing/2014/main" id="{EA3F16C6-4DF6-FE4F-70AE-F80B415B10C2}"/>
              </a:ext>
            </a:extLst>
          </p:cNvPr>
          <p:cNvSpPr/>
          <p:nvPr/>
        </p:nvSpPr>
        <p:spPr>
          <a:xfrm>
            <a:off x="4480560" y="3516087"/>
            <a:ext cx="2971800" cy="320040"/>
          </a:xfrm>
          <a:prstGeom prst="rect">
            <a:avLst/>
          </a:prstGeom>
          <a:noFill/>
          <a:ln/>
        </p:spPr>
        <p:txBody>
          <a:bodyPr wrap="square" lIns="0" tIns="0" rIns="0" bIns="0" rtlCol="0" anchor="ctr"/>
          <a:lstStyle/>
          <a:p>
            <a:pPr marL="0" indent="0">
              <a:buNone/>
            </a:pPr>
            <a:r>
              <a:rPr lang="ja-JP" altLang="en-US" sz="1600" b="1" dirty="0">
                <a:solidFill>
                  <a:srgbClr val="0070C0"/>
                </a:solidFill>
                <a:ea typeface="Yu Gothic" pitchFamily="34" charset="-122"/>
                <a:cs typeface="Yu Gothic" pitchFamily="34" charset="-120"/>
              </a:rPr>
              <a:t>相関係数</a:t>
            </a:r>
            <a:r>
              <a:rPr lang="en-US" altLang="ja-JP" sz="1600" b="1" dirty="0">
                <a:solidFill>
                  <a:srgbClr val="0070C0"/>
                </a:solidFill>
                <a:ea typeface="Yu Gothic" pitchFamily="34" charset="-122"/>
                <a:cs typeface="Yu Gothic" pitchFamily="34" charset="-120"/>
              </a:rPr>
              <a:t>: ✕ </a:t>
            </a:r>
            <a:r>
              <a:rPr lang="ja-JP" altLang="en-US" sz="1600" b="1" dirty="0">
                <a:solidFill>
                  <a:srgbClr val="0070C0"/>
                </a:solidFill>
                <a:ea typeface="Yu Gothic" pitchFamily="34" charset="-122"/>
                <a:cs typeface="Yu Gothic" pitchFamily="34" charset="-120"/>
              </a:rPr>
              <a:t>「</a:t>
            </a:r>
            <a:r>
              <a:rPr lang="ja-JP" altLang="en-US" sz="1600" b="1">
                <a:solidFill>
                  <a:srgbClr val="0070C0"/>
                </a:solidFill>
                <a:ea typeface="Yu Gothic" pitchFamily="34" charset="-122"/>
                <a:cs typeface="Yu Gothic" pitchFamily="34" charset="-120"/>
              </a:rPr>
              <a:t>無相関」</a:t>
            </a:r>
            <a:r>
              <a:rPr lang="ja-JP" altLang="en-US" sz="1600" b="1" dirty="0">
                <a:solidFill>
                  <a:srgbClr val="0070C0"/>
                </a:solidFill>
                <a:ea typeface="Yu Gothic" pitchFamily="34" charset="-122"/>
                <a:cs typeface="Yu Gothic" pitchFamily="34" charset="-120"/>
              </a:rPr>
              <a:t>と誤認</a:t>
            </a:r>
            <a:endParaRPr lang="en-US" altLang="ja-JP" sz="1600" dirty="0">
              <a:solidFill>
                <a:srgbClr val="0070C0"/>
              </a:solidFill>
            </a:endParaRPr>
          </a:p>
        </p:txBody>
      </p:sp>
      <p:sp>
        <p:nvSpPr>
          <p:cNvPr id="141" name="Shape 70">
            <a:extLst>
              <a:ext uri="{FF2B5EF4-FFF2-40B4-BE49-F238E27FC236}">
                <a16:creationId xmlns:a16="http://schemas.microsoft.com/office/drawing/2014/main" id="{DEDDE2A2-B804-78C8-4F1B-38A1E5234E71}"/>
              </a:ext>
            </a:extLst>
          </p:cNvPr>
          <p:cNvSpPr/>
          <p:nvPr/>
        </p:nvSpPr>
        <p:spPr>
          <a:xfrm>
            <a:off x="7955280" y="1641567"/>
            <a:ext cx="3429000" cy="2331720"/>
          </a:xfrm>
          <a:prstGeom prst="roundRect">
            <a:avLst>
              <a:gd name="adj" fmla="val 2353"/>
            </a:avLst>
          </a:prstGeom>
          <a:solidFill>
            <a:srgbClr val="F3F6F8"/>
          </a:solidFill>
          <a:ln w="12700">
            <a:solidFill>
              <a:srgbClr val="E2E8EE"/>
            </a:solidFill>
            <a:prstDash val="solid"/>
          </a:ln>
        </p:spPr>
        <p:txBody>
          <a:bodyPr/>
          <a:lstStyle/>
          <a:p>
            <a:endParaRPr lang="ja-JP" altLang="en-US"/>
          </a:p>
        </p:txBody>
      </p:sp>
      <p:sp>
        <p:nvSpPr>
          <p:cNvPr id="143" name="Text 71">
            <a:extLst>
              <a:ext uri="{FF2B5EF4-FFF2-40B4-BE49-F238E27FC236}">
                <a16:creationId xmlns:a16="http://schemas.microsoft.com/office/drawing/2014/main" id="{CAB7246A-4744-1FAA-E97D-D52CBDF4B548}"/>
              </a:ext>
            </a:extLst>
          </p:cNvPr>
          <p:cNvSpPr/>
          <p:nvPr/>
        </p:nvSpPr>
        <p:spPr>
          <a:xfrm>
            <a:off x="8183880" y="1778727"/>
            <a:ext cx="2971800" cy="365760"/>
          </a:xfrm>
          <a:prstGeom prst="rect">
            <a:avLst/>
          </a:prstGeom>
          <a:noFill/>
          <a:ln/>
        </p:spPr>
        <p:txBody>
          <a:bodyPr wrap="square" lIns="0" tIns="0" rIns="0" bIns="0" rtlCol="0" anchor="ctr"/>
          <a:lstStyle/>
          <a:p>
            <a:pPr marL="0" indent="0">
              <a:buNone/>
            </a:pPr>
            <a:r>
              <a:rPr lang="en-US" altLang="ja-JP" sz="2000" b="1" dirty="0">
                <a:solidFill>
                  <a:srgbClr val="1F2933"/>
                </a:solidFill>
                <a:ea typeface="Yu Gothic" pitchFamily="34" charset="-122"/>
                <a:cs typeface="Yu Gothic" pitchFamily="34" charset="-120"/>
              </a:rPr>
              <a:t>③ </a:t>
            </a:r>
            <a:r>
              <a:rPr lang="ja-JP" altLang="en-US" sz="2000" b="1">
                <a:solidFill>
                  <a:srgbClr val="1F2933"/>
                </a:solidFill>
                <a:ea typeface="Yu Gothic" pitchFamily="34" charset="-122"/>
                <a:cs typeface="Yu Gothic" pitchFamily="34" charset="-120"/>
              </a:rPr>
              <a:t>極端な値でのみ連動</a:t>
            </a:r>
            <a:endParaRPr lang="en-US" altLang="ja-JP" sz="2000" dirty="0"/>
          </a:p>
        </p:txBody>
      </p:sp>
      <p:sp>
        <p:nvSpPr>
          <p:cNvPr id="145" name="Shape 72">
            <a:extLst>
              <a:ext uri="{FF2B5EF4-FFF2-40B4-BE49-F238E27FC236}">
                <a16:creationId xmlns:a16="http://schemas.microsoft.com/office/drawing/2014/main" id="{B58260B5-0F4C-CA0F-AD04-AB77410DA8DC}"/>
              </a:ext>
            </a:extLst>
          </p:cNvPr>
          <p:cNvSpPr/>
          <p:nvPr/>
        </p:nvSpPr>
        <p:spPr>
          <a:xfrm>
            <a:off x="8275320" y="2235927"/>
            <a:ext cx="0" cy="1143000"/>
          </a:xfrm>
          <a:prstGeom prst="line">
            <a:avLst/>
          </a:prstGeom>
          <a:noFill/>
          <a:ln w="12700">
            <a:solidFill>
              <a:srgbClr val="B7C3CC"/>
            </a:solidFill>
            <a:prstDash val="solid"/>
          </a:ln>
        </p:spPr>
        <p:txBody>
          <a:bodyPr/>
          <a:lstStyle/>
          <a:p>
            <a:endParaRPr lang="ja-JP" altLang="en-US"/>
          </a:p>
        </p:txBody>
      </p:sp>
      <p:sp>
        <p:nvSpPr>
          <p:cNvPr id="147" name="Shape 73">
            <a:extLst>
              <a:ext uri="{FF2B5EF4-FFF2-40B4-BE49-F238E27FC236}">
                <a16:creationId xmlns:a16="http://schemas.microsoft.com/office/drawing/2014/main" id="{5F2199D6-0B67-9057-F395-4CADFD7CA272}"/>
              </a:ext>
            </a:extLst>
          </p:cNvPr>
          <p:cNvSpPr/>
          <p:nvPr/>
        </p:nvSpPr>
        <p:spPr>
          <a:xfrm>
            <a:off x="8275320" y="3378927"/>
            <a:ext cx="2788920" cy="0"/>
          </a:xfrm>
          <a:prstGeom prst="line">
            <a:avLst/>
          </a:prstGeom>
          <a:noFill/>
          <a:ln w="12700">
            <a:solidFill>
              <a:srgbClr val="B7C3CC"/>
            </a:solidFill>
            <a:prstDash val="solid"/>
          </a:ln>
        </p:spPr>
        <p:txBody>
          <a:bodyPr/>
          <a:lstStyle/>
          <a:p>
            <a:endParaRPr lang="ja-JP" altLang="en-US"/>
          </a:p>
        </p:txBody>
      </p:sp>
      <p:sp>
        <p:nvSpPr>
          <p:cNvPr id="149" name="Shape 74">
            <a:extLst>
              <a:ext uri="{FF2B5EF4-FFF2-40B4-BE49-F238E27FC236}">
                <a16:creationId xmlns:a16="http://schemas.microsoft.com/office/drawing/2014/main" id="{A8DF8862-8E09-5D98-D7B0-B09E22DC19CB}"/>
              </a:ext>
            </a:extLst>
          </p:cNvPr>
          <p:cNvSpPr/>
          <p:nvPr/>
        </p:nvSpPr>
        <p:spPr>
          <a:xfrm>
            <a:off x="9997277" y="2333220"/>
            <a:ext cx="64008" cy="64008"/>
          </a:xfrm>
          <a:prstGeom prst="ellipse">
            <a:avLst/>
          </a:prstGeom>
          <a:solidFill>
            <a:srgbClr val="2B6777"/>
          </a:solidFill>
          <a:ln/>
        </p:spPr>
        <p:txBody>
          <a:bodyPr/>
          <a:lstStyle/>
          <a:p>
            <a:endParaRPr lang="ja-JP" altLang="en-US"/>
          </a:p>
        </p:txBody>
      </p:sp>
      <p:sp>
        <p:nvSpPr>
          <p:cNvPr id="151" name="Shape 75">
            <a:extLst>
              <a:ext uri="{FF2B5EF4-FFF2-40B4-BE49-F238E27FC236}">
                <a16:creationId xmlns:a16="http://schemas.microsoft.com/office/drawing/2014/main" id="{497262FA-47A9-31B5-4D4F-BCE061079689}"/>
              </a:ext>
            </a:extLst>
          </p:cNvPr>
          <p:cNvSpPr/>
          <p:nvPr/>
        </p:nvSpPr>
        <p:spPr>
          <a:xfrm>
            <a:off x="9153558" y="2441179"/>
            <a:ext cx="64008" cy="64008"/>
          </a:xfrm>
          <a:prstGeom prst="ellipse">
            <a:avLst/>
          </a:prstGeom>
          <a:solidFill>
            <a:srgbClr val="2B6777"/>
          </a:solidFill>
          <a:ln/>
        </p:spPr>
        <p:txBody>
          <a:bodyPr/>
          <a:lstStyle/>
          <a:p>
            <a:endParaRPr lang="ja-JP" altLang="en-US"/>
          </a:p>
        </p:txBody>
      </p:sp>
      <p:sp>
        <p:nvSpPr>
          <p:cNvPr id="153" name="Shape 76">
            <a:extLst>
              <a:ext uri="{FF2B5EF4-FFF2-40B4-BE49-F238E27FC236}">
                <a16:creationId xmlns:a16="http://schemas.microsoft.com/office/drawing/2014/main" id="{CFA11A8B-4960-CCC0-E15C-2D13A9A9AB05}"/>
              </a:ext>
            </a:extLst>
          </p:cNvPr>
          <p:cNvSpPr/>
          <p:nvPr/>
        </p:nvSpPr>
        <p:spPr>
          <a:xfrm>
            <a:off x="9339210" y="3196741"/>
            <a:ext cx="64008" cy="64008"/>
          </a:xfrm>
          <a:prstGeom prst="ellipse">
            <a:avLst/>
          </a:prstGeom>
          <a:solidFill>
            <a:srgbClr val="2B6777"/>
          </a:solidFill>
          <a:ln/>
        </p:spPr>
        <p:txBody>
          <a:bodyPr/>
          <a:lstStyle/>
          <a:p>
            <a:endParaRPr lang="ja-JP" altLang="en-US"/>
          </a:p>
        </p:txBody>
      </p:sp>
      <p:sp>
        <p:nvSpPr>
          <p:cNvPr id="155" name="Shape 77">
            <a:extLst>
              <a:ext uri="{FF2B5EF4-FFF2-40B4-BE49-F238E27FC236}">
                <a16:creationId xmlns:a16="http://schemas.microsoft.com/office/drawing/2014/main" id="{5D7D0253-D59A-990E-1E44-F601848B9514}"/>
              </a:ext>
            </a:extLst>
          </p:cNvPr>
          <p:cNvSpPr/>
          <p:nvPr/>
        </p:nvSpPr>
        <p:spPr>
          <a:xfrm>
            <a:off x="10652112" y="2924344"/>
            <a:ext cx="64008" cy="64008"/>
          </a:xfrm>
          <a:prstGeom prst="ellipse">
            <a:avLst/>
          </a:prstGeom>
          <a:solidFill>
            <a:srgbClr val="2B6777"/>
          </a:solidFill>
          <a:ln/>
        </p:spPr>
        <p:txBody>
          <a:bodyPr/>
          <a:lstStyle/>
          <a:p>
            <a:endParaRPr lang="ja-JP" altLang="en-US"/>
          </a:p>
        </p:txBody>
      </p:sp>
      <p:sp>
        <p:nvSpPr>
          <p:cNvPr id="157" name="Shape 78">
            <a:extLst>
              <a:ext uri="{FF2B5EF4-FFF2-40B4-BE49-F238E27FC236}">
                <a16:creationId xmlns:a16="http://schemas.microsoft.com/office/drawing/2014/main" id="{E0E53822-7B8E-2AB4-160C-FC9BD92C3F46}"/>
              </a:ext>
            </a:extLst>
          </p:cNvPr>
          <p:cNvSpPr/>
          <p:nvPr/>
        </p:nvSpPr>
        <p:spPr>
          <a:xfrm>
            <a:off x="8269884" y="2504049"/>
            <a:ext cx="64008" cy="64008"/>
          </a:xfrm>
          <a:prstGeom prst="ellipse">
            <a:avLst/>
          </a:prstGeom>
          <a:solidFill>
            <a:srgbClr val="2B6777"/>
          </a:solidFill>
          <a:ln/>
        </p:spPr>
        <p:txBody>
          <a:bodyPr/>
          <a:lstStyle/>
          <a:p>
            <a:endParaRPr lang="ja-JP" altLang="en-US"/>
          </a:p>
        </p:txBody>
      </p:sp>
      <p:sp>
        <p:nvSpPr>
          <p:cNvPr id="159" name="Shape 79">
            <a:extLst>
              <a:ext uri="{FF2B5EF4-FFF2-40B4-BE49-F238E27FC236}">
                <a16:creationId xmlns:a16="http://schemas.microsoft.com/office/drawing/2014/main" id="{1E7433A8-039C-3F9E-6802-9DE2F908E761}"/>
              </a:ext>
            </a:extLst>
          </p:cNvPr>
          <p:cNvSpPr/>
          <p:nvPr/>
        </p:nvSpPr>
        <p:spPr>
          <a:xfrm>
            <a:off x="10015016" y="2345743"/>
            <a:ext cx="64008" cy="64008"/>
          </a:xfrm>
          <a:prstGeom prst="ellipse">
            <a:avLst/>
          </a:prstGeom>
          <a:solidFill>
            <a:srgbClr val="2B6777"/>
          </a:solidFill>
          <a:ln/>
        </p:spPr>
        <p:txBody>
          <a:bodyPr/>
          <a:lstStyle/>
          <a:p>
            <a:endParaRPr lang="ja-JP" altLang="en-US"/>
          </a:p>
        </p:txBody>
      </p:sp>
      <p:sp>
        <p:nvSpPr>
          <p:cNvPr id="161" name="Shape 80">
            <a:extLst>
              <a:ext uri="{FF2B5EF4-FFF2-40B4-BE49-F238E27FC236}">
                <a16:creationId xmlns:a16="http://schemas.microsoft.com/office/drawing/2014/main" id="{FDE69EAF-0E87-99A3-FD7E-79A94DCCC0B6}"/>
              </a:ext>
            </a:extLst>
          </p:cNvPr>
          <p:cNvSpPr/>
          <p:nvPr/>
        </p:nvSpPr>
        <p:spPr>
          <a:xfrm>
            <a:off x="10776114" y="3108049"/>
            <a:ext cx="64008" cy="64008"/>
          </a:xfrm>
          <a:prstGeom prst="ellipse">
            <a:avLst/>
          </a:prstGeom>
          <a:solidFill>
            <a:srgbClr val="2B6777"/>
          </a:solidFill>
          <a:ln/>
        </p:spPr>
        <p:txBody>
          <a:bodyPr/>
          <a:lstStyle/>
          <a:p>
            <a:endParaRPr lang="ja-JP" altLang="en-US"/>
          </a:p>
        </p:txBody>
      </p:sp>
      <p:sp>
        <p:nvSpPr>
          <p:cNvPr id="163" name="Shape 81">
            <a:extLst>
              <a:ext uri="{FF2B5EF4-FFF2-40B4-BE49-F238E27FC236}">
                <a16:creationId xmlns:a16="http://schemas.microsoft.com/office/drawing/2014/main" id="{21903B88-79F3-5564-AE43-6BABA244FEB2}"/>
              </a:ext>
            </a:extLst>
          </p:cNvPr>
          <p:cNvSpPr/>
          <p:nvPr/>
        </p:nvSpPr>
        <p:spPr>
          <a:xfrm>
            <a:off x="9927636" y="2787719"/>
            <a:ext cx="64008" cy="64008"/>
          </a:xfrm>
          <a:prstGeom prst="ellipse">
            <a:avLst/>
          </a:prstGeom>
          <a:solidFill>
            <a:srgbClr val="2B6777"/>
          </a:solidFill>
          <a:ln/>
        </p:spPr>
        <p:txBody>
          <a:bodyPr/>
          <a:lstStyle/>
          <a:p>
            <a:endParaRPr lang="ja-JP" altLang="en-US"/>
          </a:p>
        </p:txBody>
      </p:sp>
      <p:sp>
        <p:nvSpPr>
          <p:cNvPr id="165" name="Shape 82">
            <a:extLst>
              <a:ext uri="{FF2B5EF4-FFF2-40B4-BE49-F238E27FC236}">
                <a16:creationId xmlns:a16="http://schemas.microsoft.com/office/drawing/2014/main" id="{EEBD032D-F1FB-732F-2A5C-26D98E657B80}"/>
              </a:ext>
            </a:extLst>
          </p:cNvPr>
          <p:cNvSpPr/>
          <p:nvPr/>
        </p:nvSpPr>
        <p:spPr>
          <a:xfrm>
            <a:off x="8756543" y="3292660"/>
            <a:ext cx="64008" cy="64008"/>
          </a:xfrm>
          <a:prstGeom prst="ellipse">
            <a:avLst/>
          </a:prstGeom>
          <a:solidFill>
            <a:srgbClr val="2B6777"/>
          </a:solidFill>
          <a:ln/>
        </p:spPr>
        <p:txBody>
          <a:bodyPr/>
          <a:lstStyle/>
          <a:p>
            <a:endParaRPr lang="ja-JP" altLang="en-US"/>
          </a:p>
        </p:txBody>
      </p:sp>
      <p:sp>
        <p:nvSpPr>
          <p:cNvPr id="167" name="Shape 83">
            <a:extLst>
              <a:ext uri="{FF2B5EF4-FFF2-40B4-BE49-F238E27FC236}">
                <a16:creationId xmlns:a16="http://schemas.microsoft.com/office/drawing/2014/main" id="{C26F6B7B-960E-1C7F-0410-3849CE9A6E40}"/>
              </a:ext>
            </a:extLst>
          </p:cNvPr>
          <p:cNvSpPr/>
          <p:nvPr/>
        </p:nvSpPr>
        <p:spPr>
          <a:xfrm>
            <a:off x="10211043" y="2537256"/>
            <a:ext cx="64008" cy="64008"/>
          </a:xfrm>
          <a:prstGeom prst="ellipse">
            <a:avLst/>
          </a:prstGeom>
          <a:solidFill>
            <a:srgbClr val="2B6777"/>
          </a:solidFill>
          <a:ln/>
        </p:spPr>
        <p:txBody>
          <a:bodyPr/>
          <a:lstStyle/>
          <a:p>
            <a:endParaRPr lang="ja-JP" altLang="en-US"/>
          </a:p>
        </p:txBody>
      </p:sp>
      <p:sp>
        <p:nvSpPr>
          <p:cNvPr id="169" name="Shape 84">
            <a:extLst>
              <a:ext uri="{FF2B5EF4-FFF2-40B4-BE49-F238E27FC236}">
                <a16:creationId xmlns:a16="http://schemas.microsoft.com/office/drawing/2014/main" id="{2236FA5B-00B9-1B63-DDE5-8C08CC1CF123}"/>
              </a:ext>
            </a:extLst>
          </p:cNvPr>
          <p:cNvSpPr/>
          <p:nvPr/>
        </p:nvSpPr>
        <p:spPr>
          <a:xfrm>
            <a:off x="9056264" y="3032044"/>
            <a:ext cx="64008" cy="64008"/>
          </a:xfrm>
          <a:prstGeom prst="ellipse">
            <a:avLst/>
          </a:prstGeom>
          <a:solidFill>
            <a:srgbClr val="2B6777"/>
          </a:solidFill>
          <a:ln/>
        </p:spPr>
        <p:txBody>
          <a:bodyPr/>
          <a:lstStyle/>
          <a:p>
            <a:endParaRPr lang="ja-JP" altLang="en-US"/>
          </a:p>
        </p:txBody>
      </p:sp>
      <p:sp>
        <p:nvSpPr>
          <p:cNvPr id="171" name="Shape 85">
            <a:extLst>
              <a:ext uri="{FF2B5EF4-FFF2-40B4-BE49-F238E27FC236}">
                <a16:creationId xmlns:a16="http://schemas.microsoft.com/office/drawing/2014/main" id="{87785A19-3045-7C6A-5474-B96AE2CC1B3B}"/>
              </a:ext>
            </a:extLst>
          </p:cNvPr>
          <p:cNvSpPr/>
          <p:nvPr/>
        </p:nvSpPr>
        <p:spPr>
          <a:xfrm>
            <a:off x="9182066" y="3313654"/>
            <a:ext cx="64008" cy="64008"/>
          </a:xfrm>
          <a:prstGeom prst="ellipse">
            <a:avLst/>
          </a:prstGeom>
          <a:solidFill>
            <a:srgbClr val="2B6777"/>
          </a:solidFill>
          <a:ln/>
        </p:spPr>
        <p:txBody>
          <a:bodyPr/>
          <a:lstStyle/>
          <a:p>
            <a:endParaRPr lang="ja-JP" altLang="en-US"/>
          </a:p>
        </p:txBody>
      </p:sp>
      <p:sp>
        <p:nvSpPr>
          <p:cNvPr id="173" name="Shape 86">
            <a:extLst>
              <a:ext uri="{FF2B5EF4-FFF2-40B4-BE49-F238E27FC236}">
                <a16:creationId xmlns:a16="http://schemas.microsoft.com/office/drawing/2014/main" id="{BCF771CF-7F2E-700C-AD1C-B13BF40FB660}"/>
              </a:ext>
            </a:extLst>
          </p:cNvPr>
          <p:cNvSpPr/>
          <p:nvPr/>
        </p:nvSpPr>
        <p:spPr>
          <a:xfrm>
            <a:off x="8859376" y="2211329"/>
            <a:ext cx="64008" cy="64008"/>
          </a:xfrm>
          <a:prstGeom prst="ellipse">
            <a:avLst/>
          </a:prstGeom>
          <a:solidFill>
            <a:srgbClr val="2B6777"/>
          </a:solidFill>
          <a:ln/>
        </p:spPr>
        <p:txBody>
          <a:bodyPr/>
          <a:lstStyle/>
          <a:p>
            <a:endParaRPr lang="ja-JP" altLang="en-US"/>
          </a:p>
        </p:txBody>
      </p:sp>
      <p:sp>
        <p:nvSpPr>
          <p:cNvPr id="175" name="Shape 87">
            <a:extLst>
              <a:ext uri="{FF2B5EF4-FFF2-40B4-BE49-F238E27FC236}">
                <a16:creationId xmlns:a16="http://schemas.microsoft.com/office/drawing/2014/main" id="{916EF12D-69C2-56CC-EEFA-07B19030F41E}"/>
              </a:ext>
            </a:extLst>
          </p:cNvPr>
          <p:cNvSpPr/>
          <p:nvPr/>
        </p:nvSpPr>
        <p:spPr>
          <a:xfrm>
            <a:off x="9839559" y="2216994"/>
            <a:ext cx="64008" cy="64008"/>
          </a:xfrm>
          <a:prstGeom prst="ellipse">
            <a:avLst/>
          </a:prstGeom>
          <a:solidFill>
            <a:srgbClr val="2B6777"/>
          </a:solidFill>
          <a:ln/>
        </p:spPr>
        <p:txBody>
          <a:bodyPr/>
          <a:lstStyle/>
          <a:p>
            <a:endParaRPr lang="ja-JP" altLang="en-US"/>
          </a:p>
        </p:txBody>
      </p:sp>
      <p:sp>
        <p:nvSpPr>
          <p:cNvPr id="177" name="Shape 88">
            <a:extLst>
              <a:ext uri="{FF2B5EF4-FFF2-40B4-BE49-F238E27FC236}">
                <a16:creationId xmlns:a16="http://schemas.microsoft.com/office/drawing/2014/main" id="{E761AFA9-AD26-DDBA-01D2-F2F63A2C5600}"/>
              </a:ext>
            </a:extLst>
          </p:cNvPr>
          <p:cNvSpPr/>
          <p:nvPr/>
        </p:nvSpPr>
        <p:spPr>
          <a:xfrm>
            <a:off x="8700326" y="3151660"/>
            <a:ext cx="64008" cy="64008"/>
          </a:xfrm>
          <a:prstGeom prst="ellipse">
            <a:avLst/>
          </a:prstGeom>
          <a:solidFill>
            <a:srgbClr val="2B6777"/>
          </a:solidFill>
          <a:ln/>
        </p:spPr>
        <p:txBody>
          <a:bodyPr/>
          <a:lstStyle/>
          <a:p>
            <a:endParaRPr lang="ja-JP" altLang="en-US"/>
          </a:p>
        </p:txBody>
      </p:sp>
      <p:sp>
        <p:nvSpPr>
          <p:cNvPr id="179" name="Shape 89">
            <a:extLst>
              <a:ext uri="{FF2B5EF4-FFF2-40B4-BE49-F238E27FC236}">
                <a16:creationId xmlns:a16="http://schemas.microsoft.com/office/drawing/2014/main" id="{5E8C9297-31EB-841F-014B-E9C82DC21EA7}"/>
              </a:ext>
            </a:extLst>
          </p:cNvPr>
          <p:cNvSpPr/>
          <p:nvPr/>
        </p:nvSpPr>
        <p:spPr>
          <a:xfrm>
            <a:off x="9807800" y="3012591"/>
            <a:ext cx="64008" cy="64008"/>
          </a:xfrm>
          <a:prstGeom prst="ellipse">
            <a:avLst/>
          </a:prstGeom>
          <a:solidFill>
            <a:srgbClr val="2B6777"/>
          </a:solidFill>
          <a:ln/>
        </p:spPr>
        <p:txBody>
          <a:bodyPr/>
          <a:lstStyle/>
          <a:p>
            <a:endParaRPr lang="ja-JP" altLang="en-US"/>
          </a:p>
        </p:txBody>
      </p:sp>
      <p:sp>
        <p:nvSpPr>
          <p:cNvPr id="181" name="Shape 90">
            <a:extLst>
              <a:ext uri="{FF2B5EF4-FFF2-40B4-BE49-F238E27FC236}">
                <a16:creationId xmlns:a16="http://schemas.microsoft.com/office/drawing/2014/main" id="{B91BCC0E-7A40-34DC-5599-05D880C0D8EB}"/>
              </a:ext>
            </a:extLst>
          </p:cNvPr>
          <p:cNvSpPr/>
          <p:nvPr/>
        </p:nvSpPr>
        <p:spPr>
          <a:xfrm>
            <a:off x="9343981" y="2850391"/>
            <a:ext cx="64008" cy="64008"/>
          </a:xfrm>
          <a:prstGeom prst="ellipse">
            <a:avLst/>
          </a:prstGeom>
          <a:solidFill>
            <a:srgbClr val="2B6777"/>
          </a:solidFill>
          <a:ln/>
        </p:spPr>
        <p:txBody>
          <a:bodyPr/>
          <a:lstStyle/>
          <a:p>
            <a:endParaRPr lang="ja-JP" altLang="en-US"/>
          </a:p>
        </p:txBody>
      </p:sp>
      <p:sp>
        <p:nvSpPr>
          <p:cNvPr id="183" name="Shape 91">
            <a:extLst>
              <a:ext uri="{FF2B5EF4-FFF2-40B4-BE49-F238E27FC236}">
                <a16:creationId xmlns:a16="http://schemas.microsoft.com/office/drawing/2014/main" id="{0A3135CE-F4E4-950B-7604-E7B856641A35}"/>
              </a:ext>
            </a:extLst>
          </p:cNvPr>
          <p:cNvSpPr/>
          <p:nvPr/>
        </p:nvSpPr>
        <p:spPr>
          <a:xfrm>
            <a:off x="9410076" y="2562669"/>
            <a:ext cx="64008" cy="64008"/>
          </a:xfrm>
          <a:prstGeom prst="ellipse">
            <a:avLst/>
          </a:prstGeom>
          <a:solidFill>
            <a:srgbClr val="2B6777"/>
          </a:solidFill>
          <a:ln/>
        </p:spPr>
        <p:txBody>
          <a:bodyPr/>
          <a:lstStyle/>
          <a:p>
            <a:endParaRPr lang="ja-JP" altLang="en-US"/>
          </a:p>
        </p:txBody>
      </p:sp>
      <p:sp>
        <p:nvSpPr>
          <p:cNvPr id="185" name="Shape 92">
            <a:extLst>
              <a:ext uri="{FF2B5EF4-FFF2-40B4-BE49-F238E27FC236}">
                <a16:creationId xmlns:a16="http://schemas.microsoft.com/office/drawing/2014/main" id="{08A6DF61-0352-0A73-0B1D-BC20A3B3C51D}"/>
              </a:ext>
            </a:extLst>
          </p:cNvPr>
          <p:cNvSpPr/>
          <p:nvPr/>
        </p:nvSpPr>
        <p:spPr>
          <a:xfrm>
            <a:off x="9354739" y="2962737"/>
            <a:ext cx="64008" cy="64008"/>
          </a:xfrm>
          <a:prstGeom prst="ellipse">
            <a:avLst/>
          </a:prstGeom>
          <a:solidFill>
            <a:srgbClr val="2B6777"/>
          </a:solidFill>
          <a:ln/>
        </p:spPr>
        <p:txBody>
          <a:bodyPr/>
          <a:lstStyle/>
          <a:p>
            <a:endParaRPr lang="ja-JP" altLang="en-US"/>
          </a:p>
        </p:txBody>
      </p:sp>
      <p:sp>
        <p:nvSpPr>
          <p:cNvPr id="187" name="Shape 93">
            <a:extLst>
              <a:ext uri="{FF2B5EF4-FFF2-40B4-BE49-F238E27FC236}">
                <a16:creationId xmlns:a16="http://schemas.microsoft.com/office/drawing/2014/main" id="{09D325FA-0D74-36CD-4094-917C894B625A}"/>
              </a:ext>
            </a:extLst>
          </p:cNvPr>
          <p:cNvSpPr/>
          <p:nvPr/>
        </p:nvSpPr>
        <p:spPr>
          <a:xfrm>
            <a:off x="10741188" y="2972800"/>
            <a:ext cx="64008" cy="64008"/>
          </a:xfrm>
          <a:prstGeom prst="ellipse">
            <a:avLst/>
          </a:prstGeom>
          <a:solidFill>
            <a:srgbClr val="2B6777"/>
          </a:solidFill>
          <a:ln/>
        </p:spPr>
        <p:txBody>
          <a:bodyPr/>
          <a:lstStyle/>
          <a:p>
            <a:endParaRPr lang="ja-JP" altLang="en-US"/>
          </a:p>
        </p:txBody>
      </p:sp>
      <p:sp>
        <p:nvSpPr>
          <p:cNvPr id="189" name="Shape 94">
            <a:extLst>
              <a:ext uri="{FF2B5EF4-FFF2-40B4-BE49-F238E27FC236}">
                <a16:creationId xmlns:a16="http://schemas.microsoft.com/office/drawing/2014/main" id="{EA2DCC43-0B66-9149-BB06-A080F955E7AC}"/>
              </a:ext>
            </a:extLst>
          </p:cNvPr>
          <p:cNvSpPr/>
          <p:nvPr/>
        </p:nvSpPr>
        <p:spPr>
          <a:xfrm>
            <a:off x="9624564" y="2648699"/>
            <a:ext cx="64008" cy="64008"/>
          </a:xfrm>
          <a:prstGeom prst="ellipse">
            <a:avLst/>
          </a:prstGeom>
          <a:solidFill>
            <a:srgbClr val="2B6777"/>
          </a:solidFill>
          <a:ln/>
        </p:spPr>
        <p:txBody>
          <a:bodyPr/>
          <a:lstStyle/>
          <a:p>
            <a:endParaRPr lang="ja-JP" altLang="en-US"/>
          </a:p>
        </p:txBody>
      </p:sp>
      <p:sp>
        <p:nvSpPr>
          <p:cNvPr id="191" name="Shape 95">
            <a:extLst>
              <a:ext uri="{FF2B5EF4-FFF2-40B4-BE49-F238E27FC236}">
                <a16:creationId xmlns:a16="http://schemas.microsoft.com/office/drawing/2014/main" id="{8AE9FDD5-20B9-5F2D-5B9C-B12D669BF418}"/>
              </a:ext>
            </a:extLst>
          </p:cNvPr>
          <p:cNvSpPr/>
          <p:nvPr/>
        </p:nvSpPr>
        <p:spPr>
          <a:xfrm>
            <a:off x="9767076" y="2673355"/>
            <a:ext cx="64008" cy="64008"/>
          </a:xfrm>
          <a:prstGeom prst="ellipse">
            <a:avLst/>
          </a:prstGeom>
          <a:solidFill>
            <a:srgbClr val="2B6777"/>
          </a:solidFill>
          <a:ln/>
        </p:spPr>
        <p:txBody>
          <a:bodyPr/>
          <a:lstStyle/>
          <a:p>
            <a:endParaRPr lang="ja-JP" altLang="en-US"/>
          </a:p>
        </p:txBody>
      </p:sp>
      <p:sp>
        <p:nvSpPr>
          <p:cNvPr id="193" name="Shape 96">
            <a:extLst>
              <a:ext uri="{FF2B5EF4-FFF2-40B4-BE49-F238E27FC236}">
                <a16:creationId xmlns:a16="http://schemas.microsoft.com/office/drawing/2014/main" id="{E0356B09-8653-75DE-E9F3-74E54C25061A}"/>
              </a:ext>
            </a:extLst>
          </p:cNvPr>
          <p:cNvSpPr/>
          <p:nvPr/>
        </p:nvSpPr>
        <p:spPr>
          <a:xfrm>
            <a:off x="10549980" y="2381004"/>
            <a:ext cx="64008" cy="64008"/>
          </a:xfrm>
          <a:prstGeom prst="ellipse">
            <a:avLst/>
          </a:prstGeom>
          <a:solidFill>
            <a:srgbClr val="2B6777"/>
          </a:solidFill>
          <a:ln/>
        </p:spPr>
        <p:txBody>
          <a:bodyPr/>
          <a:lstStyle/>
          <a:p>
            <a:endParaRPr lang="ja-JP" altLang="en-US"/>
          </a:p>
        </p:txBody>
      </p:sp>
      <p:sp>
        <p:nvSpPr>
          <p:cNvPr id="195" name="Shape 97">
            <a:extLst>
              <a:ext uri="{FF2B5EF4-FFF2-40B4-BE49-F238E27FC236}">
                <a16:creationId xmlns:a16="http://schemas.microsoft.com/office/drawing/2014/main" id="{D9C31DD1-B4B7-51D4-2384-8C24988F772B}"/>
              </a:ext>
            </a:extLst>
          </p:cNvPr>
          <p:cNvSpPr/>
          <p:nvPr/>
        </p:nvSpPr>
        <p:spPr>
          <a:xfrm>
            <a:off x="10585328" y="2382102"/>
            <a:ext cx="64008" cy="64008"/>
          </a:xfrm>
          <a:prstGeom prst="ellipse">
            <a:avLst/>
          </a:prstGeom>
          <a:solidFill>
            <a:srgbClr val="2B6777"/>
          </a:solidFill>
          <a:ln/>
        </p:spPr>
        <p:txBody>
          <a:bodyPr/>
          <a:lstStyle/>
          <a:p>
            <a:endParaRPr lang="ja-JP" altLang="en-US"/>
          </a:p>
        </p:txBody>
      </p:sp>
      <p:sp>
        <p:nvSpPr>
          <p:cNvPr id="197" name="Shape 98">
            <a:extLst>
              <a:ext uri="{FF2B5EF4-FFF2-40B4-BE49-F238E27FC236}">
                <a16:creationId xmlns:a16="http://schemas.microsoft.com/office/drawing/2014/main" id="{64C4490B-33B7-E0E2-1ED4-554C62333351}"/>
              </a:ext>
            </a:extLst>
          </p:cNvPr>
          <p:cNvSpPr/>
          <p:nvPr/>
        </p:nvSpPr>
        <p:spPr>
          <a:xfrm>
            <a:off x="10791996" y="2404887"/>
            <a:ext cx="64008" cy="64008"/>
          </a:xfrm>
          <a:prstGeom prst="ellipse">
            <a:avLst/>
          </a:prstGeom>
          <a:solidFill>
            <a:srgbClr val="2B6777"/>
          </a:solidFill>
          <a:ln/>
        </p:spPr>
        <p:txBody>
          <a:bodyPr/>
          <a:lstStyle/>
          <a:p>
            <a:endParaRPr lang="ja-JP" altLang="en-US"/>
          </a:p>
        </p:txBody>
      </p:sp>
      <p:sp>
        <p:nvSpPr>
          <p:cNvPr id="199" name="Shape 99">
            <a:extLst>
              <a:ext uri="{FF2B5EF4-FFF2-40B4-BE49-F238E27FC236}">
                <a16:creationId xmlns:a16="http://schemas.microsoft.com/office/drawing/2014/main" id="{53737FC8-708E-6715-8A4E-96668F02BE50}"/>
              </a:ext>
            </a:extLst>
          </p:cNvPr>
          <p:cNvSpPr/>
          <p:nvPr/>
        </p:nvSpPr>
        <p:spPr>
          <a:xfrm>
            <a:off x="10513109" y="2296509"/>
            <a:ext cx="64008" cy="64008"/>
          </a:xfrm>
          <a:prstGeom prst="ellipse">
            <a:avLst/>
          </a:prstGeom>
          <a:solidFill>
            <a:srgbClr val="2B6777"/>
          </a:solidFill>
          <a:ln/>
        </p:spPr>
        <p:txBody>
          <a:bodyPr/>
          <a:lstStyle/>
          <a:p>
            <a:endParaRPr lang="ja-JP" altLang="en-US"/>
          </a:p>
        </p:txBody>
      </p:sp>
      <p:sp>
        <p:nvSpPr>
          <p:cNvPr id="201" name="Shape 100">
            <a:extLst>
              <a:ext uri="{FF2B5EF4-FFF2-40B4-BE49-F238E27FC236}">
                <a16:creationId xmlns:a16="http://schemas.microsoft.com/office/drawing/2014/main" id="{4DB3BFCE-1937-45C8-6C04-B083FD0BBFFF}"/>
              </a:ext>
            </a:extLst>
          </p:cNvPr>
          <p:cNvSpPr/>
          <p:nvPr/>
        </p:nvSpPr>
        <p:spPr>
          <a:xfrm>
            <a:off x="10593943" y="2426828"/>
            <a:ext cx="64008" cy="64008"/>
          </a:xfrm>
          <a:prstGeom prst="ellipse">
            <a:avLst/>
          </a:prstGeom>
          <a:solidFill>
            <a:srgbClr val="2B6777"/>
          </a:solidFill>
          <a:ln/>
        </p:spPr>
        <p:txBody>
          <a:bodyPr/>
          <a:lstStyle/>
          <a:p>
            <a:endParaRPr lang="ja-JP" altLang="en-US"/>
          </a:p>
        </p:txBody>
      </p:sp>
      <p:sp>
        <p:nvSpPr>
          <p:cNvPr id="203" name="Shape 101">
            <a:extLst>
              <a:ext uri="{FF2B5EF4-FFF2-40B4-BE49-F238E27FC236}">
                <a16:creationId xmlns:a16="http://schemas.microsoft.com/office/drawing/2014/main" id="{24190A98-73A6-1AE3-A7A6-5858347E40AE}"/>
              </a:ext>
            </a:extLst>
          </p:cNvPr>
          <p:cNvSpPr/>
          <p:nvPr/>
        </p:nvSpPr>
        <p:spPr>
          <a:xfrm>
            <a:off x="10593703" y="2445687"/>
            <a:ext cx="64008" cy="64008"/>
          </a:xfrm>
          <a:prstGeom prst="ellipse">
            <a:avLst/>
          </a:prstGeom>
          <a:solidFill>
            <a:srgbClr val="2B6777"/>
          </a:solidFill>
          <a:ln/>
        </p:spPr>
        <p:txBody>
          <a:bodyPr/>
          <a:lstStyle/>
          <a:p>
            <a:endParaRPr lang="ja-JP" altLang="en-US"/>
          </a:p>
        </p:txBody>
      </p:sp>
      <p:sp>
        <p:nvSpPr>
          <p:cNvPr id="205" name="Shape 102">
            <a:extLst>
              <a:ext uri="{FF2B5EF4-FFF2-40B4-BE49-F238E27FC236}">
                <a16:creationId xmlns:a16="http://schemas.microsoft.com/office/drawing/2014/main" id="{297C2E2C-B1B7-FB12-EDA5-47D4CB0630C4}"/>
              </a:ext>
            </a:extLst>
          </p:cNvPr>
          <p:cNvSpPr/>
          <p:nvPr/>
        </p:nvSpPr>
        <p:spPr>
          <a:xfrm>
            <a:off x="10740814" y="2407906"/>
            <a:ext cx="64008" cy="64008"/>
          </a:xfrm>
          <a:prstGeom prst="ellipse">
            <a:avLst/>
          </a:prstGeom>
          <a:solidFill>
            <a:srgbClr val="2B6777"/>
          </a:solidFill>
          <a:ln/>
        </p:spPr>
        <p:txBody>
          <a:bodyPr/>
          <a:lstStyle/>
          <a:p>
            <a:endParaRPr lang="ja-JP" altLang="en-US"/>
          </a:p>
        </p:txBody>
      </p:sp>
      <p:sp>
        <p:nvSpPr>
          <p:cNvPr id="207" name="Shape 103">
            <a:extLst>
              <a:ext uri="{FF2B5EF4-FFF2-40B4-BE49-F238E27FC236}">
                <a16:creationId xmlns:a16="http://schemas.microsoft.com/office/drawing/2014/main" id="{F0C5178E-1C9B-1588-F3C9-8A13D7A9F3BD}"/>
              </a:ext>
            </a:extLst>
          </p:cNvPr>
          <p:cNvSpPr/>
          <p:nvPr/>
        </p:nvSpPr>
        <p:spPr>
          <a:xfrm>
            <a:off x="10687266" y="2368531"/>
            <a:ext cx="64008" cy="64008"/>
          </a:xfrm>
          <a:prstGeom prst="ellipse">
            <a:avLst/>
          </a:prstGeom>
          <a:solidFill>
            <a:srgbClr val="2B6777"/>
          </a:solidFill>
          <a:ln/>
        </p:spPr>
        <p:txBody>
          <a:bodyPr/>
          <a:lstStyle/>
          <a:p>
            <a:endParaRPr lang="ja-JP" altLang="en-US"/>
          </a:p>
        </p:txBody>
      </p:sp>
      <p:sp>
        <p:nvSpPr>
          <p:cNvPr id="209" name="Text 104">
            <a:extLst>
              <a:ext uri="{FF2B5EF4-FFF2-40B4-BE49-F238E27FC236}">
                <a16:creationId xmlns:a16="http://schemas.microsoft.com/office/drawing/2014/main" id="{B24D0AC4-1A8F-58DC-3DD2-904DD0DA79D0}"/>
              </a:ext>
            </a:extLst>
          </p:cNvPr>
          <p:cNvSpPr/>
          <p:nvPr/>
        </p:nvSpPr>
        <p:spPr>
          <a:xfrm>
            <a:off x="8183880" y="3516087"/>
            <a:ext cx="2971800" cy="320040"/>
          </a:xfrm>
          <a:prstGeom prst="rect">
            <a:avLst/>
          </a:prstGeom>
          <a:noFill/>
          <a:ln/>
        </p:spPr>
        <p:txBody>
          <a:bodyPr wrap="square" lIns="0" tIns="0" rIns="0" bIns="0" rtlCol="0" anchor="ctr"/>
          <a:lstStyle/>
          <a:p>
            <a:pPr marL="0" indent="0">
              <a:buNone/>
            </a:pPr>
            <a:r>
              <a:rPr lang="ja-JP" altLang="en-US" sz="1600" b="1" dirty="0">
                <a:solidFill>
                  <a:srgbClr val="0070C0"/>
                </a:solidFill>
                <a:ea typeface="Yu Gothic" pitchFamily="34" charset="-122"/>
                <a:cs typeface="Yu Gothic" pitchFamily="34" charset="-120"/>
              </a:rPr>
              <a:t>相関係数</a:t>
            </a:r>
            <a:r>
              <a:rPr lang="en-US" altLang="ja-JP" sz="1600" b="1" dirty="0">
                <a:solidFill>
                  <a:srgbClr val="0070C0"/>
                </a:solidFill>
                <a:ea typeface="Yu Gothic" pitchFamily="34" charset="-122"/>
                <a:cs typeface="Yu Gothic" pitchFamily="34" charset="-120"/>
              </a:rPr>
              <a:t>: </a:t>
            </a:r>
            <a:r>
              <a:rPr lang="en-US" altLang="ja-JP" sz="1600" b="1">
                <a:solidFill>
                  <a:srgbClr val="0070C0"/>
                </a:solidFill>
                <a:ea typeface="Yu Gothic" pitchFamily="34" charset="-122"/>
                <a:cs typeface="Yu Gothic" pitchFamily="34" charset="-120"/>
              </a:rPr>
              <a:t>✕ </a:t>
            </a:r>
            <a:r>
              <a:rPr lang="ja-JP" altLang="en-US" sz="1600" b="1" dirty="0">
                <a:solidFill>
                  <a:srgbClr val="0070C0"/>
                </a:solidFill>
                <a:ea typeface="Yu Gothic" pitchFamily="34" charset="-122"/>
                <a:cs typeface="Yu Gothic" pitchFamily="34" charset="-120"/>
              </a:rPr>
              <a:t>見逃してしまう</a:t>
            </a:r>
            <a:endParaRPr lang="en-US" altLang="ja-JP" sz="1600" dirty="0">
              <a:solidFill>
                <a:srgbClr val="0070C0"/>
              </a:solidFill>
            </a:endParaRPr>
          </a:p>
        </p:txBody>
      </p:sp>
      <p:sp>
        <p:nvSpPr>
          <p:cNvPr id="211" name="Shape 105">
            <a:extLst>
              <a:ext uri="{FF2B5EF4-FFF2-40B4-BE49-F238E27FC236}">
                <a16:creationId xmlns:a16="http://schemas.microsoft.com/office/drawing/2014/main" id="{E13685EA-85A4-290E-7FFF-4532F2CBA268}"/>
              </a:ext>
            </a:extLst>
          </p:cNvPr>
          <p:cNvSpPr/>
          <p:nvPr/>
        </p:nvSpPr>
        <p:spPr>
          <a:xfrm>
            <a:off x="548640" y="4293326"/>
            <a:ext cx="4754880" cy="1802674"/>
          </a:xfrm>
          <a:prstGeom prst="roundRect">
            <a:avLst>
              <a:gd name="adj" fmla="val 5714"/>
            </a:avLst>
          </a:prstGeom>
          <a:solidFill>
            <a:srgbClr val="FFF6F2"/>
          </a:solidFill>
          <a:ln w="12700">
            <a:solidFill>
              <a:srgbClr val="E0562B"/>
            </a:solidFill>
            <a:prstDash val="solid"/>
          </a:ln>
        </p:spPr>
        <p:txBody>
          <a:bodyPr/>
          <a:lstStyle/>
          <a:p>
            <a:endParaRPr lang="ja-JP" altLang="en-US"/>
          </a:p>
        </p:txBody>
      </p:sp>
      <p:sp>
        <p:nvSpPr>
          <p:cNvPr id="213" name="Text 106">
            <a:extLst>
              <a:ext uri="{FF2B5EF4-FFF2-40B4-BE49-F238E27FC236}">
                <a16:creationId xmlns:a16="http://schemas.microsoft.com/office/drawing/2014/main" id="{F3E15109-8766-2B2C-4273-ED758A362D1E}"/>
              </a:ext>
            </a:extLst>
          </p:cNvPr>
          <p:cNvSpPr/>
          <p:nvPr/>
        </p:nvSpPr>
        <p:spPr>
          <a:xfrm>
            <a:off x="777240" y="4384767"/>
            <a:ext cx="4297680" cy="320040"/>
          </a:xfrm>
          <a:prstGeom prst="rect">
            <a:avLst/>
          </a:prstGeom>
          <a:noFill/>
          <a:ln/>
        </p:spPr>
        <p:txBody>
          <a:bodyPr wrap="square" lIns="0" tIns="0" rIns="0" bIns="0" rtlCol="0" anchor="ctr"/>
          <a:lstStyle/>
          <a:p>
            <a:pPr marL="0" indent="0" algn="ctr">
              <a:buNone/>
            </a:pPr>
            <a:r>
              <a:rPr lang="ja-JP" altLang="en-US" sz="2000" b="1" noProof="0" dirty="0">
                <a:solidFill>
                  <a:srgbClr val="E0562B"/>
                </a:solidFill>
                <a:ea typeface="Yu Gothic" pitchFamily="34" charset="-122"/>
                <a:cs typeface="Yu Gothic" pitchFamily="34" charset="-120"/>
              </a:rPr>
              <a:t>相関係数</a:t>
            </a:r>
            <a:r>
              <a:rPr lang="ja-JP" sz="2000" b="1" noProof="0" dirty="0">
                <a:solidFill>
                  <a:srgbClr val="E0562B"/>
                </a:solidFill>
                <a:ea typeface="Yu Gothic" pitchFamily="34" charset="-122"/>
                <a:cs typeface="Yu Gothic" pitchFamily="34" charset="-120"/>
              </a:rPr>
              <a:t>(</a:t>
            </a:r>
            <a:r>
              <a:rPr lang="ja-JP" altLang="en-US" sz="2000" b="1" dirty="0">
                <a:solidFill>
                  <a:srgbClr val="E0562B"/>
                </a:solidFill>
                <a:ea typeface="Yu Gothic" pitchFamily="34" charset="-122"/>
                <a:cs typeface="Yu Gothic" pitchFamily="34" charset="-120"/>
              </a:rPr>
              <a:t>ピアソン相関</a:t>
            </a:r>
            <a:r>
              <a:rPr lang="ja-JP" sz="2000" b="1" noProof="0" dirty="0">
                <a:solidFill>
                  <a:srgbClr val="E0562B"/>
                </a:solidFill>
                <a:ea typeface="Yu Gothic" pitchFamily="34" charset="-122"/>
                <a:cs typeface="Yu Gothic" pitchFamily="34" charset="-120"/>
              </a:rPr>
              <a:t>)</a:t>
            </a:r>
            <a:r>
              <a:rPr lang="ja-JP" altLang="en-US" sz="2000" b="1" dirty="0">
                <a:solidFill>
                  <a:srgbClr val="E0562B"/>
                </a:solidFill>
                <a:ea typeface="Yu Gothic" pitchFamily="34" charset="-122"/>
                <a:cs typeface="Yu Gothic" pitchFamily="34" charset="-120"/>
              </a:rPr>
              <a:t>の限界</a:t>
            </a:r>
            <a:endParaRPr lang="en-US" altLang="ja-JP" sz="2000" b="1" dirty="0"/>
          </a:p>
        </p:txBody>
      </p:sp>
      <p:sp>
        <p:nvSpPr>
          <p:cNvPr id="217" name="Shape 108">
            <a:extLst>
              <a:ext uri="{FF2B5EF4-FFF2-40B4-BE49-F238E27FC236}">
                <a16:creationId xmlns:a16="http://schemas.microsoft.com/office/drawing/2014/main" id="{7231D107-202A-923A-1BF1-B3F07F39B15F}"/>
              </a:ext>
            </a:extLst>
          </p:cNvPr>
          <p:cNvSpPr/>
          <p:nvPr/>
        </p:nvSpPr>
        <p:spPr>
          <a:xfrm>
            <a:off x="5440680" y="4659087"/>
            <a:ext cx="640080" cy="320040"/>
          </a:xfrm>
          <a:prstGeom prst="rightArrow">
            <a:avLst/>
          </a:prstGeom>
          <a:solidFill>
            <a:srgbClr val="5C6B7A"/>
          </a:solidFill>
          <a:ln/>
        </p:spPr>
        <p:txBody>
          <a:bodyPr/>
          <a:lstStyle/>
          <a:p>
            <a:endParaRPr lang="ja-JP" altLang="en-US"/>
          </a:p>
        </p:txBody>
      </p:sp>
      <p:sp>
        <p:nvSpPr>
          <p:cNvPr id="219" name="Shape 109">
            <a:extLst>
              <a:ext uri="{FF2B5EF4-FFF2-40B4-BE49-F238E27FC236}">
                <a16:creationId xmlns:a16="http://schemas.microsoft.com/office/drawing/2014/main" id="{9E952590-AD1C-99DA-F481-00AC2166688D}"/>
              </a:ext>
            </a:extLst>
          </p:cNvPr>
          <p:cNvSpPr/>
          <p:nvPr/>
        </p:nvSpPr>
        <p:spPr>
          <a:xfrm>
            <a:off x="6217920" y="4293326"/>
            <a:ext cx="5422392" cy="1802674"/>
          </a:xfrm>
          <a:prstGeom prst="roundRect">
            <a:avLst>
              <a:gd name="adj" fmla="val 5714"/>
            </a:avLst>
          </a:prstGeom>
          <a:solidFill>
            <a:srgbClr val="E7F2EC"/>
          </a:solidFill>
          <a:ln w="12700">
            <a:solidFill>
              <a:srgbClr val="2E7D5B"/>
            </a:solidFill>
            <a:prstDash val="solid"/>
          </a:ln>
        </p:spPr>
        <p:txBody>
          <a:bodyPr/>
          <a:lstStyle/>
          <a:p>
            <a:endParaRPr lang="ja-JP" altLang="en-US" dirty="0"/>
          </a:p>
        </p:txBody>
      </p:sp>
      <p:sp>
        <p:nvSpPr>
          <p:cNvPr id="221" name="Text 110">
            <a:extLst>
              <a:ext uri="{FF2B5EF4-FFF2-40B4-BE49-F238E27FC236}">
                <a16:creationId xmlns:a16="http://schemas.microsoft.com/office/drawing/2014/main" id="{14DB4CA5-3BA7-DF79-99EF-9DF27CCDE6D4}"/>
              </a:ext>
            </a:extLst>
          </p:cNvPr>
          <p:cNvSpPr/>
          <p:nvPr/>
        </p:nvSpPr>
        <p:spPr>
          <a:xfrm>
            <a:off x="6446520" y="4384767"/>
            <a:ext cx="4937760" cy="320040"/>
          </a:xfrm>
          <a:prstGeom prst="rect">
            <a:avLst/>
          </a:prstGeom>
          <a:noFill/>
          <a:ln/>
        </p:spPr>
        <p:txBody>
          <a:bodyPr wrap="square" lIns="0" tIns="0" rIns="0" bIns="0" rtlCol="0" anchor="ctr"/>
          <a:lstStyle/>
          <a:p>
            <a:pPr marL="0" indent="0" algn="ctr">
              <a:buNone/>
            </a:pPr>
            <a:r>
              <a:rPr lang="ja-JP" altLang="en-US" sz="2000" b="1" dirty="0">
                <a:solidFill>
                  <a:srgbClr val="2E7D5B"/>
                </a:solidFill>
                <a:ea typeface="Yu Gothic" pitchFamily="34" charset="-122"/>
                <a:cs typeface="Yu Gothic" pitchFamily="34" charset="-120"/>
              </a:rPr>
              <a:t>コピュラで捉えられること</a:t>
            </a:r>
            <a:endParaRPr lang="en-US" altLang="ja-JP" sz="2000" b="1" dirty="0"/>
          </a:p>
        </p:txBody>
      </p:sp>
      <p:sp>
        <p:nvSpPr>
          <p:cNvPr id="229" name="テキスト ボックス 228">
            <a:extLst>
              <a:ext uri="{FF2B5EF4-FFF2-40B4-BE49-F238E27FC236}">
                <a16:creationId xmlns:a16="http://schemas.microsoft.com/office/drawing/2014/main" id="{79C789E6-CD8F-E23C-8913-BDC3FCE2B41F}"/>
              </a:ext>
            </a:extLst>
          </p:cNvPr>
          <p:cNvSpPr txBox="1"/>
          <p:nvPr/>
        </p:nvSpPr>
        <p:spPr>
          <a:xfrm>
            <a:off x="635927" y="4724670"/>
            <a:ext cx="4423891" cy="1200329"/>
          </a:xfrm>
          <a:prstGeom prst="rect">
            <a:avLst/>
          </a:prstGeom>
          <a:noFill/>
        </p:spPr>
        <p:txBody>
          <a:bodyPr wrap="square">
            <a:spAutoFit/>
          </a:bodyPr>
          <a:lstStyle/>
          <a:p>
            <a:pPr marL="0" indent="0">
              <a:buNone/>
            </a:pPr>
            <a:r>
              <a:rPr lang="ja-JP" altLang="ja-JP" noProof="0" dirty="0">
                <a:solidFill>
                  <a:srgbClr val="1F2933"/>
                </a:solidFill>
                <a:ea typeface="Yu Gothic" pitchFamily="34" charset="-122"/>
                <a:cs typeface="Yu Gothic" pitchFamily="34" charset="-120"/>
              </a:rPr>
              <a:t>「線形な関係の強さ」しか測れない指標のため、②</a:t>
            </a:r>
            <a:r>
              <a:rPr lang="ja-JP" altLang="en-US" noProof="0" dirty="0">
                <a:solidFill>
                  <a:srgbClr val="1F2933"/>
                </a:solidFill>
                <a:ea typeface="Yu Gothic" pitchFamily="34" charset="-122"/>
                <a:cs typeface="Yu Gothic" pitchFamily="34" charset="-120"/>
              </a:rPr>
              <a:t>や</a:t>
            </a:r>
            <a:r>
              <a:rPr lang="ja-JP" altLang="ja-JP" noProof="0" dirty="0">
                <a:solidFill>
                  <a:srgbClr val="1F2933"/>
                </a:solidFill>
                <a:ea typeface="Yu Gothic" pitchFamily="34" charset="-122"/>
                <a:cs typeface="Yu Gothic" pitchFamily="34" charset="-120"/>
              </a:rPr>
              <a:t>③のような関係を「関係なし」と見誤り、拡張時に壊してしまう恐れがある</a:t>
            </a:r>
            <a:endParaRPr lang="ja-JP" altLang="ja-JP" noProof="0" dirty="0"/>
          </a:p>
        </p:txBody>
      </p:sp>
      <p:sp>
        <p:nvSpPr>
          <p:cNvPr id="230" name="テキスト ボックス 229">
            <a:extLst>
              <a:ext uri="{FF2B5EF4-FFF2-40B4-BE49-F238E27FC236}">
                <a16:creationId xmlns:a16="http://schemas.microsoft.com/office/drawing/2014/main" id="{2E7230DC-B851-C216-920B-2257660EE100}"/>
              </a:ext>
            </a:extLst>
          </p:cNvPr>
          <p:cNvSpPr txBox="1"/>
          <p:nvPr/>
        </p:nvSpPr>
        <p:spPr>
          <a:xfrm>
            <a:off x="6362645" y="4716358"/>
            <a:ext cx="5130545" cy="1200329"/>
          </a:xfrm>
          <a:prstGeom prst="rect">
            <a:avLst/>
          </a:prstGeom>
          <a:noFill/>
        </p:spPr>
        <p:txBody>
          <a:bodyPr wrap="square" rtlCol="0">
            <a:spAutoFit/>
          </a:bodyPr>
          <a:lstStyle/>
          <a:p>
            <a:r>
              <a:rPr lang="ja-JP" altLang="en-US" dirty="0">
                <a:solidFill>
                  <a:srgbClr val="1F2933"/>
                </a:solidFill>
                <a:ea typeface="Yu Gothic" pitchFamily="34" charset="-122"/>
                <a:cs typeface="Yu Gothic" pitchFamily="34" charset="-120"/>
              </a:rPr>
              <a:t>変数の分布の形に関係なく、</a:t>
            </a:r>
            <a:endParaRPr lang="en-US" altLang="ja-JP" dirty="0">
              <a:solidFill>
                <a:srgbClr val="1F2933"/>
              </a:solidFill>
              <a:ea typeface="Yu Gothic" pitchFamily="34" charset="-122"/>
              <a:cs typeface="Yu Gothic" pitchFamily="34" charset="-120"/>
            </a:endParaRPr>
          </a:p>
          <a:p>
            <a:r>
              <a:rPr lang="ja-JP" altLang="en-US" dirty="0">
                <a:solidFill>
                  <a:srgbClr val="1F2933"/>
                </a:solidFill>
                <a:ea typeface="Yu Gothic" pitchFamily="34" charset="-122"/>
                <a:cs typeface="Yu Gothic" pitchFamily="34" charset="-120"/>
              </a:rPr>
              <a:t>①線形 ②非線形 ③極端な値どうしの連動</a:t>
            </a:r>
            <a:endParaRPr lang="en-US" altLang="ja-JP" dirty="0">
              <a:solidFill>
                <a:srgbClr val="1F2933"/>
              </a:solidFill>
              <a:ea typeface="Yu Gothic" pitchFamily="34" charset="-122"/>
              <a:cs typeface="Yu Gothic" pitchFamily="34" charset="-120"/>
            </a:endParaRPr>
          </a:p>
          <a:p>
            <a:r>
              <a:rPr lang="ja-JP" altLang="en-US" dirty="0">
                <a:solidFill>
                  <a:srgbClr val="1F2933"/>
                </a:solidFill>
                <a:ea typeface="Yu Gothic" pitchFamily="34" charset="-122"/>
                <a:cs typeface="Yu Gothic" pitchFamily="34" charset="-120"/>
              </a:rPr>
              <a:t>まで含めた依存構造を直接捉えられる</a:t>
            </a:r>
            <a:endParaRPr lang="en-US" altLang="ja-JP" dirty="0"/>
          </a:p>
          <a:p>
            <a:endParaRPr kumimoji="1" lang="ja-JP" altLang="en-US" dirty="0"/>
          </a:p>
        </p:txBody>
      </p:sp>
    </p:spTree>
    <p:extLst>
      <p:ext uri="{BB962C8B-B14F-4D97-AF65-F5344CB8AC3E}">
        <p14:creationId xmlns:p14="http://schemas.microsoft.com/office/powerpoint/2010/main" val="4034522240"/>
      </p:ext>
    </p:extLst>
  </p:cSld>
  <p:clrMapOvr>
    <a:masterClrMapping/>
  </p:clrMapOvr>
</p:sld>
</file>

<file path=ppt/slides/slide10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983F883-60C6-4EE7-8F8C-71B7390292E6}"/>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今回の進捗と発表の流れ</a:t>
            </a:r>
          </a:p>
        </p:txBody>
      </p:sp>
      <p:sp>
        <p:nvSpPr>
          <p:cNvPr id="2" name="">
            <a:extLst xmlns:a="http://schemas.openxmlformats.org/drawingml/2006/main">
              <a:ext uri="{FF2B5EF4-FFF2-40B4-BE49-F238E27FC236}">
                <a16:creationId xmlns:a16="http://schemas.microsoft.com/office/drawing/2014/main" id="{535B9C49-2D6E-46F3-A95D-B772EACD18C2}"/>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9881941-6116-4F77-B634-3D48B1D0E8CD}"/>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前回決めた問題設定に対し、データ拡張の生成方法を具体化する。</a:t>
            </a:r>
          </a:p>
        </p:txBody>
      </p:sp>
      <p:sp>
        <p:nvSpPr>
          <p:cNvPr id="4" name="">
            <a:extLst xmlns:a="http://schemas.openxmlformats.org/drawingml/2006/main">
              <a:ext uri="{FF2B5EF4-FFF2-40B4-BE49-F238E27FC236}">
                <a16:creationId xmlns:a16="http://schemas.microsoft.com/office/drawing/2014/main" id="{D416A869-8A9A-40D9-A907-6A8CFFC451C1}"/>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研究の位置づけ</a:t>
            </a:r>
          </a:p>
        </p:txBody>
      </p:sp>
      <p:sp>
        <p:nvSpPr>
          <p:cNvPr id="5" name="">
            <a:extLst xmlns:a="http://schemas.openxmlformats.org/drawingml/2006/main">
              <a:ext uri="{FF2B5EF4-FFF2-40B4-BE49-F238E27FC236}">
                <a16:creationId xmlns:a16="http://schemas.microsoft.com/office/drawing/2014/main" id="{B5DFC8A5-D39C-4DD7-B43C-C53166828D23}"/>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a:t>
            </a:r>
          </a:p>
        </p:txBody>
      </p:sp>
      <p:sp>
        <p:nvSpPr>
          <p:cNvPr id="6" name="">
            <a:extLst xmlns:a="http://schemas.openxmlformats.org/drawingml/2006/main">
              <a:ext uri="{FF2B5EF4-FFF2-40B4-BE49-F238E27FC236}">
                <a16:creationId xmlns:a16="http://schemas.microsoft.com/office/drawing/2014/main" id="{CD6F4EC7-CE6D-4F00-9B8F-8179D86D387F}"/>
              </a:ext>
            </a:extLst>
          </p:cNvPr>
          <p:cNvSpPr>
            <a:spLocks xmlns:a="http://schemas.openxmlformats.org/drawingml/2006/main" noGrp="1"/>
          </p:cNvSpPr>
          <p:nvPr/>
        </p:nvSpPr>
        <p:spPr>
          <a:xfrm xmlns:a="http://schemas.openxmlformats.org/drawingml/2006/main">
            <a:off x="552450" y="1933575"/>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95B58F93-AE8A-4298-B03F-796B268E14ED}"/>
              </a:ext>
            </a:extLst>
          </p:cNvPr>
          <p:cNvSpPr>
            <a:spLocks xmlns:a="http://schemas.openxmlformats.org/drawingml/2006/main" noGrp="1"/>
          </p:cNvSpPr>
          <p:nvPr/>
        </p:nvSpPr>
        <p:spPr>
          <a:xfrm xmlns:a="http://schemas.openxmlformats.org/drawingml/2006/main">
            <a:off x="1257300" y="1933575"/>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具体例：列ごとの分布と、列どうしの関係を分ける</a:t>
            </a:r>
          </a:p>
        </p:txBody>
      </p:sp>
      <p:sp>
        <p:nvSpPr>
          <p:cNvPr id="8" name="">
            <a:extLst xmlns:a="http://schemas.openxmlformats.org/drawingml/2006/main">
              <a:ext uri="{FF2B5EF4-FFF2-40B4-BE49-F238E27FC236}">
                <a16:creationId xmlns:a16="http://schemas.microsoft.com/office/drawing/2014/main" id="{2FB17993-45F7-4D14-A3A7-3F6FCFB08186}"/>
              </a:ext>
            </a:extLst>
          </p:cNvPr>
          <p:cNvSpPr>
            <a:spLocks xmlns:a="http://schemas.openxmlformats.org/drawingml/2006/main" noGrp="1"/>
          </p:cNvSpPr>
          <p:nvPr/>
        </p:nvSpPr>
        <p:spPr>
          <a:xfrm xmlns:a="http://schemas.openxmlformats.org/drawingml/2006/main">
            <a:off x="552450" y="2755106"/>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EF382FD8-6D41-41F0-B4C8-BE641CE0C552}"/>
              </a:ext>
            </a:extLst>
          </p:cNvPr>
          <p:cNvSpPr>
            <a:spLocks xmlns:a="http://schemas.openxmlformats.org/drawingml/2006/main" noGrp="1"/>
          </p:cNvSpPr>
          <p:nvPr/>
        </p:nvSpPr>
        <p:spPr>
          <a:xfrm xmlns:a="http://schemas.openxmlformats.org/drawingml/2006/main">
            <a:off x="1257300" y="2755106"/>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定義と原理：累積確率・コピュラ・Sklarの定理</a:t>
            </a:r>
          </a:p>
        </p:txBody>
      </p:sp>
      <p:sp>
        <p:nvSpPr>
          <p:cNvPr id="10" name="">
            <a:extLst xmlns:a="http://schemas.openxmlformats.org/drawingml/2006/main">
              <a:ext uri="{FF2B5EF4-FFF2-40B4-BE49-F238E27FC236}">
                <a16:creationId xmlns:a16="http://schemas.microsoft.com/office/drawing/2014/main" id="{AEF8ED9A-ECE8-4F46-A602-864538797F5C}"/>
              </a:ext>
            </a:extLst>
          </p:cNvPr>
          <p:cNvSpPr>
            <a:spLocks xmlns:a="http://schemas.openxmlformats.org/drawingml/2006/main" noGrp="1"/>
          </p:cNvSpPr>
          <p:nvPr/>
        </p:nvSpPr>
        <p:spPr>
          <a:xfrm xmlns:a="http://schemas.openxmlformats.org/drawingml/2006/main">
            <a:off x="552450" y="3576638"/>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65D65D84-DA93-46AC-9C84-4F086B2E27E6}"/>
              </a:ext>
            </a:extLst>
          </p:cNvPr>
          <p:cNvSpPr>
            <a:spLocks xmlns:a="http://schemas.openxmlformats.org/drawingml/2006/main" noGrp="1"/>
          </p:cNvSpPr>
          <p:nvPr/>
        </p:nvSpPr>
        <p:spPr>
          <a:xfrm xmlns:a="http://schemas.openxmlformats.org/drawingml/2006/main">
            <a:off x="1257300" y="3576638"/>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提案への接続：条件付き生成で、VIMEの置換を変更</a:t>
            </a:r>
          </a:p>
        </p:txBody>
      </p:sp>
      <p:sp>
        <p:nvSpPr>
          <p:cNvPr id="12" name="">
            <a:extLst xmlns:a="http://schemas.openxmlformats.org/drawingml/2006/main">
              <a:ext uri="{FF2B5EF4-FFF2-40B4-BE49-F238E27FC236}">
                <a16:creationId xmlns:a16="http://schemas.microsoft.com/office/drawing/2014/main" id="{ABC75EE8-2D74-4EF8-925F-78F99203BBF4}"/>
              </a:ext>
            </a:extLst>
          </p:cNvPr>
          <p:cNvSpPr>
            <a:spLocks xmlns:a="http://schemas.openxmlformats.org/drawingml/2006/main" noGrp="1"/>
          </p:cNvSpPr>
          <p:nvPr/>
        </p:nvSpPr>
        <p:spPr>
          <a:xfrm xmlns:a="http://schemas.openxmlformats.org/drawingml/2006/main">
            <a:off x="552450" y="4398169"/>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064223D1-E631-44A1-A7E6-D7F454106F09}"/>
              </a:ext>
            </a:extLst>
          </p:cNvPr>
          <p:cNvSpPr>
            <a:spLocks xmlns:a="http://schemas.openxmlformats.org/drawingml/2006/main" noGrp="1"/>
          </p:cNvSpPr>
          <p:nvPr/>
        </p:nvSpPr>
        <p:spPr>
          <a:xfrm xmlns:a="http://schemas.openxmlformats.org/drawingml/2006/main">
            <a:off x="1257300" y="4398169"/>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現在の実装・探索的結果と、これから検証すること</a:t>
            </a:r>
          </a:p>
        </p:txBody>
      </p:sp>
      <p:sp>
        <p:nvSpPr>
          <p:cNvPr id="14" name="">
            <a:extLst xmlns:a="http://schemas.openxmlformats.org/drawingml/2006/main">
              <a:ext uri="{FF2B5EF4-FFF2-40B4-BE49-F238E27FC236}">
                <a16:creationId xmlns:a16="http://schemas.microsoft.com/office/drawing/2014/main" id="{8B97EDB9-B813-407C-8A14-40D7759460EB}"/>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A4F4F3D-36C1-4701-B131-D91A3A804447}"/>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本日の中心：コピュラを使う理由と、生成の手順を理解する</a:t>
            </a:r>
          </a:p>
        </p:txBody>
      </p:sp>
    </p:spTree>
    <p:extLst>
      <p:ext uri="{BB962C8B-B14F-4D97-AF65-F5344CB8AC3E}">
        <p14:creationId xmlns:p14="http://schemas.microsoft.com/office/powerpoint/2010/main" val="1319164231"/>
      </p:ext>
    </p:extLst>
  </p:cSld>
</p:sld>
</file>

<file path=ppt/slides/slide10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2CC3F83-DE80-4ED5-850E-AB22230D719D}"/>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本研究で変えたい部分</a:t>
            </a:r>
          </a:p>
        </p:txBody>
      </p:sp>
      <p:sp>
        <p:nvSpPr>
          <p:cNvPr id="2" name="">
            <a:extLst xmlns:a="http://schemas.openxmlformats.org/drawingml/2006/main">
              <a:ext uri="{FF2B5EF4-FFF2-40B4-BE49-F238E27FC236}">
                <a16:creationId xmlns:a16="http://schemas.microsoft.com/office/drawing/2014/main" id="{B8413996-E0DC-456F-A987-5344A441302B}"/>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B28BCC4-AB46-4BB5-8F45-BB7FFBFD7902}"/>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変える対象は「どの値で、マスクした特徴を置き換えるか」。</a:t>
            </a:r>
          </a:p>
        </p:txBody>
      </p:sp>
      <p:sp>
        <p:nvSpPr>
          <p:cNvPr id="4" name="">
            <a:extLst xmlns:a="http://schemas.openxmlformats.org/drawingml/2006/main">
              <a:ext uri="{FF2B5EF4-FFF2-40B4-BE49-F238E27FC236}">
                <a16:creationId xmlns:a16="http://schemas.microsoft.com/office/drawing/2014/main" id="{6B3B0379-65B1-4CF2-B347-A8721094737C}"/>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研究の位置づけ</a:t>
            </a:r>
          </a:p>
        </p:txBody>
      </p:sp>
      <p:sp>
        <p:nvSpPr>
          <p:cNvPr id="5" name="">
            <a:extLst xmlns:a="http://schemas.openxmlformats.org/drawingml/2006/main">
              <a:ext uri="{FF2B5EF4-FFF2-40B4-BE49-F238E27FC236}">
                <a16:creationId xmlns:a16="http://schemas.microsoft.com/office/drawing/2014/main" id="{323117FB-014E-4E6D-BF4B-B1DC00563C4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a:t>
            </a:r>
          </a:p>
        </p:txBody>
      </p:sp>
      <p:sp>
        <p:nvSpPr>
          <p:cNvPr id="6" name="">
            <a:extLst xmlns:a="http://schemas.openxmlformats.org/drawingml/2006/main">
              <a:ext uri="{FF2B5EF4-FFF2-40B4-BE49-F238E27FC236}">
                <a16:creationId xmlns:a16="http://schemas.microsoft.com/office/drawing/2014/main" id="{BBAB8997-0689-47B9-BD97-32F54B1C418B}"/>
              </a:ext>
            </a:extLst>
          </p:cNvPr>
          <p:cNvSpPr>
            <a:spLocks xmlns:a="http://schemas.openxmlformats.org/drawingml/2006/main" noGrp="1"/>
          </p:cNvSpPr>
          <p:nvPr/>
        </p:nvSpPr>
        <p:spPr>
          <a:xfrm xmlns:a="http://schemas.openxmlformats.org/drawingml/2006/main">
            <a:off x="514350" y="1981200"/>
            <a:ext cx="5314950" cy="31432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7511C6B-FB80-4457-91C2-AF25969D84ED}"/>
              </a:ext>
            </a:extLst>
          </p:cNvPr>
          <p:cNvSpPr>
            <a:spLocks xmlns:a="http://schemas.openxmlformats.org/drawingml/2006/main" noGrp="1"/>
          </p:cNvSpPr>
          <p:nvPr/>
        </p:nvSpPr>
        <p:spPr>
          <a:xfrm xmlns:a="http://schemas.openxmlformats.org/drawingml/2006/main">
            <a:off x="704850" y="2095500"/>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既存の置換</a:t>
            </a:r>
          </a:p>
        </p:txBody>
      </p:sp>
      <p:sp>
        <p:nvSpPr>
          <p:cNvPr id="8" name="">
            <a:extLst xmlns:a="http://schemas.openxmlformats.org/drawingml/2006/main">
              <a:ext uri="{FF2B5EF4-FFF2-40B4-BE49-F238E27FC236}">
                <a16:creationId xmlns:a16="http://schemas.microsoft.com/office/drawing/2014/main" id="{F9453D9C-86CC-4448-A389-57EC2F77AFD2}"/>
              </a:ext>
            </a:extLst>
          </p:cNvPr>
          <p:cNvSpPr>
            <a:spLocks xmlns:a="http://schemas.openxmlformats.org/drawingml/2006/main" noGrp="1"/>
          </p:cNvSpPr>
          <p:nvPr/>
        </p:nvSpPr>
        <p:spPr>
          <a:xfrm xmlns:a="http://schemas.openxmlformats.org/drawingml/2006/main">
            <a:off x="704850" y="2647950"/>
            <a:ext cx="49339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身長は元の人のまま</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体重だけ別の人から取る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列の値はもっともらしくても、</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組合せは不自然になり得る。</a:t>
            </a:r>
          </a:p>
        </p:txBody>
      </p:sp>
      <p:sp>
        <p:nvSpPr>
          <p:cNvPr id="9" name="">
            <a:extLst xmlns:a="http://schemas.openxmlformats.org/drawingml/2006/main">
              <a:ext uri="{FF2B5EF4-FFF2-40B4-BE49-F238E27FC236}">
                <a16:creationId xmlns:a16="http://schemas.microsoft.com/office/drawing/2014/main" id="{2833B034-3765-430B-888F-8B9390A88ABC}"/>
              </a:ext>
            </a:extLst>
          </p:cNvPr>
          <p:cNvSpPr>
            <a:spLocks xmlns:a="http://schemas.openxmlformats.org/drawingml/2006/main" noGrp="1"/>
          </p:cNvSpPr>
          <p:nvPr/>
        </p:nvSpPr>
        <p:spPr>
          <a:xfrm xmlns:a="http://schemas.openxmlformats.org/drawingml/2006/main">
            <a:off x="6076950" y="1981200"/>
            <a:ext cx="5600700" cy="31432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C5177F9-A92D-4995-9D54-0BE5DFE09B5A}"/>
              </a:ext>
            </a:extLst>
          </p:cNvPr>
          <p:cNvSpPr>
            <a:spLocks xmlns:a="http://schemas.openxmlformats.org/drawingml/2006/main" noGrp="1"/>
          </p:cNvSpPr>
          <p:nvPr/>
        </p:nvSpPr>
        <p:spPr>
          <a:xfrm xmlns:a="http://schemas.openxmlformats.org/drawingml/2006/main">
            <a:off x="6267450" y="2095500"/>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今回の方針</a:t>
            </a:r>
          </a:p>
        </p:txBody>
      </p:sp>
      <p:sp>
        <p:nvSpPr>
          <p:cNvPr id="11" name="">
            <a:extLst xmlns:a="http://schemas.openxmlformats.org/drawingml/2006/main">
              <a:ext uri="{FF2B5EF4-FFF2-40B4-BE49-F238E27FC236}">
                <a16:creationId xmlns:a16="http://schemas.microsoft.com/office/drawing/2014/main" id="{1AC2A4BD-5FAA-4E3F-8581-E855E95DC9C9}"/>
              </a:ext>
            </a:extLst>
          </p:cNvPr>
          <p:cNvSpPr>
            <a:spLocks xmlns:a="http://schemas.openxmlformats.org/drawingml/2006/main" noGrp="1"/>
          </p:cNvSpPr>
          <p:nvPr/>
        </p:nvSpPr>
        <p:spPr>
          <a:xfrm xmlns:a="http://schemas.openxmlformats.org/drawingml/2006/main">
            <a:off x="6267450" y="2647950"/>
            <a:ext cx="52197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残す身長を条件にして、</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それに合う体重の分布から取る。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ラベルなしの訓練データから</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変数間の関係を学習する。</a:t>
            </a:r>
          </a:p>
        </p:txBody>
      </p:sp>
      <p:sp>
        <p:nvSpPr>
          <p:cNvPr id="12" name="">
            <a:extLst xmlns:a="http://schemas.openxmlformats.org/drawingml/2006/main">
              <a:ext uri="{FF2B5EF4-FFF2-40B4-BE49-F238E27FC236}">
                <a16:creationId xmlns:a16="http://schemas.microsoft.com/office/drawing/2014/main" id="{5B9520C5-7062-4F26-9776-DBEE9DBC02C3}"/>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AACC87E-7646-41A2-83F7-81FDE115051F}"/>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検証する仮説：関係を考慮した置換が、表現学習に役立つか</a:t>
            </a:r>
          </a:p>
        </p:txBody>
      </p:sp>
    </p:spTree>
    <p:extLst>
      <p:ext uri="{BB962C8B-B14F-4D97-AF65-F5344CB8AC3E}">
        <p14:creationId xmlns:p14="http://schemas.microsoft.com/office/powerpoint/2010/main" val="116439548"/>
      </p:ext>
    </p:extLst>
  </p:cSld>
</p:sld>
</file>

<file path=ppt/slides/slide10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0B2ACC3-01BC-49EB-8847-FEFC01119A6E}"/>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例：値を並べ替えると何が変わる？</a:t>
            </a:r>
          </a:p>
        </p:txBody>
      </p:sp>
      <p:sp>
        <p:nvSpPr>
          <p:cNvPr id="2" name="">
            <a:extLst xmlns:a="http://schemas.openxmlformats.org/drawingml/2006/main">
              <a:ext uri="{FF2B5EF4-FFF2-40B4-BE49-F238E27FC236}">
                <a16:creationId xmlns:a16="http://schemas.microsoft.com/office/drawing/2014/main" id="{1B2724E3-B1AA-4CD0-B322-ED4431C3D3FE}"/>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4988337-1053-41DD-8632-9E66EBCA8713}"/>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説明用の4人。同じ体重の値でも、身長との組合せで意味が変わる。</a:t>
            </a:r>
          </a:p>
        </p:txBody>
      </p:sp>
      <p:sp>
        <p:nvSpPr>
          <p:cNvPr id="4" name="">
            <a:extLst xmlns:a="http://schemas.openxmlformats.org/drawingml/2006/main">
              <a:ext uri="{FF2B5EF4-FFF2-40B4-BE49-F238E27FC236}">
                <a16:creationId xmlns:a16="http://schemas.microsoft.com/office/drawing/2014/main" id="{000798BD-4A1F-4AB7-875A-92C6A710DF6B}"/>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F66C82B9-95E1-4BCC-8058-6737FDDF9491}"/>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7</a:t>
            </a:r>
          </a:p>
        </p:txBody>
      </p:sp>
      <p:graphicFrame>
        <p:nvGraphicFramePr>
          <p:cNvPr id="14" name=""/>
          <p:cNvGraphicFramePr/>
          <p:nvPr/>
        </p:nvGraphicFramePr>
        <p:xfrm>
          <a:off xmlns:a="http://schemas.openxmlformats.org/drawingml/2006/main" x="514350" y="2076450"/>
          <a:ext xmlns:a="http://schemas.openxmlformats.org/drawingml/2006/main" cx="11163300" cy="3000375"/>
        </p:xfrm>
        <a:graphic xmlns:a="http://schemas.openxmlformats.org/drawingml/2006/main">
          <a:graphicData uri="http://schemas.openxmlformats.org/drawingml/2006/table">
            <a:tbl>
              <a:tblPr/>
              <a:tblGrid>
                <a:gridCol w="2790825"/>
                <a:gridCol w="2790825"/>
                <a:gridCol w="2790825"/>
                <a:gridCol w="2790825"/>
              </a:tblGrid>
              <a:tr h="600075">
                <a:tc>
                  <a:txBody>
                    <a:bodyPr/>
                    <a:lstStyle/>
                    <a:p>
                      <a:pPr algn="ctr"/>
                      <a:r>
                        <a:rPr sz="2175" b="1">
                          <a:solidFill>
                            <a:srgbClr val="2E7D5B"/>
                          </a:solidFill>
                          <a:latin typeface="Noto Sans JP"/>
                          <a:ea typeface="Noto Sans JP"/>
                          <a:cs typeface="Noto Sans JP"/>
                        </a:rPr>
                        <a:t>人</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身長（cm）</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元の体重（kg）</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並べ替え後（kg）</a:t>
                      </a:r>
                    </a:p>
                  </a:txBody>
                  <a:tcPr marL="91440" marR="91440" marT="45720" marB="45720" anchor="ctr">
                    <a:solidFill>
                      <a:srgbClr val="E7F2EC"/>
                    </a:solidFill>
                  </a:tcPr>
                </a:tc>
              </a:tr>
              <a:tr h="600075">
                <a:tc>
                  <a:txBody>
                    <a:bodyPr/>
                    <a:lstStyle/>
                    <a:p>
                      <a:pPr algn="ctr"/>
                      <a:r>
                        <a:rPr sz="2175" b="0">
                          <a:solidFill>
                            <a:srgbClr val="222222"/>
                          </a:solidFill>
                          <a:latin typeface="Noto Sans JP"/>
                          <a:ea typeface="Noto Sans JP"/>
                          <a:cs typeface="Noto Sans JP"/>
                        </a:rPr>
                        <a:t>A</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155</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48</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82</a:t>
                      </a:r>
                    </a:p>
                  </a:txBody>
                  <a:tcPr marL="91440" marR="91440" marT="45720" marB="45720" anchor="ctr">
                    <a:solidFill>
                      <a:srgbClr val="FFFFFF"/>
                    </a:solidFill>
                  </a:tcPr>
                </a:tc>
              </a:tr>
              <a:tr h="600075">
                <a:tc>
                  <a:txBody>
                    <a:bodyPr/>
                    <a:lstStyle/>
                    <a:p>
                      <a:pPr algn="ctr"/>
                      <a:r>
                        <a:rPr sz="2175" b="0">
                          <a:solidFill>
                            <a:srgbClr val="222222"/>
                          </a:solidFill>
                          <a:latin typeface="Noto Sans JP"/>
                          <a:ea typeface="Noto Sans JP"/>
                          <a:cs typeface="Noto Sans JP"/>
                        </a:rPr>
                        <a:t>B</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165</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57</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68</a:t>
                      </a:r>
                    </a:p>
                  </a:txBody>
                  <a:tcPr marL="91440" marR="91440" marT="45720" marB="45720" anchor="ctr">
                    <a:solidFill>
                      <a:srgbClr val="F6F6F6"/>
                    </a:solidFill>
                  </a:tcPr>
                </a:tc>
              </a:tr>
              <a:tr h="600075">
                <a:tc>
                  <a:txBody>
                    <a:bodyPr/>
                    <a:lstStyle/>
                    <a:p>
                      <a:pPr algn="ctr"/>
                      <a:r>
                        <a:rPr sz="2175" b="0">
                          <a:solidFill>
                            <a:srgbClr val="222222"/>
                          </a:solidFill>
                          <a:latin typeface="Noto Sans JP"/>
                          <a:ea typeface="Noto Sans JP"/>
                          <a:cs typeface="Noto Sans JP"/>
                        </a:rPr>
                        <a:t>C</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175</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68</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57</a:t>
                      </a:r>
                    </a:p>
                  </a:txBody>
                  <a:tcPr marL="91440" marR="91440" marT="45720" marB="45720" anchor="ctr">
                    <a:solidFill>
                      <a:srgbClr val="FFFFFF"/>
                    </a:solidFill>
                  </a:tcPr>
                </a:tc>
              </a:tr>
              <a:tr h="600075">
                <a:tc>
                  <a:txBody>
                    <a:bodyPr/>
                    <a:lstStyle/>
                    <a:p>
                      <a:pPr algn="ctr"/>
                      <a:r>
                        <a:rPr sz="2175" b="0">
                          <a:solidFill>
                            <a:srgbClr val="222222"/>
                          </a:solidFill>
                          <a:latin typeface="Noto Sans JP"/>
                          <a:ea typeface="Noto Sans JP"/>
                          <a:cs typeface="Noto Sans JP"/>
                        </a:rPr>
                        <a:t>D</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185</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82</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48</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6D7CF424-82A7-4E94-8449-0EF38BA1AD3F}"/>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05389A7-2DF3-44BF-AF37-035947C343C3}"/>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各列の「値の集合」は同じでも、行の「組合せ」は違う</a:t>
            </a:r>
          </a:p>
        </p:txBody>
      </p:sp>
    </p:spTree>
    <p:extLst>
      <p:ext uri="{BB962C8B-B14F-4D97-AF65-F5344CB8AC3E}">
        <p14:creationId xmlns:p14="http://schemas.microsoft.com/office/powerpoint/2010/main" val="1837449546"/>
      </p:ext>
    </p:extLst>
  </p:cSld>
</p:sld>
</file>

<file path=ppt/slides/slide10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C1DDFD9-6878-4877-8291-6ABE37CA3457}"/>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「分けて表す」とは何か</a:t>
            </a:r>
          </a:p>
        </p:txBody>
      </p:sp>
      <p:sp>
        <p:nvSpPr>
          <p:cNvPr id="2" name="">
            <a:extLst xmlns:a="http://schemas.openxmlformats.org/drawingml/2006/main">
              <a:ext uri="{FF2B5EF4-FFF2-40B4-BE49-F238E27FC236}">
                <a16:creationId xmlns:a16="http://schemas.microsoft.com/office/drawing/2014/main" id="{A35EFB32-A698-4E50-9997-46E543C62F46}"/>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6E0B359-8931-4B18-8837-842D80C80BF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別々に保管するのは、各列の値の分布と、位置どうしの組合せ。</a:t>
            </a:r>
          </a:p>
        </p:txBody>
      </p:sp>
      <p:sp>
        <p:nvSpPr>
          <p:cNvPr id="4" name="">
            <a:extLst xmlns:a="http://schemas.openxmlformats.org/drawingml/2006/main">
              <a:ext uri="{FF2B5EF4-FFF2-40B4-BE49-F238E27FC236}">
                <a16:creationId xmlns:a16="http://schemas.microsoft.com/office/drawing/2014/main" id="{350B53FF-AD14-49C8-99A8-90008566B876}"/>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C92870B1-9747-4DF8-A617-EE59BC32EDC2}"/>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8</a:t>
            </a:r>
          </a:p>
        </p:txBody>
      </p:sp>
      <p:sp>
        <p:nvSpPr>
          <p:cNvPr id="6" name="">
            <a:extLst xmlns:a="http://schemas.openxmlformats.org/drawingml/2006/main">
              <a:ext uri="{FF2B5EF4-FFF2-40B4-BE49-F238E27FC236}">
                <a16:creationId xmlns:a16="http://schemas.microsoft.com/office/drawing/2014/main" id="{8C549640-15A6-4221-AC5F-17EBFA815250}"/>
              </a:ext>
            </a:extLst>
          </p:cNvPr>
          <p:cNvSpPr>
            <a:spLocks xmlns:a="http://schemas.openxmlformats.org/drawingml/2006/main" noGrp="1"/>
          </p:cNvSpPr>
          <p:nvPr/>
        </p:nvSpPr>
        <p:spPr>
          <a:xfrm xmlns:a="http://schemas.openxmlformats.org/drawingml/2006/main">
            <a:off x="514350" y="2000250"/>
            <a:ext cx="5314950" cy="30956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B6D2D09-8C6C-4881-9180-4BF0275195BE}"/>
              </a:ext>
            </a:extLst>
          </p:cNvPr>
          <p:cNvSpPr>
            <a:spLocks xmlns:a="http://schemas.openxmlformats.org/drawingml/2006/main" noGrp="1"/>
          </p:cNvSpPr>
          <p:nvPr/>
        </p:nvSpPr>
        <p:spPr>
          <a:xfrm xmlns:a="http://schemas.openxmlformats.org/drawingml/2006/main">
            <a:off x="704850" y="2114550"/>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B6777"/>
                </a:solidFill>
                <a:latin typeface="Noto Sans JP"/>
                <a:ea typeface="Noto Sans JP"/>
                <a:cs typeface="Noto Sans JP"/>
              </a:defRPr>
            </a:pPr>
            <a:r>
              <a:rPr sz="2175" b="1">
                <a:solidFill>
                  <a:srgbClr val="2B6777"/>
                </a:solidFill>
                <a:latin typeface="Noto Sans JP"/>
                <a:ea typeface="Noto Sans JP"/>
                <a:cs typeface="Noto Sans JP"/>
              </a:rPr>
              <a:t>① 周辺分布</a:t>
            </a:r>
          </a:p>
        </p:txBody>
      </p:sp>
      <p:sp>
        <p:nvSpPr>
          <p:cNvPr id="8" name="">
            <a:extLst xmlns:a="http://schemas.openxmlformats.org/drawingml/2006/main">
              <a:ext uri="{FF2B5EF4-FFF2-40B4-BE49-F238E27FC236}">
                <a16:creationId xmlns:a16="http://schemas.microsoft.com/office/drawing/2014/main" id="{CDDEAB69-3167-42B6-AD2F-8515F273A4F6}"/>
              </a:ext>
            </a:extLst>
          </p:cNvPr>
          <p:cNvSpPr>
            <a:spLocks xmlns:a="http://schemas.openxmlformats.org/drawingml/2006/main" noGrp="1"/>
          </p:cNvSpPr>
          <p:nvPr/>
        </p:nvSpPr>
        <p:spPr>
          <a:xfrm xmlns:a="http://schemas.openxmlformats.org/drawingml/2006/main">
            <a:off x="704850" y="2667000"/>
            <a:ext cx="49339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身長の値の分布</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155、165、175、185 cm</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体重の値の分布</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48、57、68、82 kg</a:t>
            </a:r>
          </a:p>
        </p:txBody>
      </p:sp>
      <p:sp>
        <p:nvSpPr>
          <p:cNvPr id="9" name="">
            <a:extLst xmlns:a="http://schemas.openxmlformats.org/drawingml/2006/main">
              <a:ext uri="{FF2B5EF4-FFF2-40B4-BE49-F238E27FC236}">
                <a16:creationId xmlns:a16="http://schemas.microsoft.com/office/drawing/2014/main" id="{67F15DEF-B436-4BA6-BFC6-0515559D1EB1}"/>
              </a:ext>
            </a:extLst>
          </p:cNvPr>
          <p:cNvSpPr>
            <a:spLocks xmlns:a="http://schemas.openxmlformats.org/drawingml/2006/main" noGrp="1"/>
          </p:cNvSpPr>
          <p:nvPr/>
        </p:nvSpPr>
        <p:spPr>
          <a:xfrm xmlns:a="http://schemas.openxmlformats.org/drawingml/2006/main">
            <a:off x="6076950" y="2000250"/>
            <a:ext cx="5600700" cy="30956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6F01590-5C9C-400E-8176-42F5642909B7}"/>
              </a:ext>
            </a:extLst>
          </p:cNvPr>
          <p:cNvSpPr>
            <a:spLocks xmlns:a="http://schemas.openxmlformats.org/drawingml/2006/main" noGrp="1"/>
          </p:cNvSpPr>
          <p:nvPr/>
        </p:nvSpPr>
        <p:spPr>
          <a:xfrm xmlns:a="http://schemas.openxmlformats.org/drawingml/2006/main">
            <a:off x="6267450" y="2114550"/>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② 依存構造</a:t>
            </a:r>
          </a:p>
        </p:txBody>
      </p:sp>
      <p:sp>
        <p:nvSpPr>
          <p:cNvPr id="11" name="">
            <a:extLst xmlns:a="http://schemas.openxmlformats.org/drawingml/2006/main">
              <a:ext uri="{FF2B5EF4-FFF2-40B4-BE49-F238E27FC236}">
                <a16:creationId xmlns:a16="http://schemas.microsoft.com/office/drawing/2014/main" id="{7219761C-94EC-4AB2-B555-4A7A15ABD7ED}"/>
              </a:ext>
            </a:extLst>
          </p:cNvPr>
          <p:cNvSpPr>
            <a:spLocks xmlns:a="http://schemas.openxmlformats.org/drawingml/2006/main" noGrp="1"/>
          </p:cNvSpPr>
          <p:nvPr/>
        </p:nvSpPr>
        <p:spPr>
          <a:xfrm xmlns:a="http://schemas.openxmlformats.org/drawingml/2006/main">
            <a:off x="6267450" y="2667000"/>
            <a:ext cx="52197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元の表：</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身長の順位1 → 体重の順位1</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身長の順位4 → 体重の順位4</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逆の表：順位1 → 順位4</a:t>
            </a:r>
          </a:p>
        </p:txBody>
      </p:sp>
      <p:sp>
        <p:nvSpPr>
          <p:cNvPr id="12" name="">
            <a:extLst xmlns:a="http://schemas.openxmlformats.org/drawingml/2006/main">
              <a:ext uri="{FF2B5EF4-FFF2-40B4-BE49-F238E27FC236}">
                <a16:creationId xmlns:a16="http://schemas.microsoft.com/office/drawing/2014/main" id="{BE62CD3F-CACA-4E32-B725-BE7B76B4F195}"/>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86EFB02-05C3-4249-8FB9-29A20E846CDA}"/>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周辺分布が「値」を決め、コピュラが「位置の組合せ」を表す</a:t>
            </a:r>
          </a:p>
        </p:txBody>
      </p:sp>
    </p:spTree>
    <p:extLst>
      <p:ext uri="{BB962C8B-B14F-4D97-AF65-F5344CB8AC3E}">
        <p14:creationId xmlns:p14="http://schemas.microsoft.com/office/powerpoint/2010/main" val="2016823077"/>
      </p:ext>
    </p:extLst>
  </p:cSld>
</p:sld>
</file>

<file path=ppt/slides/slide10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AA92B81-C6BD-4C27-A6BC-17B7ED62B7B6}"/>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累積確率：170 cmはどの位置？</a:t>
            </a:r>
          </a:p>
        </p:txBody>
      </p:sp>
      <p:sp>
        <p:nvSpPr>
          <p:cNvPr id="2" name="">
            <a:extLst xmlns:a="http://schemas.openxmlformats.org/drawingml/2006/main">
              <a:ext uri="{FF2B5EF4-FFF2-40B4-BE49-F238E27FC236}">
                <a16:creationId xmlns:a16="http://schemas.microsoft.com/office/drawing/2014/main" id="{3F28EBE1-9872-41F2-A872-511C91C4D301}"/>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6B92186-D7B0-406D-A41F-EE6744467D36}"/>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「170 cm以下の人が、全体の何割いるか」を数える。</a:t>
            </a:r>
          </a:p>
        </p:txBody>
      </p:sp>
      <p:sp>
        <p:nvSpPr>
          <p:cNvPr id="4" name="">
            <a:extLst xmlns:a="http://schemas.openxmlformats.org/drawingml/2006/main">
              <a:ext uri="{FF2B5EF4-FFF2-40B4-BE49-F238E27FC236}">
                <a16:creationId xmlns:a16="http://schemas.microsoft.com/office/drawing/2014/main" id="{F432DDEA-74E3-4BD8-9E87-33645D0EC6D4}"/>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D469D1CD-3D0E-489C-85D9-15A21A93B186}"/>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9</a:t>
            </a:r>
          </a:p>
        </p:txBody>
      </p:sp>
      <p:graphicFrame>
        <p:nvGraphicFramePr>
          <p:cNvPr id="16" name=""/>
          <p:cNvGraphicFramePr/>
          <p:nvPr/>
        </p:nvGraphicFramePr>
        <p:xfrm>
          <a:off xmlns:a="http://schemas.openxmlformats.org/drawingml/2006/main" x="514350" y="2143125"/>
          <a:ext xmlns:a="http://schemas.openxmlformats.org/drawingml/2006/main" cx="11163300" cy="1381125"/>
        </p:xfrm>
        <a:graphic xmlns:a="http://schemas.openxmlformats.org/drawingml/2006/main">
          <a:graphicData uri="http://schemas.openxmlformats.org/drawingml/2006/table">
            <a:tbl>
              <a:tblPr/>
              <a:tblGrid>
                <a:gridCol w="1014845"/>
                <a:gridCol w="1014845"/>
                <a:gridCol w="1014845"/>
                <a:gridCol w="1014845"/>
                <a:gridCol w="1014845"/>
                <a:gridCol w="1014845"/>
                <a:gridCol w="1014845"/>
                <a:gridCol w="1014845"/>
                <a:gridCol w="1014845"/>
                <a:gridCol w="1014845"/>
                <a:gridCol w="1014845"/>
              </a:tblGrid>
              <a:tr h="690563">
                <a:tc>
                  <a:txBody>
                    <a:bodyPr/>
                    <a:lstStyle/>
                    <a:p>
                      <a:pPr algn="ctr"/>
                      <a:r>
                        <a:rPr sz="1800" b="1">
                          <a:solidFill>
                            <a:srgbClr val="2E7D5B"/>
                          </a:solidFill>
                          <a:latin typeface="Noto Sans JP"/>
                          <a:ea typeface="Noto Sans JP"/>
                          <a:cs typeface="Noto Sans JP"/>
                        </a:rPr>
                        <a:t>小さい順</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1</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2</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3</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4</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5</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6</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7</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8</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9</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10</a:t>
                      </a:r>
                    </a:p>
                  </a:txBody>
                  <a:tcPr marL="91440" marR="91440" marT="45720" marB="45720" anchor="ctr">
                    <a:solidFill>
                      <a:srgbClr val="E7F2EC"/>
                    </a:solidFill>
                  </a:tcPr>
                </a:tc>
              </a:tr>
              <a:tr h="690563">
                <a:tc>
                  <a:txBody>
                    <a:bodyPr/>
                    <a:lstStyle/>
                    <a:p>
                      <a:pPr algn="ctr"/>
                      <a:r>
                        <a:rPr sz="1800" b="0">
                          <a:solidFill>
                            <a:srgbClr val="222222"/>
                          </a:solidFill>
                          <a:latin typeface="Noto Sans JP"/>
                          <a:ea typeface="Noto Sans JP"/>
                          <a:cs typeface="Noto Sans JP"/>
                        </a:rPr>
                        <a:t>身長 cm</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150</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155</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160</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163</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165</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168</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170</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175</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180</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185</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C392F1E7-A0D7-49E7-B9B6-B030A0CA2E26}"/>
              </a:ext>
            </a:extLst>
          </p:cNvPr>
          <p:cNvSpPr>
            <a:spLocks xmlns:a="http://schemas.openxmlformats.org/drawingml/2006/main" noGrp="1"/>
          </p:cNvSpPr>
          <p:nvPr/>
        </p:nvSpPr>
        <p:spPr>
          <a:xfrm xmlns:a="http://schemas.openxmlformats.org/drawingml/2006/main">
            <a:off x="514350" y="37623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4A2D17E-0876-4ACC-8CE4-A177FD3C212B}"/>
              </a:ext>
            </a:extLst>
          </p:cNvPr>
          <p:cNvSpPr>
            <a:spLocks xmlns:a="http://schemas.openxmlformats.org/drawingml/2006/main" noGrp="1"/>
          </p:cNvSpPr>
          <p:nvPr/>
        </p:nvSpPr>
        <p:spPr>
          <a:xfrm xmlns:a="http://schemas.openxmlformats.org/drawingml/2006/main">
            <a:off x="704850" y="38576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325" b="1">
                <a:solidFill>
                  <a:srgbClr val="2B6777"/>
                </a:solidFill>
                <a:latin typeface="Noto Sans JP"/>
                <a:ea typeface="Noto Sans JP"/>
                <a:cs typeface="Noto Sans JP"/>
              </a:defRPr>
            </a:pPr>
            <a:r>
              <a:rPr sz="2325" b="1">
                <a:solidFill>
                  <a:srgbClr val="2B6777"/>
                </a:solidFill>
                <a:latin typeface="Noto Sans JP"/>
                <a:ea typeface="Noto Sans JP"/>
                <a:cs typeface="Noto Sans JP"/>
              </a:rPr>
              <a:t>F̂ 身長(170) = 170 cm以下の人数 / 全人数 = 7 / 10 = 0.7</a:t>
            </a:r>
          </a:p>
        </p:txBody>
      </p:sp>
      <p:sp>
        <p:nvSpPr>
          <p:cNvPr id="9" name="">
            <a:extLst xmlns:a="http://schemas.openxmlformats.org/drawingml/2006/main">
              <a:ext uri="{FF2B5EF4-FFF2-40B4-BE49-F238E27FC236}">
                <a16:creationId xmlns:a16="http://schemas.microsoft.com/office/drawing/2014/main" id="{2516922D-E1BE-4098-BE73-21BE6A3F58AB}"/>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B3B42E8-26DF-48C2-85B9-B845752CFBD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0.7は「低い側から70%の位置」。170 cmになる確率ではない</a:t>
            </a:r>
          </a:p>
        </p:txBody>
      </p:sp>
    </p:spTree>
    <p:extLst>
      <p:ext uri="{BB962C8B-B14F-4D97-AF65-F5344CB8AC3E}">
        <p14:creationId xmlns:p14="http://schemas.microsoft.com/office/powerpoint/2010/main" val="358424833"/>
      </p:ext>
    </p:extLst>
  </p:cSld>
</p:sld>
</file>

<file path=ppt/slides/slide10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71F49A5-5CC4-448C-A1B9-B068444343B1}"/>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なぜ、確率の位置へ変えるのか</a:t>
            </a:r>
          </a:p>
        </p:txBody>
      </p:sp>
      <p:sp>
        <p:nvSpPr>
          <p:cNvPr id="2" name="">
            <a:extLst xmlns:a="http://schemas.openxmlformats.org/drawingml/2006/main">
              <a:ext uri="{FF2B5EF4-FFF2-40B4-BE49-F238E27FC236}">
                <a16:creationId xmlns:a16="http://schemas.microsoft.com/office/drawing/2014/main" id="{0F0D653C-DC2A-4197-86F6-4847F160D20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45D5D8F-CFDC-4FD4-8029-1C73512BED9B}"/>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単位や分布の形が違う列を、0〜1の共通のものさしで見る。</a:t>
            </a:r>
          </a:p>
        </p:txBody>
      </p:sp>
      <p:sp>
        <p:nvSpPr>
          <p:cNvPr id="4" name="">
            <a:extLst xmlns:a="http://schemas.openxmlformats.org/drawingml/2006/main">
              <a:ext uri="{FF2B5EF4-FFF2-40B4-BE49-F238E27FC236}">
                <a16:creationId xmlns:a16="http://schemas.microsoft.com/office/drawing/2014/main" id="{2AABFFD8-AF27-48CD-9836-C20D75A96237}"/>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8B2DDCD0-0E5E-4407-A46C-6B67C647F15A}"/>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10</a:t>
            </a:r>
          </a:p>
        </p:txBody>
      </p:sp>
      <p:graphicFrame>
        <p:nvGraphicFramePr>
          <p:cNvPr id="15" name=""/>
          <p:cNvGraphicFramePr/>
          <p:nvPr/>
        </p:nvGraphicFramePr>
        <p:xfrm>
          <a:off xmlns:a="http://schemas.openxmlformats.org/drawingml/2006/main" x="514350" y="2057400"/>
          <a:ext xmlns:a="http://schemas.openxmlformats.org/drawingml/2006/main" cx="11163300" cy="2476500"/>
        </p:xfrm>
        <a:graphic xmlns:a="http://schemas.openxmlformats.org/drawingml/2006/main">
          <a:graphicData uri="http://schemas.openxmlformats.org/drawingml/2006/table">
            <a:tbl>
              <a:tblPr/>
              <a:tblGrid>
                <a:gridCol w="2790825"/>
                <a:gridCol w="2790825"/>
                <a:gridCol w="2790825"/>
                <a:gridCol w="2790825"/>
              </a:tblGrid>
              <a:tr h="825500">
                <a:tc>
                  <a:txBody>
                    <a:bodyPr/>
                    <a:lstStyle/>
                    <a:p>
                      <a:pPr algn="ctr"/>
                      <a:r>
                        <a:rPr sz="2175" b="1">
                          <a:solidFill>
                            <a:srgbClr val="2E7D5B"/>
                          </a:solidFill>
                          <a:latin typeface="Noto Sans JP"/>
                          <a:ea typeface="Noto Sans JP"/>
                          <a:cs typeface="Noto Sans JP"/>
                        </a:rPr>
                        <a:t>特徴</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元の値（説明用）</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その値以下の割合</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位置</a:t>
                      </a:r>
                    </a:p>
                  </a:txBody>
                  <a:tcPr marL="91440" marR="91440" marT="45720" marB="45720" anchor="ctr">
                    <a:solidFill>
                      <a:srgbClr val="E7F2EC"/>
                    </a:solidFill>
                  </a:tcPr>
                </a:tc>
              </a:tr>
              <a:tr h="825500">
                <a:tc>
                  <a:txBody>
                    <a:bodyPr/>
                    <a:lstStyle/>
                    <a:p>
                      <a:pPr algn="ctr"/>
                      <a:r>
                        <a:rPr sz="2175" b="0">
                          <a:solidFill>
                            <a:srgbClr val="222222"/>
                          </a:solidFill>
                          <a:latin typeface="Noto Sans JP"/>
                          <a:ea typeface="Noto Sans JP"/>
                          <a:cs typeface="Noto Sans JP"/>
                        </a:rPr>
                        <a:t>身長</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175 cm</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80%</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u = 0.8</a:t>
                      </a:r>
                    </a:p>
                  </a:txBody>
                  <a:tcPr marL="91440" marR="91440" marT="45720" marB="45720" anchor="ctr">
                    <a:solidFill>
                      <a:srgbClr val="FFFFFF"/>
                    </a:solidFill>
                  </a:tcPr>
                </a:tc>
              </a:tr>
              <a:tr h="825500">
                <a:tc>
                  <a:txBody>
                    <a:bodyPr/>
                    <a:lstStyle/>
                    <a:p>
                      <a:pPr algn="ctr"/>
                      <a:r>
                        <a:rPr sz="2175" b="0">
                          <a:solidFill>
                            <a:srgbClr val="222222"/>
                          </a:solidFill>
                          <a:latin typeface="Noto Sans JP"/>
                          <a:ea typeface="Noto Sans JP"/>
                          <a:cs typeface="Noto Sans JP"/>
                        </a:rPr>
                        <a:t>体重</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68 kg</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60%</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v = 0.6</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7573B4DA-E09C-4C11-B5CC-5C1E7E3D4874}"/>
              </a:ext>
            </a:extLst>
          </p:cNvPr>
          <p:cNvSpPr>
            <a:spLocks xmlns:a="http://schemas.openxmlformats.org/drawingml/2006/main" noGrp="1"/>
          </p:cNvSpPr>
          <p:nvPr/>
        </p:nvSpPr>
        <p:spPr>
          <a:xfrm xmlns:a="http://schemas.openxmlformats.org/drawingml/2006/main">
            <a:off x="666750" y="476250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22222"/>
                </a:solidFill>
                <a:latin typeface="Noto Sans JP"/>
                <a:ea typeface="Noto Sans JP"/>
                <a:cs typeface="Noto Sans JP"/>
              </a:defRPr>
            </a:pPr>
            <a:r>
              <a:rPr sz="2175" b="1">
                <a:solidFill>
                  <a:srgbClr val="222222"/>
                </a:solidFill>
                <a:latin typeface="Noto Sans JP"/>
                <a:ea typeface="Noto Sans JP"/>
                <a:cs typeface="Noto Sans JP"/>
              </a:rPr>
              <a:t>この人は「身長は高い側・体重もやや高い側」にいる。</a:t>
            </a:r>
          </a:p>
        </p:txBody>
      </p:sp>
      <p:sp>
        <p:nvSpPr>
          <p:cNvPr id="8" name="">
            <a:extLst xmlns:a="http://schemas.openxmlformats.org/drawingml/2006/main">
              <a:ext uri="{FF2B5EF4-FFF2-40B4-BE49-F238E27FC236}">
                <a16:creationId xmlns:a16="http://schemas.microsoft.com/office/drawing/2014/main" id="{958EE8F0-6DA4-4FBC-BF75-E342EC84A94E}"/>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9AA7326-5982-4EF1-82A9-BE67F415E349}"/>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位置は基準集団の分布で決まる。cmやkgを直接比較しない</a:t>
            </a:r>
          </a:p>
        </p:txBody>
      </p:sp>
    </p:spTree>
    <p:extLst>
      <p:ext uri="{BB962C8B-B14F-4D97-AF65-F5344CB8AC3E}">
        <p14:creationId xmlns:p14="http://schemas.microsoft.com/office/powerpoint/2010/main" val="261478085"/>
      </p:ext>
    </p:extLst>
  </p:cSld>
</p:sld>
</file>

<file path=ppt/slides/slide10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75DC34B-B92D-4CA2-BA9F-C857591EC479}"/>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コピュラが見るのは、位置の組</a:t>
            </a:r>
          </a:p>
        </p:txBody>
      </p:sp>
      <p:sp>
        <p:nvSpPr>
          <p:cNvPr id="2" name="">
            <a:extLst xmlns:a="http://schemas.openxmlformats.org/drawingml/2006/main">
              <a:ext uri="{FF2B5EF4-FFF2-40B4-BE49-F238E27FC236}">
                <a16:creationId xmlns:a16="http://schemas.microsoft.com/office/drawing/2014/main" id="{A0028029-3DEC-4DD7-87EE-C1195317BB3F}"/>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A0230AC-457E-4F05-8582-47BCE8913566}"/>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同じ人の (u, v) を、多くの人について集める。</a:t>
            </a:r>
          </a:p>
        </p:txBody>
      </p:sp>
      <p:sp>
        <p:nvSpPr>
          <p:cNvPr id="4" name="">
            <a:extLst xmlns:a="http://schemas.openxmlformats.org/drawingml/2006/main">
              <a:ext uri="{FF2B5EF4-FFF2-40B4-BE49-F238E27FC236}">
                <a16:creationId xmlns:a16="http://schemas.microsoft.com/office/drawing/2014/main" id="{153EF79F-6596-4411-A726-59B191E133A7}"/>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F0BF40FA-B9A3-45B7-8623-012D99346F94}"/>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11</a:t>
            </a:r>
          </a:p>
        </p:txBody>
      </p:sp>
      <p:graphicFrame>
        <p:nvGraphicFramePr>
          <p:cNvPr id="17" name="Chart"/>
          <p:cNvGraphicFramePr/>
          <p:nvPr/>
        </p:nvGraphicFramePr>
        <p:xfrm>
          <a:off xmlns:a="http://schemas.openxmlformats.org/drawingml/2006/main" x="609600" y="2000250"/>
          <a:ext xmlns:a="http://schemas.openxmlformats.org/drawingml/2006/main" cx="5905500" cy="3333750"/>
        </p:xfrm>
        <a:graphic xmlns:a="http://schemas.openxmlformats.org/drawingml/2006/main">
          <a:graphicData uri="http://schemas.openxmlformats.org/drawingml/2006/chart">
            <c:chart xmlns:r="http://schemas.openxmlformats.org/officeDocument/2006/relationships" xmlns:c="http://schemas.openxmlformats.org/drawingml/2006/chart" r:id="R443b4de123e241de"/>
          </a:graphicData>
        </a:graphic>
      </p:graphicFrame>
      <p:sp>
        <p:nvSpPr>
          <p:cNvPr id="7" name="">
            <a:extLst xmlns:a="http://schemas.openxmlformats.org/drawingml/2006/main">
              <a:ext uri="{FF2B5EF4-FFF2-40B4-BE49-F238E27FC236}">
                <a16:creationId xmlns:a16="http://schemas.microsoft.com/office/drawing/2014/main" id="{88F527AA-32DD-411A-A23B-CC77C2B465B8}"/>
              </a:ext>
            </a:extLst>
          </p:cNvPr>
          <p:cNvSpPr>
            <a:spLocks xmlns:a="http://schemas.openxmlformats.org/drawingml/2006/main" noGrp="1"/>
          </p:cNvSpPr>
          <p:nvPr/>
        </p:nvSpPr>
        <p:spPr>
          <a:xfrm xmlns:a="http://schemas.openxmlformats.org/drawingml/2006/main">
            <a:off x="6838950" y="2095500"/>
            <a:ext cx="4762500" cy="304800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E07F5B4-B351-407E-99F5-2E270ADAC29D}"/>
              </a:ext>
            </a:extLst>
          </p:cNvPr>
          <p:cNvSpPr>
            <a:spLocks xmlns:a="http://schemas.openxmlformats.org/drawingml/2006/main" noGrp="1"/>
          </p:cNvSpPr>
          <p:nvPr/>
        </p:nvSpPr>
        <p:spPr>
          <a:xfrm xmlns:a="http://schemas.openxmlformats.org/drawingml/2006/main">
            <a:off x="7029450" y="2209800"/>
            <a:ext cx="4381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読み取る関係</a:t>
            </a:r>
          </a:p>
        </p:txBody>
      </p:sp>
      <p:sp>
        <p:nvSpPr>
          <p:cNvPr id="9" name="">
            <a:extLst xmlns:a="http://schemas.openxmlformats.org/drawingml/2006/main">
              <a:ext uri="{FF2B5EF4-FFF2-40B4-BE49-F238E27FC236}">
                <a16:creationId xmlns:a16="http://schemas.microsoft.com/office/drawing/2014/main" id="{C8ADC256-9129-4061-9EF9-02B90A77FEAE}"/>
              </a:ext>
            </a:extLst>
          </p:cNvPr>
          <p:cNvSpPr>
            <a:spLocks xmlns:a="http://schemas.openxmlformats.org/drawingml/2006/main" noGrp="1"/>
          </p:cNvSpPr>
          <p:nvPr/>
        </p:nvSpPr>
        <p:spPr>
          <a:xfrm xmlns:a="http://schemas.openxmlformats.org/drawingml/2006/main">
            <a:off x="7029450" y="2762250"/>
            <a:ext cx="43815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身長の位置が高いとき、</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体重の位置も高いか。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値の単位を除いて、</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どの位置の組が</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どれくらい現れるかを見る。</a:t>
            </a:r>
          </a:p>
        </p:txBody>
      </p:sp>
      <p:sp>
        <p:nvSpPr>
          <p:cNvPr id="10" name="">
            <a:extLst xmlns:a="http://schemas.openxmlformats.org/drawingml/2006/main">
              <a:ext uri="{FF2B5EF4-FFF2-40B4-BE49-F238E27FC236}">
                <a16:creationId xmlns:a16="http://schemas.microsoft.com/office/drawing/2014/main" id="{850B6069-D301-45BA-A65C-E4E1B2553D9A}"/>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007F777-5285-4127-9AB1-D1D7C4E8CC9B}"/>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コピュラは、位置の「同時分布」を表す</a:t>
            </a:r>
          </a:p>
        </p:txBody>
      </p:sp>
    </p:spTree>
    <p:extLst>
      <p:ext uri="{BB962C8B-B14F-4D97-AF65-F5344CB8AC3E}">
        <p14:creationId xmlns:p14="http://schemas.microsoft.com/office/powerpoint/2010/main" val="754189164"/>
      </p:ext>
    </p:extLst>
  </p:cSld>
</p:sld>
</file>

<file path=ppt/slides/slide10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40E542F-08A7-45AF-84F5-3886FC6CF7A6}"/>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数式を読むための記号</a:t>
            </a:r>
          </a:p>
        </p:txBody>
      </p:sp>
      <p:sp>
        <p:nvSpPr>
          <p:cNvPr id="2" name="">
            <a:extLst xmlns:a="http://schemas.openxmlformats.org/drawingml/2006/main">
              <a:ext uri="{FF2B5EF4-FFF2-40B4-BE49-F238E27FC236}">
                <a16:creationId xmlns:a16="http://schemas.microsoft.com/office/drawing/2014/main" id="{8659CE2D-F613-4769-B3CB-360DCAADD00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9E20437-91D1-4EE2-91B1-533E5630ADBB}"/>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大文字は変数、小文字は境界や具体的な値。</a:t>
            </a:r>
          </a:p>
        </p:txBody>
      </p:sp>
      <p:sp>
        <p:nvSpPr>
          <p:cNvPr id="4" name="">
            <a:extLst xmlns:a="http://schemas.openxmlformats.org/drawingml/2006/main">
              <a:ext uri="{FF2B5EF4-FFF2-40B4-BE49-F238E27FC236}">
                <a16:creationId xmlns:a16="http://schemas.microsoft.com/office/drawing/2014/main" id="{6E1F5B5D-03AE-4180-A7AC-27363603F6A5}"/>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70A1D160-EC95-4A65-ABB0-11B257B387FE}"/>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12</a:t>
            </a:r>
          </a:p>
        </p:txBody>
      </p:sp>
      <p:graphicFrame>
        <p:nvGraphicFramePr>
          <p:cNvPr id="14" name=""/>
          <p:cNvGraphicFramePr/>
          <p:nvPr/>
        </p:nvGraphicFramePr>
        <p:xfrm>
          <a:off xmlns:a="http://schemas.openxmlformats.org/drawingml/2006/main" x="514350" y="1924050"/>
          <a:ext xmlns:a="http://schemas.openxmlformats.org/drawingml/2006/main" cx="11163300" cy="3381375"/>
        </p:xfrm>
        <a:graphic xmlns:a="http://schemas.openxmlformats.org/drawingml/2006/main">
          <a:graphicData uri="http://schemas.openxmlformats.org/drawingml/2006/table">
            <a:tbl>
              <a:tblPr/>
              <a:tblGrid>
                <a:gridCol w="3721100"/>
                <a:gridCol w="3721100"/>
                <a:gridCol w="3721100"/>
              </a:tblGrid>
              <a:tr h="676275">
                <a:tc>
                  <a:txBody>
                    <a:bodyPr/>
                    <a:lstStyle/>
                    <a:p>
                      <a:pPr algn="ctr"/>
                      <a:r>
                        <a:rPr sz="1950" b="1">
                          <a:solidFill>
                            <a:srgbClr val="2E7D5B"/>
                          </a:solidFill>
                          <a:latin typeface="Noto Sans JP"/>
                          <a:ea typeface="Noto Sans JP"/>
                          <a:cs typeface="Noto Sans JP"/>
                        </a:rPr>
                        <a:t>記号</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意味</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身長・体重の例</a:t>
                      </a:r>
                    </a:p>
                  </a:txBody>
                  <a:tcPr marL="91440" marR="91440" marT="45720" marB="45720" anchor="ctr">
                    <a:solidFill>
                      <a:srgbClr val="E7F2EC"/>
                    </a:solidFill>
                  </a:tcPr>
                </a:tc>
              </a:tr>
              <a:tr h="676275">
                <a:tc>
                  <a:txBody>
                    <a:bodyPr/>
                    <a:lstStyle/>
                    <a:p>
                      <a:pPr algn="ctr"/>
                      <a:r>
                        <a:rPr sz="1950" b="0">
                          <a:solidFill>
                            <a:srgbClr val="222222"/>
                          </a:solidFill>
                          <a:latin typeface="Noto Sans JP"/>
                          <a:ea typeface="Noto Sans JP"/>
                          <a:cs typeface="Noto Sans JP"/>
                        </a:rPr>
                        <a:t>X, Y</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元の値の確率変数</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身長と体重</a:t>
                      </a:r>
                    </a:p>
                  </a:txBody>
                  <a:tcPr marL="91440" marR="91440" marT="45720" marB="45720" anchor="ctr">
                    <a:solidFill>
                      <a:srgbClr val="FFFFFF"/>
                    </a:solidFill>
                  </a:tcPr>
                </a:tc>
              </a:tr>
              <a:tr h="676275">
                <a:tc>
                  <a:txBody>
                    <a:bodyPr/>
                    <a:lstStyle/>
                    <a:p>
                      <a:pPr algn="ctr"/>
                      <a:r>
                        <a:rPr sz="1950" b="0">
                          <a:solidFill>
                            <a:srgbClr val="222222"/>
                          </a:solidFill>
                          <a:latin typeface="Noto Sans JP"/>
                          <a:ea typeface="Noto Sans JP"/>
                          <a:cs typeface="Noto Sans JP"/>
                        </a:rPr>
                        <a:t>Fₓ(x), Fᵧ(y)</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各列の累積分布関数</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その値以下になる確率</a:t>
                      </a:r>
                    </a:p>
                  </a:txBody>
                  <a:tcPr marL="91440" marR="91440" marT="45720" marB="45720" anchor="ctr">
                    <a:solidFill>
                      <a:srgbClr val="F6F6F6"/>
                    </a:solidFill>
                  </a:tcPr>
                </a:tc>
              </a:tr>
              <a:tr h="676275">
                <a:tc>
                  <a:txBody>
                    <a:bodyPr/>
                    <a:lstStyle/>
                    <a:p>
                      <a:pPr algn="ctr"/>
                      <a:r>
                        <a:rPr sz="1950" b="0">
                          <a:solidFill>
                            <a:srgbClr val="222222"/>
                          </a:solidFill>
                          <a:latin typeface="Noto Sans JP"/>
                          <a:ea typeface="Noto Sans JP"/>
                          <a:cs typeface="Noto Sans JP"/>
                        </a:rPr>
                        <a:t>U = Fₓ(X), V = Fᵧ(Y)</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確率位置へ変換した変数</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0〜1の位置</a:t>
                      </a:r>
                    </a:p>
                  </a:txBody>
                  <a:tcPr marL="91440" marR="91440" marT="45720" marB="45720" anchor="ctr">
                    <a:solidFill>
                      <a:srgbClr val="FFFFFF"/>
                    </a:solidFill>
                  </a:tcPr>
                </a:tc>
              </a:tr>
              <a:tr h="676275">
                <a:tc>
                  <a:txBody>
                    <a:bodyPr/>
                    <a:lstStyle/>
                    <a:p>
                      <a:pPr algn="ctr"/>
                      <a:r>
                        <a:rPr sz="1950" b="0">
                          <a:solidFill>
                            <a:srgbClr val="222222"/>
                          </a:solidFill>
                          <a:latin typeface="Noto Sans JP"/>
                          <a:ea typeface="Noto Sans JP"/>
                          <a:cs typeface="Noto Sans JP"/>
                        </a:rPr>
                        <a:t>C(u, v)</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位置の同時累積分布</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U ≤ u かつ V ≤ vの確率</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4E4F47EE-6530-4F48-8B60-358986B689B4}"/>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70D5CA8-4A60-43BF-AA97-DE9E9E4B9FE9}"/>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「≤」は、境界より小さい側をすべて含める</a:t>
            </a:r>
          </a:p>
        </p:txBody>
      </p:sp>
    </p:spTree>
    <p:extLst>
      <p:ext uri="{BB962C8B-B14F-4D97-AF65-F5344CB8AC3E}">
        <p14:creationId xmlns:p14="http://schemas.microsoft.com/office/powerpoint/2010/main" val="423206772"/>
      </p:ext>
    </p:extLst>
  </p:cSld>
</p:sld>
</file>

<file path=ppt/slides/slide10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C0B5C52-61C4-4089-9207-39A0BC3CB12C}"/>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コピュラの定義</a:t>
            </a:r>
          </a:p>
        </p:txBody>
      </p:sp>
      <p:sp>
        <p:nvSpPr>
          <p:cNvPr id="2" name="">
            <a:extLst xmlns:a="http://schemas.openxmlformats.org/drawingml/2006/main">
              <a:ext uri="{FF2B5EF4-FFF2-40B4-BE49-F238E27FC236}">
                <a16:creationId xmlns:a16="http://schemas.microsoft.com/office/drawing/2014/main" id="{FBF36665-3AEA-4263-89BB-F127931675B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6940D31-DB7A-4F73-954B-523DE3E6869E}"/>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各成分が0〜1の一様分布を持つ、同時累積分布関数。</a:t>
            </a:r>
          </a:p>
        </p:txBody>
      </p:sp>
      <p:sp>
        <p:nvSpPr>
          <p:cNvPr id="4" name="">
            <a:extLst xmlns:a="http://schemas.openxmlformats.org/drawingml/2006/main">
              <a:ext uri="{FF2B5EF4-FFF2-40B4-BE49-F238E27FC236}">
                <a16:creationId xmlns:a16="http://schemas.microsoft.com/office/drawing/2014/main" id="{686770BC-9CAA-4699-972C-5DCF18B982FC}"/>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75616FB8-CA74-480A-8FEC-A1B3A2F33BD7}"/>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13</a:t>
            </a:r>
          </a:p>
        </p:txBody>
      </p:sp>
      <p:sp>
        <p:nvSpPr>
          <p:cNvPr id="6" name="">
            <a:extLst xmlns:a="http://schemas.openxmlformats.org/drawingml/2006/main">
              <a:ext uri="{FF2B5EF4-FFF2-40B4-BE49-F238E27FC236}">
                <a16:creationId xmlns:a16="http://schemas.microsoft.com/office/drawing/2014/main" id="{93B5C552-2E64-4BEE-8B75-867C2FE12160}"/>
              </a:ext>
            </a:extLst>
          </p:cNvPr>
          <p:cNvSpPr>
            <a:spLocks xmlns:a="http://schemas.openxmlformats.org/drawingml/2006/main" noGrp="1"/>
          </p:cNvSpPr>
          <p:nvPr/>
        </p:nvSpPr>
        <p:spPr>
          <a:xfrm xmlns:a="http://schemas.openxmlformats.org/drawingml/2006/main">
            <a:off x="514350" y="19621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CD72BAE-109A-44D6-87F8-71786E579392}"/>
              </a:ext>
            </a:extLst>
          </p:cNvPr>
          <p:cNvSpPr>
            <a:spLocks xmlns:a="http://schemas.openxmlformats.org/drawingml/2006/main" noGrp="1"/>
          </p:cNvSpPr>
          <p:nvPr/>
        </p:nvSpPr>
        <p:spPr>
          <a:xfrm xmlns:a="http://schemas.openxmlformats.org/drawingml/2006/main">
            <a:off x="704850" y="20574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450" b="1">
                <a:solidFill>
                  <a:srgbClr val="2B6777"/>
                </a:solidFill>
                <a:latin typeface="Noto Sans JP"/>
                <a:ea typeface="Noto Sans JP"/>
                <a:cs typeface="Noto Sans JP"/>
              </a:defRPr>
            </a:pPr>
            <a:r>
              <a:rPr sz="3450" b="1">
                <a:solidFill>
                  <a:srgbClr val="2B6777"/>
                </a:solidFill>
                <a:latin typeface="Noto Sans JP"/>
                <a:ea typeface="Noto Sans JP"/>
                <a:cs typeface="Noto Sans JP"/>
              </a:rPr>
              <a:t>C(u, v) = P(U ≤ u, V ≤ v)</a:t>
            </a:r>
          </a:p>
        </p:txBody>
      </p:sp>
      <p:sp>
        <p:nvSpPr>
          <p:cNvPr id="8" name="">
            <a:extLst xmlns:a="http://schemas.openxmlformats.org/drawingml/2006/main">
              <a:ext uri="{FF2B5EF4-FFF2-40B4-BE49-F238E27FC236}">
                <a16:creationId xmlns:a16="http://schemas.microsoft.com/office/drawing/2014/main" id="{06DA7D65-6887-4D8F-9854-58E98FC4C1FB}"/>
              </a:ext>
            </a:extLst>
          </p:cNvPr>
          <p:cNvSpPr>
            <a:spLocks xmlns:a="http://schemas.openxmlformats.org/drawingml/2006/main" noGrp="1"/>
          </p:cNvSpPr>
          <p:nvPr/>
        </p:nvSpPr>
        <p:spPr>
          <a:xfrm xmlns:a="http://schemas.openxmlformats.org/drawingml/2006/main">
            <a:off x="552450" y="3286125"/>
            <a:ext cx="476250" cy="60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D4AAE2A1-A203-4AF0-BC95-4067E4F2933F}"/>
              </a:ext>
            </a:extLst>
          </p:cNvPr>
          <p:cNvSpPr>
            <a:spLocks xmlns:a="http://schemas.openxmlformats.org/drawingml/2006/main" noGrp="1"/>
          </p:cNvSpPr>
          <p:nvPr/>
        </p:nvSpPr>
        <p:spPr>
          <a:xfrm xmlns:a="http://schemas.openxmlformats.org/drawingml/2006/main">
            <a:off x="1257300" y="3286125"/>
            <a:ext cx="10191750" cy="60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U, V はそれぞれ Uniform(0, 1) に従う。</a:t>
            </a:r>
          </a:p>
        </p:txBody>
      </p:sp>
      <p:sp>
        <p:nvSpPr>
          <p:cNvPr id="10" name="">
            <a:extLst xmlns:a="http://schemas.openxmlformats.org/drawingml/2006/main">
              <a:ext uri="{FF2B5EF4-FFF2-40B4-BE49-F238E27FC236}">
                <a16:creationId xmlns:a16="http://schemas.microsoft.com/office/drawing/2014/main" id="{1F169261-1E12-44C1-8383-3C1C399699D5}"/>
              </a:ext>
            </a:extLst>
          </p:cNvPr>
          <p:cNvSpPr>
            <a:spLocks xmlns:a="http://schemas.openxmlformats.org/drawingml/2006/main" noGrp="1"/>
          </p:cNvSpPr>
          <p:nvPr/>
        </p:nvSpPr>
        <p:spPr>
          <a:xfrm xmlns:a="http://schemas.openxmlformats.org/drawingml/2006/main">
            <a:off x="552450" y="3968750"/>
            <a:ext cx="476250" cy="60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8E4B691B-9DF5-492C-BFEF-58C7D27BDF31}"/>
              </a:ext>
            </a:extLst>
          </p:cNvPr>
          <p:cNvSpPr>
            <a:spLocks xmlns:a="http://schemas.openxmlformats.org/drawingml/2006/main" noGrp="1"/>
          </p:cNvSpPr>
          <p:nvPr/>
        </p:nvSpPr>
        <p:spPr>
          <a:xfrm xmlns:a="http://schemas.openxmlformats.org/drawingml/2006/main">
            <a:off x="1257300" y="3968750"/>
            <a:ext cx="10191750" cy="60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ただし、U と V が独立とは限らない。</a:t>
            </a:r>
          </a:p>
        </p:txBody>
      </p:sp>
      <p:sp>
        <p:nvSpPr>
          <p:cNvPr id="12" name="">
            <a:extLst xmlns:a="http://schemas.openxmlformats.org/drawingml/2006/main">
              <a:ext uri="{FF2B5EF4-FFF2-40B4-BE49-F238E27FC236}">
                <a16:creationId xmlns:a16="http://schemas.microsoft.com/office/drawing/2014/main" id="{1E0AFBEE-4188-4D51-B326-8CA1F3BED1BF}"/>
              </a:ext>
            </a:extLst>
          </p:cNvPr>
          <p:cNvSpPr>
            <a:spLocks xmlns:a="http://schemas.openxmlformats.org/drawingml/2006/main" noGrp="1"/>
          </p:cNvSpPr>
          <p:nvPr/>
        </p:nvSpPr>
        <p:spPr>
          <a:xfrm xmlns:a="http://schemas.openxmlformats.org/drawingml/2006/main">
            <a:off x="552450" y="4651375"/>
            <a:ext cx="476250" cy="60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F3704264-DBBC-4140-A78B-F457B75B0E64}"/>
              </a:ext>
            </a:extLst>
          </p:cNvPr>
          <p:cNvSpPr>
            <a:spLocks xmlns:a="http://schemas.openxmlformats.org/drawingml/2006/main" noGrp="1"/>
          </p:cNvSpPr>
          <p:nvPr/>
        </p:nvSpPr>
        <p:spPr>
          <a:xfrm xmlns:a="http://schemas.openxmlformats.org/drawingml/2006/main">
            <a:off x="1257300" y="4651375"/>
            <a:ext cx="10191750" cy="60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C は「両方の条件を同時に満たす確率」。</a:t>
            </a:r>
          </a:p>
        </p:txBody>
      </p:sp>
      <p:sp>
        <p:nvSpPr>
          <p:cNvPr id="14" name="">
            <a:extLst xmlns:a="http://schemas.openxmlformats.org/drawingml/2006/main">
              <a:ext uri="{FF2B5EF4-FFF2-40B4-BE49-F238E27FC236}">
                <a16:creationId xmlns:a16="http://schemas.microsoft.com/office/drawing/2014/main" id="{9951EA9F-2EA5-4B1D-AC7F-BBA740A3C871}"/>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C0120B2-C73F-4C87-93DF-042768F79850}"/>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周辺が同じ一様分布でも、組合せの関係はCによって違う</a:t>
            </a:r>
          </a:p>
        </p:txBody>
      </p:sp>
    </p:spTree>
    <p:extLst>
      <p:ext uri="{BB962C8B-B14F-4D97-AF65-F5344CB8AC3E}">
        <p14:creationId xmlns:p14="http://schemas.microsoft.com/office/powerpoint/2010/main" val="1656392110"/>
      </p:ext>
    </p:extLst>
  </p:cSld>
</p:sld>
</file>

<file path=ppt/slides/slide1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A50FACA-97E1-4768-93DF-51449E1BEC3D}"/>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C(0.8, 0.5)は何を数える？</a:t>
            </a:r>
          </a:p>
        </p:txBody>
      </p:sp>
      <p:sp>
        <p:nvSpPr>
          <p:cNvPr id="2" name="">
            <a:extLst xmlns:a="http://schemas.openxmlformats.org/drawingml/2006/main">
              <a:ext uri="{FF2B5EF4-FFF2-40B4-BE49-F238E27FC236}">
                <a16:creationId xmlns:a16="http://schemas.microsoft.com/office/drawing/2014/main" id="{1FBD235B-A67B-45C6-89C0-B2DB872ED588}"/>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3584ACF-716F-4AF7-A264-BF833BA54438}"/>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身長の位置が0.8以下、かつ体重の位置が0.5以下の人の割合。</a:t>
            </a:r>
          </a:p>
        </p:txBody>
      </p:sp>
      <p:sp>
        <p:nvSpPr>
          <p:cNvPr id="4" name="">
            <a:extLst xmlns:a="http://schemas.openxmlformats.org/drawingml/2006/main">
              <a:ext uri="{FF2B5EF4-FFF2-40B4-BE49-F238E27FC236}">
                <a16:creationId xmlns:a16="http://schemas.microsoft.com/office/drawing/2014/main" id="{36002AAC-69EB-46EF-A8B7-8F5FB658D8DD}"/>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AC28EF56-3F18-4D35-A336-020F7F19961B}"/>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14</a:t>
            </a:r>
          </a:p>
        </p:txBody>
      </p:sp>
      <p:sp>
        <p:nvSpPr>
          <p:cNvPr id="6" name="">
            <a:extLst xmlns:a="http://schemas.openxmlformats.org/drawingml/2006/main">
              <a:ext uri="{FF2B5EF4-FFF2-40B4-BE49-F238E27FC236}">
                <a16:creationId xmlns:a16="http://schemas.microsoft.com/office/drawing/2014/main" id="{A77F0107-5DDE-4ECA-987C-36453509A307}"/>
              </a:ext>
            </a:extLst>
          </p:cNvPr>
          <p:cNvSpPr>
            <a:spLocks xmlns:a="http://schemas.openxmlformats.org/drawingml/2006/main" noGrp="1"/>
          </p:cNvSpPr>
          <p:nvPr/>
        </p:nvSpPr>
        <p:spPr>
          <a:xfrm xmlns:a="http://schemas.openxmlformats.org/drawingml/2006/main">
            <a:off x="514350" y="2047875"/>
            <a:ext cx="5314950" cy="311467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6D6A6BB-E22D-4FF5-9497-5229F6F03C9F}"/>
              </a:ext>
            </a:extLst>
          </p:cNvPr>
          <p:cNvSpPr>
            <a:spLocks xmlns:a="http://schemas.openxmlformats.org/drawingml/2006/main" noGrp="1"/>
          </p:cNvSpPr>
          <p:nvPr/>
        </p:nvSpPr>
        <p:spPr>
          <a:xfrm xmlns:a="http://schemas.openxmlformats.org/drawingml/2006/main">
            <a:off x="704850" y="216217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B6777"/>
                </a:solidFill>
                <a:latin typeface="Noto Sans JP"/>
                <a:ea typeface="Noto Sans JP"/>
                <a:cs typeface="Noto Sans JP"/>
              </a:defRPr>
            </a:pPr>
            <a:r>
              <a:rPr sz="2175" b="1">
                <a:solidFill>
                  <a:srgbClr val="2B6777"/>
                </a:solidFill>
                <a:latin typeface="Noto Sans JP"/>
                <a:ea typeface="Noto Sans JP"/>
                <a:cs typeface="Noto Sans JP"/>
              </a:rPr>
              <a:t>二つの条件を重ねる</a:t>
            </a:r>
          </a:p>
        </p:txBody>
      </p:sp>
      <p:sp>
        <p:nvSpPr>
          <p:cNvPr id="8" name="">
            <a:extLst xmlns:a="http://schemas.openxmlformats.org/drawingml/2006/main">
              <a:ext uri="{FF2B5EF4-FFF2-40B4-BE49-F238E27FC236}">
                <a16:creationId xmlns:a16="http://schemas.microsoft.com/office/drawing/2014/main" id="{FD304D37-67A6-4E69-B4CF-EC3AE7DF8479}"/>
              </a:ext>
            </a:extLst>
          </p:cNvPr>
          <p:cNvSpPr>
            <a:spLocks xmlns:a="http://schemas.openxmlformats.org/drawingml/2006/main" noGrp="1"/>
          </p:cNvSpPr>
          <p:nvPr/>
        </p:nvSpPr>
        <p:spPr>
          <a:xfrm xmlns:a="http://schemas.openxmlformats.org/drawingml/2006/main">
            <a:off x="704850" y="2714625"/>
            <a:ext cx="4933950" cy="2352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条件1：U ≤ 0.8</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身長が低い側から80%まで</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条件2：V ≤ 0.5</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体重が軽い側から50%まで</a:t>
            </a:r>
          </a:p>
        </p:txBody>
      </p:sp>
      <p:sp>
        <p:nvSpPr>
          <p:cNvPr id="9" name="">
            <a:extLst xmlns:a="http://schemas.openxmlformats.org/drawingml/2006/main">
              <a:ext uri="{FF2B5EF4-FFF2-40B4-BE49-F238E27FC236}">
                <a16:creationId xmlns:a16="http://schemas.microsoft.com/office/drawing/2014/main" id="{DF90BA4B-51FF-4ABE-B022-56D8FAFEC7E7}"/>
              </a:ext>
            </a:extLst>
          </p:cNvPr>
          <p:cNvSpPr>
            <a:spLocks xmlns:a="http://schemas.openxmlformats.org/drawingml/2006/main" noGrp="1"/>
          </p:cNvSpPr>
          <p:nvPr/>
        </p:nvSpPr>
        <p:spPr>
          <a:xfrm xmlns:a="http://schemas.openxmlformats.org/drawingml/2006/main">
            <a:off x="6076950" y="2047875"/>
            <a:ext cx="5600700" cy="311467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23EB82E-A8BE-4199-8910-1914F7476EAD}"/>
              </a:ext>
            </a:extLst>
          </p:cNvPr>
          <p:cNvSpPr>
            <a:spLocks xmlns:a="http://schemas.openxmlformats.org/drawingml/2006/main" noGrp="1"/>
          </p:cNvSpPr>
          <p:nvPr/>
        </p:nvSpPr>
        <p:spPr>
          <a:xfrm xmlns:a="http://schemas.openxmlformats.org/drawingml/2006/main">
            <a:off x="6267450" y="216217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両方を満たす部分</a:t>
            </a:r>
          </a:p>
        </p:txBody>
      </p:sp>
      <p:sp>
        <p:nvSpPr>
          <p:cNvPr id="11" name="">
            <a:extLst xmlns:a="http://schemas.openxmlformats.org/drawingml/2006/main">
              <a:ext uri="{FF2B5EF4-FFF2-40B4-BE49-F238E27FC236}">
                <a16:creationId xmlns:a16="http://schemas.microsoft.com/office/drawing/2014/main" id="{C9F0856A-A11F-4C71-8A80-2A74DACB19BA}"/>
              </a:ext>
            </a:extLst>
          </p:cNvPr>
          <p:cNvSpPr>
            <a:spLocks xmlns:a="http://schemas.openxmlformats.org/drawingml/2006/main" noGrp="1"/>
          </p:cNvSpPr>
          <p:nvPr/>
        </p:nvSpPr>
        <p:spPr>
          <a:xfrm xmlns:a="http://schemas.openxmlformats.org/drawingml/2006/main">
            <a:off x="6267450" y="2714625"/>
            <a:ext cx="5219700" cy="2352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「身長がこの範囲」かつ</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「体重もこの範囲」</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点の分布により割合が変わる。</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ただ長方形の面積を計算する</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とは限らない。</a:t>
            </a:r>
          </a:p>
        </p:txBody>
      </p:sp>
      <p:sp>
        <p:nvSpPr>
          <p:cNvPr id="12" name="">
            <a:extLst xmlns:a="http://schemas.openxmlformats.org/drawingml/2006/main">
              <a:ext uri="{FF2B5EF4-FFF2-40B4-BE49-F238E27FC236}">
                <a16:creationId xmlns:a16="http://schemas.microsoft.com/office/drawing/2014/main" id="{6A5DE26A-C910-4FA9-A457-A71653F75AEC}"/>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E72C59F-8DEB-4EEB-A428-7864A3C09592}"/>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Cは同時確率。条件付き確率とは区別する</a:t>
            </a:r>
          </a:p>
        </p:txBody>
      </p:sp>
    </p:spTree>
    <p:extLst>
      <p:ext uri="{BB962C8B-B14F-4D97-AF65-F5344CB8AC3E}">
        <p14:creationId xmlns:p14="http://schemas.microsoft.com/office/powerpoint/2010/main" val="340717279"/>
      </p:ext>
    </p:extLst>
  </p:cSld>
</p:sld>
</file>

<file path=ppt/slides/slide1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9B9367A-AFFE-4C63-A91F-C6BCDE40C2FF}"/>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同時確率を、図で見る</a:t>
            </a:r>
          </a:p>
        </p:txBody>
      </p:sp>
      <p:sp>
        <p:nvSpPr>
          <p:cNvPr id="2" name="">
            <a:extLst xmlns:a="http://schemas.openxmlformats.org/drawingml/2006/main">
              <a:ext uri="{FF2B5EF4-FFF2-40B4-BE49-F238E27FC236}">
                <a16:creationId xmlns:a16="http://schemas.microsoft.com/office/drawing/2014/main" id="{B5348130-04FA-4660-BA3B-6669CC992CB6}"/>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21C88B9-46D9-432E-A97A-93D4E31A4E44}"/>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独立の説明例：左下の範囲に入るのは100点中40点。</a:t>
            </a:r>
          </a:p>
        </p:txBody>
      </p:sp>
      <p:sp>
        <p:nvSpPr>
          <p:cNvPr id="4" name="">
            <a:extLst xmlns:a="http://schemas.openxmlformats.org/drawingml/2006/main">
              <a:ext uri="{FF2B5EF4-FFF2-40B4-BE49-F238E27FC236}">
                <a16:creationId xmlns:a16="http://schemas.microsoft.com/office/drawing/2014/main" id="{FB64E6DB-EB7F-4E2B-8F70-A44C254D09F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4FB7B803-356A-4367-90AB-7E31AC108059}"/>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15</a:t>
            </a:r>
          </a:p>
        </p:txBody>
      </p:sp>
      <p:graphicFrame>
        <p:nvGraphicFramePr>
          <p:cNvPr id="17" name="Chart"/>
          <p:cNvGraphicFramePr/>
          <p:nvPr/>
        </p:nvGraphicFramePr>
        <p:xfrm>
          <a:off xmlns:a="http://schemas.openxmlformats.org/drawingml/2006/main" x="609600" y="1952625"/>
          <a:ext xmlns:a="http://schemas.openxmlformats.org/drawingml/2006/main" cx="6191250" cy="3486150"/>
        </p:xfrm>
        <a:graphic xmlns:a="http://schemas.openxmlformats.org/drawingml/2006/main">
          <a:graphicData uri="http://schemas.openxmlformats.org/drawingml/2006/chart">
            <c:chart xmlns:r="http://schemas.openxmlformats.org/officeDocument/2006/relationships" xmlns:c="http://schemas.openxmlformats.org/drawingml/2006/chart" r:id="R26facc446a8a40bf"/>
          </a:graphicData>
        </a:graphic>
      </p:graphicFrame>
      <p:sp>
        <p:nvSpPr>
          <p:cNvPr id="7" name="">
            <a:extLst xmlns:a="http://schemas.openxmlformats.org/drawingml/2006/main">
              <a:ext uri="{FF2B5EF4-FFF2-40B4-BE49-F238E27FC236}">
                <a16:creationId xmlns:a16="http://schemas.microsoft.com/office/drawing/2014/main" id="{40ED01D3-3744-4A7A-B666-7BD3828FCE03}"/>
              </a:ext>
            </a:extLst>
          </p:cNvPr>
          <p:cNvSpPr>
            <a:spLocks xmlns:a="http://schemas.openxmlformats.org/drawingml/2006/main" noGrp="1"/>
          </p:cNvSpPr>
          <p:nvPr/>
        </p:nvSpPr>
        <p:spPr>
          <a:xfrm xmlns:a="http://schemas.openxmlformats.org/drawingml/2006/main">
            <a:off x="7086600" y="2095500"/>
            <a:ext cx="4552950" cy="31432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667E3CC-4039-4C7A-B4EE-B8EB4FE6983D}"/>
              </a:ext>
            </a:extLst>
          </p:cNvPr>
          <p:cNvSpPr>
            <a:spLocks xmlns:a="http://schemas.openxmlformats.org/drawingml/2006/main" noGrp="1"/>
          </p:cNvSpPr>
          <p:nvPr/>
        </p:nvSpPr>
        <p:spPr>
          <a:xfrm xmlns:a="http://schemas.openxmlformats.org/drawingml/2006/main">
            <a:off x="7277100" y="2209800"/>
            <a:ext cx="4171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緑の点を数える</a:t>
            </a:r>
          </a:p>
        </p:txBody>
      </p:sp>
      <p:sp>
        <p:nvSpPr>
          <p:cNvPr id="9" name="">
            <a:extLst xmlns:a="http://schemas.openxmlformats.org/drawingml/2006/main">
              <a:ext uri="{FF2B5EF4-FFF2-40B4-BE49-F238E27FC236}">
                <a16:creationId xmlns:a16="http://schemas.microsoft.com/office/drawing/2014/main" id="{F7EE877A-C161-4BD5-A10F-F7013D95FE9F}"/>
              </a:ext>
            </a:extLst>
          </p:cNvPr>
          <p:cNvSpPr>
            <a:spLocks xmlns:a="http://schemas.openxmlformats.org/drawingml/2006/main" noGrp="1"/>
          </p:cNvSpPr>
          <p:nvPr/>
        </p:nvSpPr>
        <p:spPr>
          <a:xfrm xmlns:a="http://schemas.openxmlformats.org/drawingml/2006/main">
            <a:off x="7277100" y="2762250"/>
            <a:ext cx="41719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U ≤ 0.8 かつ V ≤ 0.5</a:t>
            </a:r>
          </a:p>
          <a:p xmlns:a="http://schemas.openxmlformats.org/drawingml/2006/main">
            <a:r>
              <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左下の範囲：40点</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全体：100点</a:t>
            </a:r>
          </a:p>
          <a:p xmlns:a="http://schemas.openxmlformats.org/drawingml/2006/main">
            <a:r>
              <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C(0.8, 0.5) = 0.4</a:t>
            </a:r>
          </a:p>
        </p:txBody>
      </p:sp>
      <p:sp>
        <p:nvSpPr>
          <p:cNvPr id="10" name="">
            <a:extLst xmlns:a="http://schemas.openxmlformats.org/drawingml/2006/main">
              <a:ext uri="{FF2B5EF4-FFF2-40B4-BE49-F238E27FC236}">
                <a16:creationId xmlns:a16="http://schemas.microsoft.com/office/drawing/2014/main" id="{8D2C2654-5CE3-461E-AD20-88312EAADA46}"/>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1C1286B-355E-4054-B930-5A380A719C06}"/>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一般のCでは、同じ範囲でも点の集まり方で確率が変わる</a:t>
            </a:r>
          </a:p>
        </p:txBody>
      </p:sp>
    </p:spTree>
    <p:extLst>
      <p:ext uri="{BB962C8B-B14F-4D97-AF65-F5344CB8AC3E}">
        <p14:creationId xmlns:p14="http://schemas.microsoft.com/office/powerpoint/2010/main" val="268888269"/>
      </p:ext>
    </p:extLst>
  </p:cSld>
</p:sld>
</file>

<file path=ppt/slides/slide1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6BCB00B-C8A4-4B55-A9FB-03DF1E1B5F1C}"/>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なぜ C(u, 1) = u なのか</a:t>
            </a:r>
          </a:p>
        </p:txBody>
      </p:sp>
      <p:sp>
        <p:nvSpPr>
          <p:cNvPr id="2" name="">
            <a:extLst xmlns:a="http://schemas.openxmlformats.org/drawingml/2006/main">
              <a:ext uri="{FF2B5EF4-FFF2-40B4-BE49-F238E27FC236}">
                <a16:creationId xmlns:a16="http://schemas.microsoft.com/office/drawing/2014/main" id="{D3C4C532-0D7F-48FB-821B-05A354B4F385}"/>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690A292-BBBA-4F2E-BE36-A235A613F5FD}"/>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体重側の条件を全範囲へ広げると、誰も除外されなくなる。</a:t>
            </a:r>
          </a:p>
        </p:txBody>
      </p:sp>
      <p:sp>
        <p:nvSpPr>
          <p:cNvPr id="4" name="">
            <a:extLst xmlns:a="http://schemas.openxmlformats.org/drawingml/2006/main">
              <a:ext uri="{FF2B5EF4-FFF2-40B4-BE49-F238E27FC236}">
                <a16:creationId xmlns:a16="http://schemas.microsoft.com/office/drawing/2014/main" id="{E58153CB-6CAD-471A-B0CE-BA65C6B3B4F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FBD27F19-D394-4C2A-8824-E48ECB1DD164}"/>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16</a:t>
            </a:r>
          </a:p>
        </p:txBody>
      </p:sp>
      <p:sp>
        <p:nvSpPr>
          <p:cNvPr id="6" name="">
            <a:extLst xmlns:a="http://schemas.openxmlformats.org/drawingml/2006/main">
              <a:ext uri="{FF2B5EF4-FFF2-40B4-BE49-F238E27FC236}">
                <a16:creationId xmlns:a16="http://schemas.microsoft.com/office/drawing/2014/main" id="{1E95A4D6-8967-47AE-95A5-2D226E3CC977}"/>
              </a:ext>
            </a:extLst>
          </p:cNvPr>
          <p:cNvSpPr>
            <a:spLocks xmlns:a="http://schemas.openxmlformats.org/drawingml/2006/main" noGrp="1"/>
          </p:cNvSpPr>
          <p:nvPr/>
        </p:nvSpPr>
        <p:spPr>
          <a:xfrm xmlns:a="http://schemas.openxmlformats.org/drawingml/2006/main">
            <a:off x="514350" y="20002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04978E4-99C0-4708-9D51-706022352A76}"/>
              </a:ext>
            </a:extLst>
          </p:cNvPr>
          <p:cNvSpPr>
            <a:spLocks xmlns:a="http://schemas.openxmlformats.org/drawingml/2006/main" noGrp="1"/>
          </p:cNvSpPr>
          <p:nvPr/>
        </p:nvSpPr>
        <p:spPr>
          <a:xfrm xmlns:a="http://schemas.openxmlformats.org/drawingml/2006/main">
            <a:off x="704850" y="20955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C(u, 1) = P(U ≤ u, V ≤ 1) = P(U ≤ u) = u</a:t>
            </a:r>
          </a:p>
        </p:txBody>
      </p:sp>
      <p:sp>
        <p:nvSpPr>
          <p:cNvPr id="8" name="">
            <a:extLst xmlns:a="http://schemas.openxmlformats.org/drawingml/2006/main">
              <a:ext uri="{FF2B5EF4-FFF2-40B4-BE49-F238E27FC236}">
                <a16:creationId xmlns:a16="http://schemas.microsoft.com/office/drawing/2014/main" id="{B7D1881D-B822-41AA-8099-67EAFB2454DB}"/>
              </a:ext>
            </a:extLst>
          </p:cNvPr>
          <p:cNvSpPr>
            <a:spLocks xmlns:a="http://schemas.openxmlformats.org/drawingml/2006/main" noGrp="1"/>
          </p:cNvSpPr>
          <p:nvPr/>
        </p:nvSpPr>
        <p:spPr>
          <a:xfrm xmlns:a="http://schemas.openxmlformats.org/drawingml/2006/main">
            <a:off x="552450" y="333375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3D2A383F-6FA4-4FE6-AD61-13B9B00B9608}"/>
              </a:ext>
            </a:extLst>
          </p:cNvPr>
          <p:cNvSpPr>
            <a:spLocks xmlns:a="http://schemas.openxmlformats.org/drawingml/2006/main" noGrp="1"/>
          </p:cNvSpPr>
          <p:nvPr/>
        </p:nvSpPr>
        <p:spPr>
          <a:xfrm xmlns:a="http://schemas.openxmlformats.org/drawingml/2006/main">
            <a:off x="1257300" y="333375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V ≤ 1：体重の位置は必ず0〜1。全員が条件を満たす。</a:t>
            </a:r>
          </a:p>
        </p:txBody>
      </p:sp>
      <p:sp>
        <p:nvSpPr>
          <p:cNvPr id="10" name="">
            <a:extLst xmlns:a="http://schemas.openxmlformats.org/drawingml/2006/main">
              <a:ext uri="{FF2B5EF4-FFF2-40B4-BE49-F238E27FC236}">
                <a16:creationId xmlns:a16="http://schemas.microsoft.com/office/drawing/2014/main" id="{A4B24951-E97B-4EF4-83DE-FE3A8F5ECACB}"/>
              </a:ext>
            </a:extLst>
          </p:cNvPr>
          <p:cNvSpPr>
            <a:spLocks xmlns:a="http://schemas.openxmlformats.org/drawingml/2006/main" noGrp="1"/>
          </p:cNvSpPr>
          <p:nvPr/>
        </p:nvSpPr>
        <p:spPr>
          <a:xfrm xmlns:a="http://schemas.openxmlformats.org/drawingml/2006/main">
            <a:off x="552450" y="399415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9294B6D4-0136-4538-9E17-10E5DA6894AA}"/>
              </a:ext>
            </a:extLst>
          </p:cNvPr>
          <p:cNvSpPr>
            <a:spLocks xmlns:a="http://schemas.openxmlformats.org/drawingml/2006/main" noGrp="1"/>
          </p:cNvSpPr>
          <p:nvPr/>
        </p:nvSpPr>
        <p:spPr>
          <a:xfrm xmlns:a="http://schemas.openxmlformats.org/drawingml/2006/main">
            <a:off x="1257300" y="399415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残る条件は U ≤ u だけ。</a:t>
            </a:r>
          </a:p>
        </p:txBody>
      </p:sp>
      <p:sp>
        <p:nvSpPr>
          <p:cNvPr id="12" name="">
            <a:extLst xmlns:a="http://schemas.openxmlformats.org/drawingml/2006/main">
              <a:ext uri="{FF2B5EF4-FFF2-40B4-BE49-F238E27FC236}">
                <a16:creationId xmlns:a16="http://schemas.microsoft.com/office/drawing/2014/main" id="{35112802-4161-4EC9-A2FB-9FD60E68D346}"/>
              </a:ext>
            </a:extLst>
          </p:cNvPr>
          <p:cNvSpPr>
            <a:spLocks xmlns:a="http://schemas.openxmlformats.org/drawingml/2006/main" noGrp="1"/>
          </p:cNvSpPr>
          <p:nvPr/>
        </p:nvSpPr>
        <p:spPr>
          <a:xfrm xmlns:a="http://schemas.openxmlformats.org/drawingml/2006/main">
            <a:off x="552450" y="465455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932F97DE-D25E-4A77-90F2-6874DDC5C321}"/>
              </a:ext>
            </a:extLst>
          </p:cNvPr>
          <p:cNvSpPr>
            <a:spLocks xmlns:a="http://schemas.openxmlformats.org/drawingml/2006/main" noGrp="1"/>
          </p:cNvSpPr>
          <p:nvPr/>
        </p:nvSpPr>
        <p:spPr>
          <a:xfrm xmlns:a="http://schemas.openxmlformats.org/drawingml/2006/main">
            <a:off x="1257300" y="465455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U は一様分布なので、U ≤ 0.8 の割合は0.8。</a:t>
            </a:r>
          </a:p>
        </p:txBody>
      </p:sp>
      <p:sp>
        <p:nvSpPr>
          <p:cNvPr id="14" name="">
            <a:extLst xmlns:a="http://schemas.openxmlformats.org/drawingml/2006/main">
              <a:ext uri="{FF2B5EF4-FFF2-40B4-BE49-F238E27FC236}">
                <a16:creationId xmlns:a16="http://schemas.microsoft.com/office/drawing/2014/main" id="{8F19FF18-BF34-4E51-9F95-B076923454CF}"/>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3FD4AB6-0B44-46C2-962D-A401610E0A4C}"/>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どんな依存関係でも C(0.8, 1) = 0.8</a:t>
            </a:r>
          </a:p>
        </p:txBody>
      </p:sp>
    </p:spTree>
    <p:extLst>
      <p:ext uri="{BB962C8B-B14F-4D97-AF65-F5344CB8AC3E}">
        <p14:creationId xmlns:p14="http://schemas.microsoft.com/office/powerpoint/2010/main" val="1370055851"/>
      </p:ext>
    </p:extLst>
  </p:cSld>
</p:sld>
</file>

<file path=ppt/slides/slide1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18F450E-E1BD-4723-B3A6-B10B75AE5960}"/>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独立なら、なぜ C(u, v) = uv？</a:t>
            </a:r>
          </a:p>
        </p:txBody>
      </p:sp>
      <p:sp>
        <p:nvSpPr>
          <p:cNvPr id="2" name="">
            <a:extLst xmlns:a="http://schemas.openxmlformats.org/drawingml/2006/main">
              <a:ext uri="{FF2B5EF4-FFF2-40B4-BE49-F238E27FC236}">
                <a16:creationId xmlns:a16="http://schemas.microsoft.com/office/drawing/2014/main" id="{6AB79869-3C6D-46B6-930D-A17DB83ECCAA}"/>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76FFF2B-9236-4512-A0C7-3A22C0AA9EBA}"/>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身長の位置で絞っても、体重の位置の分布が変わらない。</a:t>
            </a:r>
          </a:p>
        </p:txBody>
      </p:sp>
      <p:sp>
        <p:nvSpPr>
          <p:cNvPr id="4" name="">
            <a:extLst xmlns:a="http://schemas.openxmlformats.org/drawingml/2006/main">
              <a:ext uri="{FF2B5EF4-FFF2-40B4-BE49-F238E27FC236}">
                <a16:creationId xmlns:a16="http://schemas.microsoft.com/office/drawing/2014/main" id="{CC2B53D5-C2A0-49B4-A0CE-D92C05EE9E1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3D973490-3784-4595-BA77-CF7BBFC3A6FC}"/>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17</a:t>
            </a:r>
          </a:p>
        </p:txBody>
      </p:sp>
      <p:sp>
        <p:nvSpPr>
          <p:cNvPr id="6" name="">
            <a:extLst xmlns:a="http://schemas.openxmlformats.org/drawingml/2006/main">
              <a:ext uri="{FF2B5EF4-FFF2-40B4-BE49-F238E27FC236}">
                <a16:creationId xmlns:a16="http://schemas.microsoft.com/office/drawing/2014/main" id="{1378AB74-5488-486F-9208-B828E7C37085}"/>
              </a:ext>
            </a:extLst>
          </p:cNvPr>
          <p:cNvSpPr>
            <a:spLocks xmlns:a="http://schemas.openxmlformats.org/drawingml/2006/main" noGrp="1"/>
          </p:cNvSpPr>
          <p:nvPr/>
        </p:nvSpPr>
        <p:spPr>
          <a:xfrm xmlns:a="http://schemas.openxmlformats.org/drawingml/2006/main">
            <a:off x="514350" y="19621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BDFA727-23A9-4A31-BD38-71A37B46DF63}"/>
              </a:ext>
            </a:extLst>
          </p:cNvPr>
          <p:cNvSpPr>
            <a:spLocks xmlns:a="http://schemas.openxmlformats.org/drawingml/2006/main" noGrp="1"/>
          </p:cNvSpPr>
          <p:nvPr/>
        </p:nvSpPr>
        <p:spPr>
          <a:xfrm xmlns:a="http://schemas.openxmlformats.org/drawingml/2006/main">
            <a:off x="704850" y="20574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700" b="1">
                <a:solidFill>
                  <a:srgbClr val="2B6777"/>
                </a:solidFill>
                <a:latin typeface="Noto Sans JP"/>
                <a:ea typeface="Noto Sans JP"/>
                <a:cs typeface="Noto Sans JP"/>
              </a:defRPr>
            </a:pPr>
            <a:r>
              <a:rPr sz="2700" b="1">
                <a:solidFill>
                  <a:srgbClr val="2B6777"/>
                </a:solidFill>
                <a:latin typeface="Noto Sans JP"/>
                <a:ea typeface="Noto Sans JP"/>
                <a:cs typeface="Noto Sans JP"/>
              </a:rPr>
              <a:t>C(u, v) = P(U ≤ u) × P(V ≤ v) = u × v</a:t>
            </a:r>
          </a:p>
        </p:txBody>
      </p:sp>
      <p:sp>
        <p:nvSpPr>
          <p:cNvPr id="8" name="">
            <a:extLst xmlns:a="http://schemas.openxmlformats.org/drawingml/2006/main">
              <a:ext uri="{FF2B5EF4-FFF2-40B4-BE49-F238E27FC236}">
                <a16:creationId xmlns:a16="http://schemas.microsoft.com/office/drawing/2014/main" id="{3692C0DE-2135-4226-8EFD-DF1F84FE5223}"/>
              </a:ext>
            </a:extLst>
          </p:cNvPr>
          <p:cNvSpPr>
            <a:spLocks xmlns:a="http://schemas.openxmlformats.org/drawingml/2006/main" noGrp="1"/>
          </p:cNvSpPr>
          <p:nvPr/>
        </p:nvSpPr>
        <p:spPr>
          <a:xfrm xmlns:a="http://schemas.openxmlformats.org/drawingml/2006/main">
            <a:off x="552450" y="3286125"/>
            <a:ext cx="4762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69BF78C6-1C30-46B8-86D6-60CA0E5E9A9B}"/>
              </a:ext>
            </a:extLst>
          </p:cNvPr>
          <p:cNvSpPr>
            <a:spLocks xmlns:a="http://schemas.openxmlformats.org/drawingml/2006/main" noGrp="1"/>
          </p:cNvSpPr>
          <p:nvPr/>
        </p:nvSpPr>
        <p:spPr>
          <a:xfrm xmlns:a="http://schemas.openxmlformats.org/drawingml/2006/main">
            <a:off x="1257300" y="3286125"/>
            <a:ext cx="101917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例：身長の位置0.8以下 → 全体の80%。</a:t>
            </a:r>
          </a:p>
        </p:txBody>
      </p:sp>
      <p:sp>
        <p:nvSpPr>
          <p:cNvPr id="10" name="">
            <a:extLst xmlns:a="http://schemas.openxmlformats.org/drawingml/2006/main">
              <a:ext uri="{FF2B5EF4-FFF2-40B4-BE49-F238E27FC236}">
                <a16:creationId xmlns:a16="http://schemas.microsoft.com/office/drawing/2014/main" id="{FBF19E4F-608A-4B8D-8A5A-05B8A00ECCA9}"/>
              </a:ext>
            </a:extLst>
          </p:cNvPr>
          <p:cNvSpPr>
            <a:spLocks xmlns:a="http://schemas.openxmlformats.org/drawingml/2006/main" noGrp="1"/>
          </p:cNvSpPr>
          <p:nvPr/>
        </p:nvSpPr>
        <p:spPr>
          <a:xfrm xmlns:a="http://schemas.openxmlformats.org/drawingml/2006/main">
            <a:off x="552450" y="3978275"/>
            <a:ext cx="4762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20052C77-D5A7-4DBF-A99D-4E8FD2767F70}"/>
              </a:ext>
            </a:extLst>
          </p:cNvPr>
          <p:cNvSpPr>
            <a:spLocks xmlns:a="http://schemas.openxmlformats.org/drawingml/2006/main" noGrp="1"/>
          </p:cNvSpPr>
          <p:nvPr/>
        </p:nvSpPr>
        <p:spPr>
          <a:xfrm xmlns:a="http://schemas.openxmlformats.org/drawingml/2006/main">
            <a:off x="1257300" y="3978275"/>
            <a:ext cx="101917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その集団でも、体重の位置0.5以下 → 50%。</a:t>
            </a:r>
          </a:p>
        </p:txBody>
      </p:sp>
      <p:sp>
        <p:nvSpPr>
          <p:cNvPr id="12" name="">
            <a:extLst xmlns:a="http://schemas.openxmlformats.org/drawingml/2006/main">
              <a:ext uri="{FF2B5EF4-FFF2-40B4-BE49-F238E27FC236}">
                <a16:creationId xmlns:a16="http://schemas.microsoft.com/office/drawing/2014/main" id="{A6780526-3A0C-403F-A7D1-A0115892DDBA}"/>
              </a:ext>
            </a:extLst>
          </p:cNvPr>
          <p:cNvSpPr>
            <a:spLocks xmlns:a="http://schemas.openxmlformats.org/drawingml/2006/main" noGrp="1"/>
          </p:cNvSpPr>
          <p:nvPr/>
        </p:nvSpPr>
        <p:spPr>
          <a:xfrm xmlns:a="http://schemas.openxmlformats.org/drawingml/2006/main">
            <a:off x="552450" y="4670425"/>
            <a:ext cx="4762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34A75E29-B4EB-4993-BB47-F26480B459DD}"/>
              </a:ext>
            </a:extLst>
          </p:cNvPr>
          <p:cNvSpPr>
            <a:spLocks xmlns:a="http://schemas.openxmlformats.org/drawingml/2006/main" noGrp="1"/>
          </p:cNvSpPr>
          <p:nvPr/>
        </p:nvSpPr>
        <p:spPr>
          <a:xfrm xmlns:a="http://schemas.openxmlformats.org/drawingml/2006/main">
            <a:off x="1257300" y="4670425"/>
            <a:ext cx="101917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両方を満たす割合 → 0.8 × 0.5 = 0.4。</a:t>
            </a:r>
          </a:p>
        </p:txBody>
      </p:sp>
      <p:sp>
        <p:nvSpPr>
          <p:cNvPr id="14" name="">
            <a:extLst xmlns:a="http://schemas.openxmlformats.org/drawingml/2006/main">
              <a:ext uri="{FF2B5EF4-FFF2-40B4-BE49-F238E27FC236}">
                <a16:creationId xmlns:a16="http://schemas.microsoft.com/office/drawing/2014/main" id="{FF0ED3B7-D892-45F8-A459-4F169A1B6AE0}"/>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DC0D464-113F-4AC2-82D5-A6E12CBEFCBF}"/>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独立の意味：一方を知っても、もう一方の分布は変わらない</a:t>
            </a:r>
          </a:p>
        </p:txBody>
      </p:sp>
    </p:spTree>
    <p:extLst>
      <p:ext uri="{BB962C8B-B14F-4D97-AF65-F5344CB8AC3E}">
        <p14:creationId xmlns:p14="http://schemas.microsoft.com/office/powerpoint/2010/main" val="1201888523"/>
      </p:ext>
    </p:extLst>
  </p:cSld>
</p:sld>
</file>

<file path=ppt/slides/slide1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D4DA68C-D5AF-4B73-B2CF-252B54A28AA1}"/>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完全に同じ位置なら、なぜ min？</a:t>
            </a:r>
          </a:p>
        </p:txBody>
      </p:sp>
      <p:sp>
        <p:nvSpPr>
          <p:cNvPr id="2" name="">
            <a:extLst xmlns:a="http://schemas.openxmlformats.org/drawingml/2006/main">
              <a:ext uri="{FF2B5EF4-FFF2-40B4-BE49-F238E27FC236}">
                <a16:creationId xmlns:a16="http://schemas.microsoft.com/office/drawing/2014/main" id="{DFFAC960-A041-4C4B-9404-9E0CFF4EC0FC}"/>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7AF526B-7C17-4224-B187-858A7638ABFD}"/>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V = U：身長と体重の「順位位置」がいつも一致する場合。</a:t>
            </a:r>
          </a:p>
        </p:txBody>
      </p:sp>
      <p:sp>
        <p:nvSpPr>
          <p:cNvPr id="4" name="">
            <a:extLst xmlns:a="http://schemas.openxmlformats.org/drawingml/2006/main">
              <a:ext uri="{FF2B5EF4-FFF2-40B4-BE49-F238E27FC236}">
                <a16:creationId xmlns:a16="http://schemas.microsoft.com/office/drawing/2014/main" id="{1EA638F7-FBCA-465C-B8C1-E92FE9CF7734}"/>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603D501D-B5BC-4C05-9794-2F031D6F41D1}"/>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18</a:t>
            </a:r>
          </a:p>
        </p:txBody>
      </p:sp>
      <p:sp>
        <p:nvSpPr>
          <p:cNvPr id="6" name="">
            <a:extLst xmlns:a="http://schemas.openxmlformats.org/drawingml/2006/main">
              <a:ext uri="{FF2B5EF4-FFF2-40B4-BE49-F238E27FC236}">
                <a16:creationId xmlns:a16="http://schemas.microsoft.com/office/drawing/2014/main" id="{38DE7736-8C5F-4070-BD70-2F8EAC9F00EA}"/>
              </a:ext>
            </a:extLst>
          </p:cNvPr>
          <p:cNvSpPr>
            <a:spLocks xmlns:a="http://schemas.openxmlformats.org/drawingml/2006/main" noGrp="1"/>
          </p:cNvSpPr>
          <p:nvPr/>
        </p:nvSpPr>
        <p:spPr>
          <a:xfrm xmlns:a="http://schemas.openxmlformats.org/drawingml/2006/main">
            <a:off x="514350" y="19526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9A2CB40-1207-412A-ACD2-F7BCD9F0665A}"/>
              </a:ext>
            </a:extLst>
          </p:cNvPr>
          <p:cNvSpPr>
            <a:spLocks xmlns:a="http://schemas.openxmlformats.org/drawingml/2006/main" noGrp="1"/>
          </p:cNvSpPr>
          <p:nvPr/>
        </p:nvSpPr>
        <p:spPr>
          <a:xfrm xmlns:a="http://schemas.openxmlformats.org/drawingml/2006/main">
            <a:off x="704850" y="20478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325" b="1">
                <a:solidFill>
                  <a:srgbClr val="2B6777"/>
                </a:solidFill>
                <a:latin typeface="Noto Sans JP"/>
                <a:ea typeface="Noto Sans JP"/>
                <a:cs typeface="Noto Sans JP"/>
              </a:defRPr>
            </a:pPr>
            <a:r>
              <a:rPr sz="2325" b="1">
                <a:solidFill>
                  <a:srgbClr val="2B6777"/>
                </a:solidFill>
                <a:latin typeface="Noto Sans JP"/>
                <a:ea typeface="Noto Sans JP"/>
                <a:cs typeface="Noto Sans JP"/>
              </a:rPr>
              <a:t>C(u, v) = P(U ≤ u, U ≤ v) = P(U ≤ min(u, v))</a:t>
            </a:r>
          </a:p>
        </p:txBody>
      </p:sp>
      <p:sp>
        <p:nvSpPr>
          <p:cNvPr id="8" name="">
            <a:extLst xmlns:a="http://schemas.openxmlformats.org/drawingml/2006/main">
              <a:ext uri="{FF2B5EF4-FFF2-40B4-BE49-F238E27FC236}">
                <a16:creationId xmlns:a16="http://schemas.microsoft.com/office/drawing/2014/main" id="{69EDAB5D-F115-437C-A8B4-F8CFB066625E}"/>
              </a:ext>
            </a:extLst>
          </p:cNvPr>
          <p:cNvSpPr>
            <a:spLocks xmlns:a="http://schemas.openxmlformats.org/drawingml/2006/main" noGrp="1"/>
          </p:cNvSpPr>
          <p:nvPr/>
        </p:nvSpPr>
        <p:spPr>
          <a:xfrm xmlns:a="http://schemas.openxmlformats.org/drawingml/2006/main">
            <a:off x="552450" y="3314700"/>
            <a:ext cx="4762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AB042757-2E8C-4A2D-B78F-E96BA404EFC9}"/>
              </a:ext>
            </a:extLst>
          </p:cNvPr>
          <p:cNvSpPr>
            <a:spLocks xmlns:a="http://schemas.openxmlformats.org/drawingml/2006/main" noGrp="1"/>
          </p:cNvSpPr>
          <p:nvPr/>
        </p:nvSpPr>
        <p:spPr>
          <a:xfrm xmlns:a="http://schemas.openxmlformats.org/drawingml/2006/main">
            <a:off x="1257300" y="3314700"/>
            <a:ext cx="101917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例：U ≤ 0.8 かつ U ≤ 0.5。</a:t>
            </a:r>
          </a:p>
        </p:txBody>
      </p:sp>
      <p:sp>
        <p:nvSpPr>
          <p:cNvPr id="10" name="">
            <a:extLst xmlns:a="http://schemas.openxmlformats.org/drawingml/2006/main">
              <a:ext uri="{FF2B5EF4-FFF2-40B4-BE49-F238E27FC236}">
                <a16:creationId xmlns:a16="http://schemas.microsoft.com/office/drawing/2014/main" id="{1D2D392E-2B91-41EF-B684-19CBD4FD0820}"/>
              </a:ext>
            </a:extLst>
          </p:cNvPr>
          <p:cNvSpPr>
            <a:spLocks xmlns:a="http://schemas.openxmlformats.org/drawingml/2006/main" noGrp="1"/>
          </p:cNvSpPr>
          <p:nvPr/>
        </p:nvSpPr>
        <p:spPr>
          <a:xfrm xmlns:a="http://schemas.openxmlformats.org/drawingml/2006/main">
            <a:off x="552450" y="3994150"/>
            <a:ext cx="4762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7CC1C7C5-A40A-4A81-B666-B6E7A3699017}"/>
              </a:ext>
            </a:extLst>
          </p:cNvPr>
          <p:cNvSpPr>
            <a:spLocks xmlns:a="http://schemas.openxmlformats.org/drawingml/2006/main" noGrp="1"/>
          </p:cNvSpPr>
          <p:nvPr/>
        </p:nvSpPr>
        <p:spPr>
          <a:xfrm xmlns:a="http://schemas.openxmlformats.org/drawingml/2006/main">
            <a:off x="1257300" y="3994150"/>
            <a:ext cx="101917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両方を満たすのは U ≤ 0.5。</a:t>
            </a:r>
          </a:p>
        </p:txBody>
      </p:sp>
      <p:sp>
        <p:nvSpPr>
          <p:cNvPr id="12" name="">
            <a:extLst xmlns:a="http://schemas.openxmlformats.org/drawingml/2006/main">
              <a:ext uri="{FF2B5EF4-FFF2-40B4-BE49-F238E27FC236}">
                <a16:creationId xmlns:a16="http://schemas.microsoft.com/office/drawing/2014/main" id="{67A2E768-7046-421D-95DC-CAE084F20528}"/>
              </a:ext>
            </a:extLst>
          </p:cNvPr>
          <p:cNvSpPr>
            <a:spLocks xmlns:a="http://schemas.openxmlformats.org/drawingml/2006/main" noGrp="1"/>
          </p:cNvSpPr>
          <p:nvPr/>
        </p:nvSpPr>
        <p:spPr>
          <a:xfrm xmlns:a="http://schemas.openxmlformats.org/drawingml/2006/main">
            <a:off x="552450" y="4673600"/>
            <a:ext cx="4762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EE44BDFB-5CCE-4C78-A22D-A743493AAB8C}"/>
              </a:ext>
            </a:extLst>
          </p:cNvPr>
          <p:cNvSpPr>
            <a:spLocks xmlns:a="http://schemas.openxmlformats.org/drawingml/2006/main" noGrp="1"/>
          </p:cNvSpPr>
          <p:nvPr/>
        </p:nvSpPr>
        <p:spPr>
          <a:xfrm xmlns:a="http://schemas.openxmlformats.org/drawingml/2006/main">
            <a:off x="1257300" y="4673600"/>
            <a:ext cx="101917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したがって C(0.8, 0.5) = 0.5 = min(0.8, 0.5)。</a:t>
            </a:r>
          </a:p>
        </p:txBody>
      </p:sp>
      <p:sp>
        <p:nvSpPr>
          <p:cNvPr id="14" name="">
            <a:extLst xmlns:a="http://schemas.openxmlformats.org/drawingml/2006/main">
              <a:ext uri="{FF2B5EF4-FFF2-40B4-BE49-F238E27FC236}">
                <a16:creationId xmlns:a16="http://schemas.microsoft.com/office/drawing/2014/main" id="{72E3986A-21A1-4EB2-891A-9B1D2EBEC6E2}"/>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9A2AC20-BB7C-4F0C-9470-E7C7F64FDD3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同じ位置に二つの条件をかけるため、小さい境界が残る</a:t>
            </a:r>
          </a:p>
        </p:txBody>
      </p:sp>
    </p:spTree>
    <p:extLst>
      <p:ext uri="{BB962C8B-B14F-4D97-AF65-F5344CB8AC3E}">
        <p14:creationId xmlns:p14="http://schemas.microsoft.com/office/powerpoint/2010/main" val="1645577447"/>
      </p:ext>
    </p:extLst>
  </p:cSld>
</p:sld>
</file>

<file path=ppt/slides/slide1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C686630-949D-48CF-921B-E65E7D1B1149}"/>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同じ周辺分布でも、同時確率は違う</a:t>
            </a:r>
          </a:p>
        </p:txBody>
      </p:sp>
      <p:sp>
        <p:nvSpPr>
          <p:cNvPr id="2" name="">
            <a:extLst xmlns:a="http://schemas.openxmlformats.org/drawingml/2006/main">
              <a:ext uri="{FF2B5EF4-FFF2-40B4-BE49-F238E27FC236}">
                <a16:creationId xmlns:a16="http://schemas.microsoft.com/office/drawing/2014/main" id="{150E7D1F-6873-4490-A8D0-BED9798967D1}"/>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C675F6C-FF1C-47B4-9DEB-98970934EC08}"/>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どの場合も、身長・体重の位置はそれぞれ一様分布。</a:t>
            </a:r>
          </a:p>
        </p:txBody>
      </p:sp>
      <p:sp>
        <p:nvSpPr>
          <p:cNvPr id="4" name="">
            <a:extLst xmlns:a="http://schemas.openxmlformats.org/drawingml/2006/main">
              <a:ext uri="{FF2B5EF4-FFF2-40B4-BE49-F238E27FC236}">
                <a16:creationId xmlns:a16="http://schemas.microsoft.com/office/drawing/2014/main" id="{B27E25EB-B249-4064-8FD0-324A4EE6A746}"/>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C8C42F31-C346-44B0-91DF-600EDD23FF1A}"/>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19</a:t>
            </a:r>
          </a:p>
        </p:txBody>
      </p:sp>
      <p:graphicFrame>
        <p:nvGraphicFramePr>
          <p:cNvPr id="14" name=""/>
          <p:cNvGraphicFramePr/>
          <p:nvPr/>
        </p:nvGraphicFramePr>
        <p:xfrm>
          <a:off xmlns:a="http://schemas.openxmlformats.org/drawingml/2006/main" x="514350" y="2114550"/>
          <a:ext xmlns:a="http://schemas.openxmlformats.org/drawingml/2006/main" cx="11163300" cy="2762250"/>
        </p:xfrm>
        <a:graphic xmlns:a="http://schemas.openxmlformats.org/drawingml/2006/main">
          <a:graphicData uri="http://schemas.openxmlformats.org/drawingml/2006/table">
            <a:tbl>
              <a:tblPr/>
              <a:tblGrid>
                <a:gridCol w="3721100"/>
                <a:gridCol w="3721100"/>
                <a:gridCol w="3721100"/>
              </a:tblGrid>
              <a:tr h="690563">
                <a:tc>
                  <a:txBody>
                    <a:bodyPr/>
                    <a:lstStyle/>
                    <a:p>
                      <a:pPr algn="ctr"/>
                      <a:r>
                        <a:rPr sz="2100" b="1">
                          <a:solidFill>
                            <a:srgbClr val="2E7D5B"/>
                          </a:solidFill>
                          <a:latin typeface="Noto Sans JP"/>
                          <a:ea typeface="Noto Sans JP"/>
                          <a:cs typeface="Noto Sans JP"/>
                        </a:rPr>
                        <a:t>関係</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C(u, v)</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C(0.8, 0.5)</a:t>
                      </a:r>
                    </a:p>
                  </a:txBody>
                  <a:tcPr marL="91440" marR="91440" marT="45720" marB="45720" anchor="ctr">
                    <a:solidFill>
                      <a:srgbClr val="E7F2EC"/>
                    </a:solidFill>
                  </a:tcPr>
                </a:tc>
              </a:tr>
              <a:tr h="690563">
                <a:tc>
                  <a:txBody>
                    <a:bodyPr/>
                    <a:lstStyle/>
                    <a:p>
                      <a:pPr algn="ctr"/>
                      <a:r>
                        <a:rPr sz="2100" b="0">
                          <a:solidFill>
                            <a:srgbClr val="222222"/>
                          </a:solidFill>
                          <a:latin typeface="Noto Sans JP"/>
                          <a:ea typeface="Noto Sans JP"/>
                          <a:cs typeface="Noto Sans JP"/>
                        </a:rPr>
                        <a:t>独立</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uv</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0.4</a:t>
                      </a:r>
                    </a:p>
                  </a:txBody>
                  <a:tcPr marL="91440" marR="91440" marT="45720" marB="45720" anchor="ctr">
                    <a:solidFill>
                      <a:srgbClr val="FFFFFF"/>
                    </a:solidFill>
                  </a:tcPr>
                </a:tc>
              </a:tr>
              <a:tr h="690563">
                <a:tc>
                  <a:txBody>
                    <a:bodyPr/>
                    <a:lstStyle/>
                    <a:p>
                      <a:pPr algn="ctr"/>
                      <a:r>
                        <a:rPr sz="2100" b="0">
                          <a:solidFill>
                            <a:srgbClr val="222222"/>
                          </a:solidFill>
                          <a:latin typeface="Noto Sans JP"/>
                          <a:ea typeface="Noto Sans JP"/>
                          <a:cs typeface="Noto Sans JP"/>
                        </a:rPr>
                        <a:t>完全に同じ位置：V = U</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min(u, v)</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0.5</a:t>
                      </a:r>
                    </a:p>
                  </a:txBody>
                  <a:tcPr marL="91440" marR="91440" marT="45720" marB="45720" anchor="ctr">
                    <a:solidFill>
                      <a:srgbClr val="F6F6F6"/>
                    </a:solidFill>
                  </a:tcPr>
                </a:tc>
              </a:tr>
              <a:tr h="690563">
                <a:tc>
                  <a:txBody>
                    <a:bodyPr/>
                    <a:lstStyle/>
                    <a:p>
                      <a:pPr algn="ctr"/>
                      <a:r>
                        <a:rPr sz="2100" b="0">
                          <a:solidFill>
                            <a:srgbClr val="222222"/>
                          </a:solidFill>
                          <a:latin typeface="Noto Sans JP"/>
                          <a:ea typeface="Noto Sans JP"/>
                          <a:cs typeface="Noto Sans JP"/>
                        </a:rPr>
                        <a:t>完全に逆の位置：V = 1 − U</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max(u + v − 1, 0)</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0.3</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7655DA1D-06C2-4B22-9E38-8E3D13625CEA}"/>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C73FC88-778F-4678-A5B4-CBACBBDBAC80}"/>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コピュラの役割：周辺分布だけでは決まらない同時確率を表す</a:t>
            </a:r>
          </a:p>
        </p:txBody>
      </p:sp>
    </p:spTree>
    <p:extLst>
      <p:ext uri="{BB962C8B-B14F-4D97-AF65-F5344CB8AC3E}">
        <p14:creationId xmlns:p14="http://schemas.microsoft.com/office/powerpoint/2010/main" val="2035447224"/>
      </p:ext>
    </p:extLst>
  </p:cSld>
</p:sld>
</file>

<file path=ppt/slides/slide1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9826100-6A16-4B04-9648-989A571925E7}"/>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元の値との接続：Sklarの定理</a:t>
            </a:r>
          </a:p>
        </p:txBody>
      </p:sp>
      <p:sp>
        <p:nvSpPr>
          <p:cNvPr id="2" name="">
            <a:extLst xmlns:a="http://schemas.openxmlformats.org/drawingml/2006/main">
              <a:ext uri="{FF2B5EF4-FFF2-40B4-BE49-F238E27FC236}">
                <a16:creationId xmlns:a16="http://schemas.microsoft.com/office/drawing/2014/main" id="{953275F9-3763-4C87-A751-4AB328E06186}"/>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999BAD3-5E88-4D5B-923E-383384003A15}"/>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元の同時分布は「周辺分布」と「コピュラ」で表せる。</a:t>
            </a:r>
          </a:p>
        </p:txBody>
      </p:sp>
      <p:sp>
        <p:nvSpPr>
          <p:cNvPr id="4" name="">
            <a:extLst xmlns:a="http://schemas.openxmlformats.org/drawingml/2006/main">
              <a:ext uri="{FF2B5EF4-FFF2-40B4-BE49-F238E27FC236}">
                <a16:creationId xmlns:a16="http://schemas.microsoft.com/office/drawing/2014/main" id="{33338811-B30D-4F6C-81D8-C092AE897CB6}"/>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BB1CB351-BBF1-41B7-902B-AF4373091B29}"/>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20</a:t>
            </a:r>
          </a:p>
        </p:txBody>
      </p:sp>
      <p:sp>
        <p:nvSpPr>
          <p:cNvPr id="6" name="">
            <a:extLst xmlns:a="http://schemas.openxmlformats.org/drawingml/2006/main">
              <a:ext uri="{FF2B5EF4-FFF2-40B4-BE49-F238E27FC236}">
                <a16:creationId xmlns:a16="http://schemas.microsoft.com/office/drawing/2014/main" id="{69B21102-5DD0-4023-81C8-34856A9DE103}"/>
              </a:ext>
            </a:extLst>
          </p:cNvPr>
          <p:cNvSpPr>
            <a:spLocks xmlns:a="http://schemas.openxmlformats.org/drawingml/2006/main" noGrp="1"/>
          </p:cNvSpPr>
          <p:nvPr/>
        </p:nvSpPr>
        <p:spPr>
          <a:xfrm xmlns:a="http://schemas.openxmlformats.org/drawingml/2006/main">
            <a:off x="514350" y="19812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95652DC-7C13-4A11-905C-2E56842C8B95}"/>
              </a:ext>
            </a:extLst>
          </p:cNvPr>
          <p:cNvSpPr>
            <a:spLocks xmlns:a="http://schemas.openxmlformats.org/drawingml/2006/main" noGrp="1"/>
          </p:cNvSpPr>
          <p:nvPr/>
        </p:nvSpPr>
        <p:spPr>
          <a:xfrm xmlns:a="http://schemas.openxmlformats.org/drawingml/2006/main">
            <a:off x="704850" y="20764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525" b="1">
                <a:solidFill>
                  <a:srgbClr val="2B6777"/>
                </a:solidFill>
                <a:latin typeface="Noto Sans JP"/>
                <a:ea typeface="Noto Sans JP"/>
                <a:cs typeface="Noto Sans JP"/>
              </a:defRPr>
            </a:pPr>
            <a:r>
              <a:rPr sz="3525" b="1">
                <a:solidFill>
                  <a:srgbClr val="2B6777"/>
                </a:solidFill>
                <a:latin typeface="Noto Sans JP"/>
                <a:ea typeface="Noto Sans JP"/>
                <a:cs typeface="Noto Sans JP"/>
              </a:rPr>
              <a:t>H(x, y) = C(Fₓ(x), Fᵧ(y))</a:t>
            </a:r>
          </a:p>
        </p:txBody>
      </p:sp>
      <p:sp>
        <p:nvSpPr>
          <p:cNvPr id="8" name="">
            <a:extLst xmlns:a="http://schemas.openxmlformats.org/drawingml/2006/main">
              <a:ext uri="{FF2B5EF4-FFF2-40B4-BE49-F238E27FC236}">
                <a16:creationId xmlns:a16="http://schemas.microsoft.com/office/drawing/2014/main" id="{0A76637A-3B94-4A6B-AAA2-CD3B2ABA0361}"/>
              </a:ext>
            </a:extLst>
          </p:cNvPr>
          <p:cNvSpPr>
            <a:spLocks xmlns:a="http://schemas.openxmlformats.org/drawingml/2006/main" noGrp="1"/>
          </p:cNvSpPr>
          <p:nvPr/>
        </p:nvSpPr>
        <p:spPr>
          <a:xfrm xmlns:a="http://schemas.openxmlformats.org/drawingml/2006/main">
            <a:off x="552450" y="3333750"/>
            <a:ext cx="476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98739F04-AF98-41C0-BAF9-8A8D421DA8B1}"/>
              </a:ext>
            </a:extLst>
          </p:cNvPr>
          <p:cNvSpPr>
            <a:spLocks xmlns:a="http://schemas.openxmlformats.org/drawingml/2006/main" noGrp="1"/>
          </p:cNvSpPr>
          <p:nvPr/>
        </p:nvSpPr>
        <p:spPr>
          <a:xfrm xmlns:a="http://schemas.openxmlformats.org/drawingml/2006/main">
            <a:off x="1257300" y="3333750"/>
            <a:ext cx="10191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Fₓ(x)：身長の境界xを、位置uへ変える。</a:t>
            </a:r>
          </a:p>
        </p:txBody>
      </p:sp>
      <p:sp>
        <p:nvSpPr>
          <p:cNvPr id="10" name="">
            <a:extLst xmlns:a="http://schemas.openxmlformats.org/drawingml/2006/main">
              <a:ext uri="{FF2B5EF4-FFF2-40B4-BE49-F238E27FC236}">
                <a16:creationId xmlns:a16="http://schemas.microsoft.com/office/drawing/2014/main" id="{8BF73989-F6E9-4AFA-BE4A-B9CCF830EA4F}"/>
              </a:ext>
            </a:extLst>
          </p:cNvPr>
          <p:cNvSpPr>
            <a:spLocks xmlns:a="http://schemas.openxmlformats.org/drawingml/2006/main" noGrp="1"/>
          </p:cNvSpPr>
          <p:nvPr/>
        </p:nvSpPr>
        <p:spPr>
          <a:xfrm xmlns:a="http://schemas.openxmlformats.org/drawingml/2006/main">
            <a:off x="552450" y="4010025"/>
            <a:ext cx="476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E20020AE-6CE6-41E7-92F7-0D10E194CFB6}"/>
              </a:ext>
            </a:extLst>
          </p:cNvPr>
          <p:cNvSpPr>
            <a:spLocks xmlns:a="http://schemas.openxmlformats.org/drawingml/2006/main" noGrp="1"/>
          </p:cNvSpPr>
          <p:nvPr/>
        </p:nvSpPr>
        <p:spPr>
          <a:xfrm xmlns:a="http://schemas.openxmlformats.org/drawingml/2006/main">
            <a:off x="1257300" y="4010025"/>
            <a:ext cx="10191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Fᵧ(y)：体重の境界yを、位置vへ変える。</a:t>
            </a:r>
          </a:p>
        </p:txBody>
      </p:sp>
      <p:sp>
        <p:nvSpPr>
          <p:cNvPr id="12" name="">
            <a:extLst xmlns:a="http://schemas.openxmlformats.org/drawingml/2006/main">
              <a:ext uri="{FF2B5EF4-FFF2-40B4-BE49-F238E27FC236}">
                <a16:creationId xmlns:a16="http://schemas.microsoft.com/office/drawing/2014/main" id="{74090DB4-44C0-4352-933C-CF1507C38F17}"/>
              </a:ext>
            </a:extLst>
          </p:cNvPr>
          <p:cNvSpPr>
            <a:spLocks xmlns:a="http://schemas.openxmlformats.org/drawingml/2006/main" noGrp="1"/>
          </p:cNvSpPr>
          <p:nvPr/>
        </p:nvSpPr>
        <p:spPr>
          <a:xfrm xmlns:a="http://schemas.openxmlformats.org/drawingml/2006/main">
            <a:off x="552450" y="4686300"/>
            <a:ext cx="476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1EA1CF3E-9FA9-4907-BA76-624A9578D7DF}"/>
              </a:ext>
            </a:extLst>
          </p:cNvPr>
          <p:cNvSpPr>
            <a:spLocks xmlns:a="http://schemas.openxmlformats.org/drawingml/2006/main" noGrp="1"/>
          </p:cNvSpPr>
          <p:nvPr/>
        </p:nvSpPr>
        <p:spPr>
          <a:xfrm xmlns:a="http://schemas.openxmlformats.org/drawingml/2006/main">
            <a:off x="1257300" y="4686300"/>
            <a:ext cx="10191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C(u, v)：その二つを同時に満たす確率を返す。</a:t>
            </a:r>
          </a:p>
        </p:txBody>
      </p:sp>
      <p:sp>
        <p:nvSpPr>
          <p:cNvPr id="14" name="">
            <a:extLst xmlns:a="http://schemas.openxmlformats.org/drawingml/2006/main">
              <a:ext uri="{FF2B5EF4-FFF2-40B4-BE49-F238E27FC236}">
                <a16:creationId xmlns:a16="http://schemas.microsoft.com/office/drawing/2014/main" id="{317D8AFD-10FE-4B1C-AFC1-E2644BB5F191}"/>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9FB6F7E-6030-47F1-9260-C9D8A7744C6C}"/>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連続な周辺分布なら、このCは一意に決まる</a:t>
            </a:r>
          </a:p>
        </p:txBody>
      </p:sp>
    </p:spTree>
    <p:extLst>
      <p:ext uri="{BB962C8B-B14F-4D97-AF65-F5344CB8AC3E}">
        <p14:creationId xmlns:p14="http://schemas.microsoft.com/office/powerpoint/2010/main" val="1147354482"/>
      </p:ext>
    </p:extLst>
  </p:cSld>
</p:sld>
</file>

<file path=ppt/slides/slide1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739235D-CD85-488D-85E6-07835F9138A3}"/>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生成する場合は、逆向きに使う</a:t>
            </a:r>
          </a:p>
        </p:txBody>
      </p:sp>
      <p:sp>
        <p:nvSpPr>
          <p:cNvPr id="2" name="">
            <a:extLst xmlns:a="http://schemas.openxmlformats.org/drawingml/2006/main">
              <a:ext uri="{FF2B5EF4-FFF2-40B4-BE49-F238E27FC236}">
                <a16:creationId xmlns:a16="http://schemas.microsoft.com/office/drawing/2014/main" id="{6951D990-6460-4E83-B693-8019909B7165}"/>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23B20DA-FB87-4A6F-8DA6-043CAF0880F2}"/>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位置の組を作ってから、各列の元の単位へ戻す。</a:t>
            </a:r>
          </a:p>
        </p:txBody>
      </p:sp>
      <p:sp>
        <p:nvSpPr>
          <p:cNvPr id="4" name="">
            <a:extLst xmlns:a="http://schemas.openxmlformats.org/drawingml/2006/main">
              <a:ext uri="{FF2B5EF4-FFF2-40B4-BE49-F238E27FC236}">
                <a16:creationId xmlns:a16="http://schemas.microsoft.com/office/drawing/2014/main" id="{1A3A7369-62A3-42A4-9C46-21460268EE55}"/>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33D925A6-F619-4978-B384-305E9AB5B253}"/>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21</a:t>
            </a:r>
          </a:p>
        </p:txBody>
      </p:sp>
      <p:sp>
        <p:nvSpPr>
          <p:cNvPr id="6" name="">
            <a:extLst xmlns:a="http://schemas.openxmlformats.org/drawingml/2006/main">
              <a:ext uri="{FF2B5EF4-FFF2-40B4-BE49-F238E27FC236}">
                <a16:creationId xmlns:a16="http://schemas.microsoft.com/office/drawing/2014/main" id="{B8872B81-244D-488D-AA4C-8FC0497C985E}"/>
              </a:ext>
            </a:extLst>
          </p:cNvPr>
          <p:cNvSpPr>
            <a:spLocks xmlns:a="http://schemas.openxmlformats.org/drawingml/2006/main" noGrp="1"/>
          </p:cNvSpPr>
          <p:nvPr/>
        </p:nvSpPr>
        <p:spPr>
          <a:xfrm xmlns:a="http://schemas.openxmlformats.org/drawingml/2006/main">
            <a:off x="514350" y="20383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5DAD347-95F9-4F1F-8559-C92A1DF0404C}"/>
              </a:ext>
            </a:extLst>
          </p:cNvPr>
          <p:cNvSpPr>
            <a:spLocks xmlns:a="http://schemas.openxmlformats.org/drawingml/2006/main" noGrp="1"/>
          </p:cNvSpPr>
          <p:nvPr/>
        </p:nvSpPr>
        <p:spPr>
          <a:xfrm xmlns:a="http://schemas.openxmlformats.org/drawingml/2006/main">
            <a:off x="704850" y="21336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925" b="1">
                <a:solidFill>
                  <a:srgbClr val="2B6777"/>
                </a:solidFill>
                <a:latin typeface="Noto Sans JP"/>
                <a:ea typeface="Noto Sans JP"/>
                <a:cs typeface="Noto Sans JP"/>
              </a:defRPr>
            </a:pPr>
            <a:r>
              <a:rPr sz="2925" b="1">
                <a:solidFill>
                  <a:srgbClr val="2B6777"/>
                </a:solidFill>
                <a:latin typeface="Noto Sans JP"/>
                <a:ea typeface="Noto Sans JP"/>
                <a:cs typeface="Noto Sans JP"/>
              </a:rPr>
              <a:t>(U, V) ~ C  →  X = Fₓ⁻¹(U),  Y = Fᵧ⁻¹(V)</a:t>
            </a:r>
          </a:p>
        </p:txBody>
      </p:sp>
      <p:sp>
        <p:nvSpPr>
          <p:cNvPr id="8" name="">
            <a:extLst xmlns:a="http://schemas.openxmlformats.org/drawingml/2006/main">
              <a:ext uri="{FF2B5EF4-FFF2-40B4-BE49-F238E27FC236}">
                <a16:creationId xmlns:a16="http://schemas.microsoft.com/office/drawing/2014/main" id="{8385C54F-573F-4550-BFEE-7BC2E8C88BC7}"/>
              </a:ext>
            </a:extLst>
          </p:cNvPr>
          <p:cNvSpPr>
            <a:spLocks xmlns:a="http://schemas.openxmlformats.org/drawingml/2006/main" noGrp="1"/>
          </p:cNvSpPr>
          <p:nvPr/>
        </p:nvSpPr>
        <p:spPr>
          <a:xfrm xmlns:a="http://schemas.openxmlformats.org/drawingml/2006/main">
            <a:off x="552450" y="335280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0E0F5D11-DCB4-480C-9EE7-2EAA70052907}"/>
              </a:ext>
            </a:extLst>
          </p:cNvPr>
          <p:cNvSpPr>
            <a:spLocks xmlns:a="http://schemas.openxmlformats.org/drawingml/2006/main" noGrp="1"/>
          </p:cNvSpPr>
          <p:nvPr/>
        </p:nvSpPr>
        <p:spPr>
          <a:xfrm xmlns:a="http://schemas.openxmlformats.org/drawingml/2006/main">
            <a:off x="1257300" y="335280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周辺分布：どんな身長・体重の値が存在するか。</a:t>
            </a:r>
          </a:p>
        </p:txBody>
      </p:sp>
      <p:sp>
        <p:nvSpPr>
          <p:cNvPr id="10" name="">
            <a:extLst xmlns:a="http://schemas.openxmlformats.org/drawingml/2006/main">
              <a:ext uri="{FF2B5EF4-FFF2-40B4-BE49-F238E27FC236}">
                <a16:creationId xmlns:a16="http://schemas.microsoft.com/office/drawing/2014/main" id="{D8291382-AD08-4533-B2E2-1E098BB38F6A}"/>
              </a:ext>
            </a:extLst>
          </p:cNvPr>
          <p:cNvSpPr>
            <a:spLocks xmlns:a="http://schemas.openxmlformats.org/drawingml/2006/main" noGrp="1"/>
          </p:cNvSpPr>
          <p:nvPr/>
        </p:nvSpPr>
        <p:spPr>
          <a:xfrm xmlns:a="http://schemas.openxmlformats.org/drawingml/2006/main">
            <a:off x="552450" y="401320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E5DB24A4-C28B-4C0F-A591-9D8E28EC0BC9}"/>
              </a:ext>
            </a:extLst>
          </p:cNvPr>
          <p:cNvSpPr>
            <a:spLocks xmlns:a="http://schemas.openxmlformats.org/drawingml/2006/main" noGrp="1"/>
          </p:cNvSpPr>
          <p:nvPr/>
        </p:nvSpPr>
        <p:spPr>
          <a:xfrm xmlns:a="http://schemas.openxmlformats.org/drawingml/2006/main">
            <a:off x="1257300" y="401320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コピュラ：どんな位置の組を一緒に作るか。</a:t>
            </a:r>
          </a:p>
        </p:txBody>
      </p:sp>
      <p:sp>
        <p:nvSpPr>
          <p:cNvPr id="12" name="">
            <a:extLst xmlns:a="http://schemas.openxmlformats.org/drawingml/2006/main">
              <a:ext uri="{FF2B5EF4-FFF2-40B4-BE49-F238E27FC236}">
                <a16:creationId xmlns:a16="http://schemas.microsoft.com/office/drawing/2014/main" id="{FD0736EF-BE17-4E82-8CB6-F3DBA3A1559B}"/>
              </a:ext>
            </a:extLst>
          </p:cNvPr>
          <p:cNvSpPr>
            <a:spLocks xmlns:a="http://schemas.openxmlformats.org/drawingml/2006/main" noGrp="1"/>
          </p:cNvSpPr>
          <p:nvPr/>
        </p:nvSpPr>
        <p:spPr>
          <a:xfrm xmlns:a="http://schemas.openxmlformats.org/drawingml/2006/main">
            <a:off x="552450" y="467360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A9DD4549-47E7-4236-9DF2-30EC0CF4AE88}"/>
              </a:ext>
            </a:extLst>
          </p:cNvPr>
          <p:cNvSpPr>
            <a:spLocks xmlns:a="http://schemas.openxmlformats.org/drawingml/2006/main" noGrp="1"/>
          </p:cNvSpPr>
          <p:nvPr/>
        </p:nvSpPr>
        <p:spPr>
          <a:xfrm xmlns:a="http://schemas.openxmlformats.org/drawingml/2006/main">
            <a:off x="1257300" y="467360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逆累積分布：位置から、cm・kgへ戻す。</a:t>
            </a:r>
          </a:p>
        </p:txBody>
      </p:sp>
      <p:sp>
        <p:nvSpPr>
          <p:cNvPr id="14" name="">
            <a:extLst xmlns:a="http://schemas.openxmlformats.org/drawingml/2006/main">
              <a:ext uri="{FF2B5EF4-FFF2-40B4-BE49-F238E27FC236}">
                <a16:creationId xmlns:a16="http://schemas.microsoft.com/office/drawing/2014/main" id="{48F1EA05-196E-4382-A7A6-E22686742AF8}"/>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E068CB8-513E-4B3F-8009-2A4DCBD5D48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本研究では「残した列の位置」を条件に、置換する列の位置を作る</a:t>
            </a:r>
          </a:p>
        </p:txBody>
      </p:sp>
    </p:spTree>
    <p:extLst>
      <p:ext uri="{BB962C8B-B14F-4D97-AF65-F5344CB8AC3E}">
        <p14:creationId xmlns:p14="http://schemas.microsoft.com/office/powerpoint/2010/main" val="366232495"/>
      </p:ext>
    </p:extLst>
  </p:cSld>
</p:sld>
</file>

<file path=ppt/slides/slide1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9420137-4446-4D90-BCFC-8CA334543D68}"/>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コピュラの種類と選ぶ観点</a:t>
            </a:r>
          </a:p>
        </p:txBody>
      </p:sp>
      <p:sp>
        <p:nvSpPr>
          <p:cNvPr id="2" name="">
            <a:extLst xmlns:a="http://schemas.openxmlformats.org/drawingml/2006/main">
              <a:ext uri="{FF2B5EF4-FFF2-40B4-BE49-F238E27FC236}">
                <a16:creationId xmlns:a16="http://schemas.microsoft.com/office/drawing/2014/main" id="{387ED456-572D-40B9-8D0A-F48BDC8CA78B}"/>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D9A862A-C4B7-4D43-A3E9-08D53D738420}"/>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どの関係を重視するかによって、適したモデルが変わる。</a:t>
            </a:r>
          </a:p>
        </p:txBody>
      </p:sp>
      <p:sp>
        <p:nvSpPr>
          <p:cNvPr id="4" name="">
            <a:extLst xmlns:a="http://schemas.openxmlformats.org/drawingml/2006/main">
              <a:ext uri="{FF2B5EF4-FFF2-40B4-BE49-F238E27FC236}">
                <a16:creationId xmlns:a16="http://schemas.microsoft.com/office/drawing/2014/main" id="{1A86F59B-F5B7-4A3C-BF73-3C8AF477A71B}"/>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F8DC4D57-EE47-4634-8435-7BDDB4BD1066}"/>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22</a:t>
            </a:r>
          </a:p>
        </p:txBody>
      </p:sp>
      <p:graphicFrame>
        <p:nvGraphicFramePr>
          <p:cNvPr id="14" name=""/>
          <p:cNvGraphicFramePr/>
          <p:nvPr/>
        </p:nvGraphicFramePr>
        <p:xfrm>
          <a:off xmlns:a="http://schemas.openxmlformats.org/drawingml/2006/main" x="514350" y="1885950"/>
          <a:ext xmlns:a="http://schemas.openxmlformats.org/drawingml/2006/main" cx="11163300" cy="3524250"/>
        </p:xfrm>
        <a:graphic xmlns:a="http://schemas.openxmlformats.org/drawingml/2006/main">
          <a:graphicData uri="http://schemas.openxmlformats.org/drawingml/2006/table">
            <a:tbl>
              <a:tblPr/>
              <a:tblGrid>
                <a:gridCol w="3721100"/>
                <a:gridCol w="3721100"/>
                <a:gridCol w="3721100"/>
              </a:tblGrid>
              <a:tr h="587375">
                <a:tc>
                  <a:txBody>
                    <a:bodyPr/>
                    <a:lstStyle/>
                    <a:p>
                      <a:pPr algn="ctr"/>
                      <a:r>
                        <a:rPr sz="1800" b="1">
                          <a:solidFill>
                            <a:srgbClr val="2E7D5B"/>
                          </a:solidFill>
                          <a:latin typeface="Noto Sans JP"/>
                          <a:ea typeface="Noto Sans JP"/>
                          <a:cs typeface="Noto Sans JP"/>
                        </a:rPr>
                        <a:t>種類</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表せる主な関係</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検討するデータ・条件</a:t>
                      </a:r>
                    </a:p>
                  </a:txBody>
                  <a:tcPr marL="91440" marR="91440" marT="45720" marB="45720" anchor="ctr">
                    <a:solidFill>
                      <a:srgbClr val="E7F2EC"/>
                    </a:solidFill>
                  </a:tcPr>
                </a:tc>
              </a:tr>
              <a:tr h="587375">
                <a:tc>
                  <a:txBody>
                    <a:bodyPr/>
                    <a:lstStyle/>
                    <a:p>
                      <a:pPr algn="ctr"/>
                      <a:r>
                        <a:rPr sz="1800" b="0">
                          <a:solidFill>
                            <a:srgbClr val="222222"/>
                          </a:solidFill>
                          <a:latin typeface="Noto Sans JP"/>
                          <a:ea typeface="Noto Sans JP"/>
                          <a:cs typeface="Noto Sans JP"/>
                        </a:rPr>
                        <a:t>Gaussian</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潜在正規空間の相関</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まず安定した多変量の条件付き生成</a:t>
                      </a:r>
                    </a:p>
                  </a:txBody>
                  <a:tcPr marL="91440" marR="91440" marT="45720" marB="45720" anchor="ctr">
                    <a:solidFill>
                      <a:srgbClr val="FFFFFF"/>
                    </a:solidFill>
                  </a:tcPr>
                </a:tc>
              </a:tr>
              <a:tr h="587375">
                <a:tc>
                  <a:txBody>
                    <a:bodyPr/>
                    <a:lstStyle/>
                    <a:p>
                      <a:pPr algn="ctr"/>
                      <a:r>
                        <a:rPr sz="1800" b="0">
                          <a:solidFill>
                            <a:srgbClr val="222222"/>
                          </a:solidFill>
                          <a:latin typeface="Noto Sans JP"/>
                          <a:ea typeface="Noto Sans JP"/>
                          <a:cs typeface="Noto Sans JP"/>
                        </a:rPr>
                        <a:t>Student-t</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両側の極端値が同時に起こる</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上下の裾で共発生が重要</a:t>
                      </a:r>
                    </a:p>
                  </a:txBody>
                  <a:tcPr marL="91440" marR="91440" marT="45720" marB="45720" anchor="ctr">
                    <a:solidFill>
                      <a:srgbClr val="F6F6F6"/>
                    </a:solidFill>
                  </a:tcPr>
                </a:tc>
              </a:tr>
              <a:tr h="587375">
                <a:tc>
                  <a:txBody>
                    <a:bodyPr/>
                    <a:lstStyle/>
                    <a:p>
                      <a:pPr algn="ctr"/>
                      <a:r>
                        <a:rPr sz="1800" b="0">
                          <a:solidFill>
                            <a:srgbClr val="222222"/>
                          </a:solidFill>
                          <a:latin typeface="Noto Sans JP"/>
                          <a:ea typeface="Noto Sans JP"/>
                          <a:cs typeface="Noto Sans JP"/>
                        </a:rPr>
                        <a:t>Clayton / Gumbel / Joe</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片側の裾で強い依存</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小さい側 / 大きい側の共発生</a:t>
                      </a:r>
                    </a:p>
                  </a:txBody>
                  <a:tcPr marL="91440" marR="91440" marT="45720" marB="45720" anchor="ctr">
                    <a:solidFill>
                      <a:srgbClr val="FFFFFF"/>
                    </a:solidFill>
                  </a:tcPr>
                </a:tc>
              </a:tr>
              <a:tr h="587375">
                <a:tc>
                  <a:txBody>
                    <a:bodyPr/>
                    <a:lstStyle/>
                    <a:p>
                      <a:pPr algn="ctr"/>
                      <a:r>
                        <a:rPr sz="1800" b="0">
                          <a:solidFill>
                            <a:srgbClr val="222222"/>
                          </a:solidFill>
                          <a:latin typeface="Noto Sans JP"/>
                          <a:ea typeface="Noto Sans JP"/>
                          <a:cs typeface="Noto Sans JP"/>
                        </a:rPr>
                        <a:t>Frank</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両裾の依存係数は0</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中央のなめらかな依存</a:t>
                      </a:r>
                    </a:p>
                  </a:txBody>
                  <a:tcPr marL="91440" marR="91440" marT="45720" marB="45720" anchor="ctr">
                    <a:solidFill>
                      <a:srgbClr val="F6F6F6"/>
                    </a:solidFill>
                  </a:tcPr>
                </a:tc>
              </a:tr>
              <a:tr h="587375">
                <a:tc>
                  <a:txBody>
                    <a:bodyPr/>
                    <a:lstStyle/>
                    <a:p>
                      <a:pPr algn="ctr"/>
                      <a:r>
                        <a:rPr sz="1800" b="0">
                          <a:solidFill>
                            <a:srgbClr val="222222"/>
                          </a:solidFill>
                          <a:latin typeface="Noto Sans JP"/>
                          <a:ea typeface="Noto Sans JP"/>
                          <a:cs typeface="Noto Sans JP"/>
                        </a:rPr>
                        <a:t>Vine / ノンパラメトリック</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ペアごとの差 / 柔軟な形</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十分なデータとモデル選択の余裕</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87438C71-73F2-4792-8E4F-8DC4EC30F63E}"/>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DB20531-A0D6-4C11-9A10-670C3886DED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種類を増やすほど、推定・選択・条件付き生成も複雑になる</a:t>
            </a:r>
          </a:p>
        </p:txBody>
      </p:sp>
    </p:spTree>
    <p:extLst>
      <p:ext uri="{BB962C8B-B14F-4D97-AF65-F5344CB8AC3E}">
        <p14:creationId xmlns:p14="http://schemas.microsoft.com/office/powerpoint/2010/main" val="1367530239"/>
      </p:ext>
    </p:extLst>
  </p:cSld>
</p:sld>
</file>

<file path=ppt/slides/slide1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FB25075-3B49-4E7A-97C9-1F4EDFCDB0A6}"/>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「裾の依存」は、相関と何が違う？</a:t>
            </a:r>
          </a:p>
        </p:txBody>
      </p:sp>
      <p:sp>
        <p:nvSpPr>
          <p:cNvPr id="2" name="">
            <a:extLst xmlns:a="http://schemas.openxmlformats.org/drawingml/2006/main">
              <a:ext uri="{FF2B5EF4-FFF2-40B4-BE49-F238E27FC236}">
                <a16:creationId xmlns:a16="http://schemas.microsoft.com/office/drawing/2014/main" id="{85C626BB-3BAA-47B9-A311-C7734EF92FF4}"/>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9C06657-2DE5-4633-8870-509FD6CB671C}"/>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各変数が極端に大きい／小さいとき、もう一方も極端かを見る。</a:t>
            </a:r>
          </a:p>
        </p:txBody>
      </p:sp>
      <p:sp>
        <p:nvSpPr>
          <p:cNvPr id="4" name="">
            <a:extLst xmlns:a="http://schemas.openxmlformats.org/drawingml/2006/main">
              <a:ext uri="{FF2B5EF4-FFF2-40B4-BE49-F238E27FC236}">
                <a16:creationId xmlns:a16="http://schemas.microsoft.com/office/drawing/2014/main" id="{610D0B11-BB2E-43E1-9C07-234DCA0663AD}"/>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B90A4416-9C2C-4067-9C46-1C9C4D453833}"/>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23</a:t>
            </a:r>
          </a:p>
        </p:txBody>
      </p:sp>
      <p:sp>
        <p:nvSpPr>
          <p:cNvPr id="6" name="">
            <a:extLst xmlns:a="http://schemas.openxmlformats.org/drawingml/2006/main">
              <a:ext uri="{FF2B5EF4-FFF2-40B4-BE49-F238E27FC236}">
                <a16:creationId xmlns:a16="http://schemas.microsoft.com/office/drawing/2014/main" id="{476FAE5E-36A2-4ED9-865C-0413CE7B5310}"/>
              </a:ext>
            </a:extLst>
          </p:cNvPr>
          <p:cNvSpPr>
            <a:spLocks xmlns:a="http://schemas.openxmlformats.org/drawingml/2006/main" noGrp="1"/>
          </p:cNvSpPr>
          <p:nvPr/>
        </p:nvSpPr>
        <p:spPr>
          <a:xfrm xmlns:a="http://schemas.openxmlformats.org/drawingml/2006/main">
            <a:off x="514350" y="2095500"/>
            <a:ext cx="5314950" cy="304800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B745E94-7F23-49BB-A984-4066B52EE914}"/>
              </a:ext>
            </a:extLst>
          </p:cNvPr>
          <p:cNvSpPr>
            <a:spLocks xmlns:a="http://schemas.openxmlformats.org/drawingml/2006/main" noGrp="1"/>
          </p:cNvSpPr>
          <p:nvPr/>
        </p:nvSpPr>
        <p:spPr>
          <a:xfrm xmlns:a="http://schemas.openxmlformats.org/drawingml/2006/main">
            <a:off x="704850" y="2209800"/>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上側の裾</a:t>
            </a:r>
          </a:p>
        </p:txBody>
      </p:sp>
      <p:sp>
        <p:nvSpPr>
          <p:cNvPr id="8" name="">
            <a:extLst xmlns:a="http://schemas.openxmlformats.org/drawingml/2006/main">
              <a:ext uri="{FF2B5EF4-FFF2-40B4-BE49-F238E27FC236}">
                <a16:creationId xmlns:a16="http://schemas.microsoft.com/office/drawing/2014/main" id="{EF2B3CE1-0931-4F89-849E-DB6F37CEEE69}"/>
              </a:ext>
            </a:extLst>
          </p:cNvPr>
          <p:cNvSpPr>
            <a:spLocks xmlns:a="http://schemas.openxmlformats.org/drawingml/2006/main" noGrp="1"/>
          </p:cNvSpPr>
          <p:nvPr/>
        </p:nvSpPr>
        <p:spPr>
          <a:xfrm xmlns:a="http://schemas.openxmlformats.org/drawingml/2006/main">
            <a:off x="704850" y="2762250"/>
            <a:ext cx="493395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上位1%の大雨があるとき、</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別地点も上位1%になりやすいか。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Gumbel・Joe：上側の依存</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Student-t：上下両側</a:t>
            </a:r>
          </a:p>
        </p:txBody>
      </p:sp>
      <p:sp>
        <p:nvSpPr>
          <p:cNvPr id="9" name="">
            <a:extLst xmlns:a="http://schemas.openxmlformats.org/drawingml/2006/main">
              <a:ext uri="{FF2B5EF4-FFF2-40B4-BE49-F238E27FC236}">
                <a16:creationId xmlns:a16="http://schemas.microsoft.com/office/drawing/2014/main" id="{98ECD2D6-F30B-42BB-99AB-EDBF2ED21C2A}"/>
              </a:ext>
            </a:extLst>
          </p:cNvPr>
          <p:cNvSpPr>
            <a:spLocks xmlns:a="http://schemas.openxmlformats.org/drawingml/2006/main" noGrp="1"/>
          </p:cNvSpPr>
          <p:nvPr/>
        </p:nvSpPr>
        <p:spPr>
          <a:xfrm xmlns:a="http://schemas.openxmlformats.org/drawingml/2006/main">
            <a:off x="6076950" y="2095500"/>
            <a:ext cx="5600700" cy="304800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EDAC7E0-45F8-45C6-A72C-19334886E717}"/>
              </a:ext>
            </a:extLst>
          </p:cNvPr>
          <p:cNvSpPr>
            <a:spLocks xmlns:a="http://schemas.openxmlformats.org/drawingml/2006/main" noGrp="1"/>
          </p:cNvSpPr>
          <p:nvPr/>
        </p:nvSpPr>
        <p:spPr>
          <a:xfrm xmlns:a="http://schemas.openxmlformats.org/drawingml/2006/main">
            <a:off x="6267450" y="2209800"/>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B6777"/>
                </a:solidFill>
                <a:latin typeface="Noto Sans JP"/>
                <a:ea typeface="Noto Sans JP"/>
                <a:cs typeface="Noto Sans JP"/>
              </a:defRPr>
            </a:pPr>
            <a:r>
              <a:rPr sz="2175" b="1">
                <a:solidFill>
                  <a:srgbClr val="2B6777"/>
                </a:solidFill>
                <a:latin typeface="Noto Sans JP"/>
                <a:ea typeface="Noto Sans JP"/>
                <a:cs typeface="Noto Sans JP"/>
              </a:rPr>
              <a:t>下側の裾</a:t>
            </a:r>
          </a:p>
        </p:txBody>
      </p:sp>
      <p:sp>
        <p:nvSpPr>
          <p:cNvPr id="11" name="">
            <a:extLst xmlns:a="http://schemas.openxmlformats.org/drawingml/2006/main">
              <a:ext uri="{FF2B5EF4-FFF2-40B4-BE49-F238E27FC236}">
                <a16:creationId xmlns:a16="http://schemas.microsoft.com/office/drawing/2014/main" id="{4B85D74A-AD28-4F76-9F1A-70A4EAA6C210}"/>
              </a:ext>
            </a:extLst>
          </p:cNvPr>
          <p:cNvSpPr>
            <a:spLocks xmlns:a="http://schemas.openxmlformats.org/drawingml/2006/main" noGrp="1"/>
          </p:cNvSpPr>
          <p:nvPr/>
        </p:nvSpPr>
        <p:spPr>
          <a:xfrm xmlns:a="http://schemas.openxmlformats.org/drawingml/2006/main">
            <a:off x="6267450" y="2762250"/>
            <a:ext cx="52197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下位1%の収益になるとき、</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別の資産も下位1%か。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Clayton：下側の依存</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Gaussian：漸近的な裾依存は0</a:t>
            </a:r>
          </a:p>
        </p:txBody>
      </p:sp>
      <p:sp>
        <p:nvSpPr>
          <p:cNvPr id="12" name="">
            <a:extLst xmlns:a="http://schemas.openxmlformats.org/drawingml/2006/main">
              <a:ext uri="{FF2B5EF4-FFF2-40B4-BE49-F238E27FC236}">
                <a16:creationId xmlns:a16="http://schemas.microsoft.com/office/drawing/2014/main" id="{199CE3C2-8CDF-466B-A6C5-50CF7EC14B3E}"/>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BB774E4-BBAA-48F2-9DCF-95D6E785A2CB}"/>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各列の裾が重いことと、列どうしの裾依存は別の性質</a:t>
            </a:r>
          </a:p>
        </p:txBody>
      </p:sp>
    </p:spTree>
    <p:extLst>
      <p:ext uri="{BB962C8B-B14F-4D97-AF65-F5344CB8AC3E}">
        <p14:creationId xmlns:p14="http://schemas.microsoft.com/office/powerpoint/2010/main" val="1768585817"/>
      </p:ext>
    </p:extLst>
  </p:cSld>
</p:sld>
</file>

<file path=ppt/slides/slide1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B218574F-8310-4F5D-B625-9B5AB241486E}"/>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今回はGaussian copulaから始める</a:t>
            </a:r>
          </a:p>
        </p:txBody>
      </p:sp>
      <p:sp>
        <p:nvSpPr>
          <p:cNvPr id="2" name="">
            <a:extLst xmlns:a="http://schemas.openxmlformats.org/drawingml/2006/main">
              <a:ext uri="{FF2B5EF4-FFF2-40B4-BE49-F238E27FC236}">
                <a16:creationId xmlns:a16="http://schemas.microsoft.com/office/drawing/2014/main" id="{4FFB0DAA-F5D5-45BE-BFE0-BF1EF985D7B5}"/>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C61BBBF-CF45-4738-9075-B763BCFD4286}"/>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条件付き分布を計算しやすく、置換器だけの比較を始められる。</a:t>
            </a:r>
          </a:p>
        </p:txBody>
      </p:sp>
      <p:sp>
        <p:nvSpPr>
          <p:cNvPr id="4" name="">
            <a:extLst xmlns:a="http://schemas.openxmlformats.org/drawingml/2006/main">
              <a:ext uri="{FF2B5EF4-FFF2-40B4-BE49-F238E27FC236}">
                <a16:creationId xmlns:a16="http://schemas.microsoft.com/office/drawing/2014/main" id="{D2BAB17F-8C11-474C-9C9F-E4E89329F1F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B06B430B-43EF-4A01-8B1D-6B104CA93D34}"/>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24</a:t>
            </a:r>
          </a:p>
        </p:txBody>
      </p:sp>
      <p:sp>
        <p:nvSpPr>
          <p:cNvPr id="6" name="">
            <a:extLst xmlns:a="http://schemas.openxmlformats.org/drawingml/2006/main">
              <a:ext uri="{FF2B5EF4-FFF2-40B4-BE49-F238E27FC236}">
                <a16:creationId xmlns:a16="http://schemas.microsoft.com/office/drawing/2014/main" id="{FBDAED80-AEE4-4DFB-90AA-367C94C51AB7}"/>
              </a:ext>
            </a:extLst>
          </p:cNvPr>
          <p:cNvSpPr>
            <a:spLocks xmlns:a="http://schemas.openxmlformats.org/drawingml/2006/main" noGrp="1"/>
          </p:cNvSpPr>
          <p:nvPr/>
        </p:nvSpPr>
        <p:spPr>
          <a:xfrm xmlns:a="http://schemas.openxmlformats.org/drawingml/2006/main">
            <a:off x="514350" y="2047875"/>
            <a:ext cx="5314950" cy="30956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1271055-A8BC-429D-9662-16164470C694}"/>
              </a:ext>
            </a:extLst>
          </p:cNvPr>
          <p:cNvSpPr>
            <a:spLocks xmlns:a="http://schemas.openxmlformats.org/drawingml/2006/main" noGrp="1"/>
          </p:cNvSpPr>
          <p:nvPr/>
        </p:nvSpPr>
        <p:spPr>
          <a:xfrm xmlns:a="http://schemas.openxmlformats.org/drawingml/2006/main">
            <a:off x="704850" y="216217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採用する理由</a:t>
            </a:r>
          </a:p>
        </p:txBody>
      </p:sp>
      <p:sp>
        <p:nvSpPr>
          <p:cNvPr id="8" name="">
            <a:extLst xmlns:a="http://schemas.openxmlformats.org/drawingml/2006/main">
              <a:ext uri="{FF2B5EF4-FFF2-40B4-BE49-F238E27FC236}">
                <a16:creationId xmlns:a16="http://schemas.microsoft.com/office/drawing/2014/main" id="{732C7E81-EA2E-4DBE-A3CA-ED4E20CEEC13}"/>
              </a:ext>
            </a:extLst>
          </p:cNvPr>
          <p:cNvSpPr>
            <a:spLocks xmlns:a="http://schemas.openxmlformats.org/drawingml/2006/main" noGrp="1"/>
          </p:cNvSpPr>
          <p:nvPr/>
        </p:nvSpPr>
        <p:spPr>
          <a:xfrm xmlns:a="http://schemas.openxmlformats.org/drawingml/2006/main">
            <a:off x="704850" y="2714625"/>
            <a:ext cx="49339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相関行列Rで依存を表す。</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複数列を同時に条件付き生成。</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訓練にクラスラベルが不要。</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既存コードに生成器として</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組み込みやすい。</a:t>
            </a:r>
          </a:p>
        </p:txBody>
      </p:sp>
      <p:sp>
        <p:nvSpPr>
          <p:cNvPr id="9" name="">
            <a:extLst xmlns:a="http://schemas.openxmlformats.org/drawingml/2006/main">
              <a:ext uri="{FF2B5EF4-FFF2-40B4-BE49-F238E27FC236}">
                <a16:creationId xmlns:a16="http://schemas.microsoft.com/office/drawing/2014/main" id="{FBCF2791-8ED8-4508-9665-E92894508DC2}"/>
              </a:ext>
            </a:extLst>
          </p:cNvPr>
          <p:cNvSpPr>
            <a:spLocks xmlns:a="http://schemas.openxmlformats.org/drawingml/2006/main" noGrp="1"/>
          </p:cNvSpPr>
          <p:nvPr/>
        </p:nvSpPr>
        <p:spPr>
          <a:xfrm xmlns:a="http://schemas.openxmlformats.org/drawingml/2006/main">
            <a:off x="6076950" y="2047875"/>
            <a:ext cx="5600700" cy="30956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DD4C350-A949-40D2-A271-3EE22090A614}"/>
              </a:ext>
            </a:extLst>
          </p:cNvPr>
          <p:cNvSpPr>
            <a:spLocks xmlns:a="http://schemas.openxmlformats.org/drawingml/2006/main" noGrp="1"/>
          </p:cNvSpPr>
          <p:nvPr/>
        </p:nvSpPr>
        <p:spPr>
          <a:xfrm xmlns:a="http://schemas.openxmlformats.org/drawingml/2006/main">
            <a:off x="6267450" y="216217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表現できないこともある</a:t>
            </a:r>
          </a:p>
        </p:txBody>
      </p:sp>
      <p:sp>
        <p:nvSpPr>
          <p:cNvPr id="11" name="">
            <a:extLst xmlns:a="http://schemas.openxmlformats.org/drawingml/2006/main">
              <a:ext uri="{FF2B5EF4-FFF2-40B4-BE49-F238E27FC236}">
                <a16:creationId xmlns:a16="http://schemas.microsoft.com/office/drawing/2014/main" id="{8D49B6A2-AAE2-49E9-808B-B8019037219E}"/>
              </a:ext>
            </a:extLst>
          </p:cNvPr>
          <p:cNvSpPr>
            <a:spLocks xmlns:a="http://schemas.openxmlformats.org/drawingml/2006/main" noGrp="1"/>
          </p:cNvSpPr>
          <p:nvPr/>
        </p:nvSpPr>
        <p:spPr>
          <a:xfrm xmlns:a="http://schemas.openxmlformats.org/drawingml/2006/main">
            <a:off x="6267450" y="2714625"/>
            <a:ext cx="52197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潜在空間のU字型・多峰性を</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任意に表せるわけではない。</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非退化なGaussian copulaは</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上下の漸近的な裾依存が0。</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カテゴリ列への適用も要検討。</a:t>
            </a:r>
          </a:p>
        </p:txBody>
      </p:sp>
      <p:sp>
        <p:nvSpPr>
          <p:cNvPr id="12" name="">
            <a:extLst xmlns:a="http://schemas.openxmlformats.org/drawingml/2006/main">
              <a:ext uri="{FF2B5EF4-FFF2-40B4-BE49-F238E27FC236}">
                <a16:creationId xmlns:a16="http://schemas.microsoft.com/office/drawing/2014/main" id="{28C47298-5D97-4EEC-8B38-233783320728}"/>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787C48A-3077-4384-94FA-E05FFBA63152}"/>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「コピュラなら何でも捉える」とは言わず、まず仮定を検証する</a:t>
            </a:r>
          </a:p>
        </p:txBody>
      </p:sp>
    </p:spTree>
    <p:extLst>
      <p:ext uri="{BB962C8B-B14F-4D97-AF65-F5344CB8AC3E}">
        <p14:creationId xmlns:p14="http://schemas.microsoft.com/office/powerpoint/2010/main" val="1642173105"/>
      </p:ext>
    </p:extLst>
  </p:cSld>
</p:sld>
</file>

<file path=ppt/slides/slide1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543D023-CAB1-4F7E-9B98-69C708E92C17}"/>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学習手順①：値を位置へ変える</a:t>
            </a:r>
          </a:p>
        </p:txBody>
      </p:sp>
      <p:sp>
        <p:nvSpPr>
          <p:cNvPr id="2" name="">
            <a:extLst xmlns:a="http://schemas.openxmlformats.org/drawingml/2006/main">
              <a:ext uri="{FF2B5EF4-FFF2-40B4-BE49-F238E27FC236}">
                <a16:creationId xmlns:a16="http://schemas.microsoft.com/office/drawing/2014/main" id="{82BD2240-1D7D-4815-A065-55B043246C6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BD86B58-D52F-4F57-BBA1-E59BBC26507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訓練データだけから、各列の経験的な周辺分布を推定する。</a:t>
            </a:r>
          </a:p>
        </p:txBody>
      </p:sp>
      <p:sp>
        <p:nvSpPr>
          <p:cNvPr id="4" name="">
            <a:extLst xmlns:a="http://schemas.openxmlformats.org/drawingml/2006/main">
              <a:ext uri="{FF2B5EF4-FFF2-40B4-BE49-F238E27FC236}">
                <a16:creationId xmlns:a16="http://schemas.microsoft.com/office/drawing/2014/main" id="{FDDFCE55-8807-4F42-AE83-26D94D89B7D9}"/>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8ED03CF3-868D-4880-871D-244E2D05C6AA}"/>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25</a:t>
            </a:r>
          </a:p>
        </p:txBody>
      </p:sp>
      <p:sp>
        <p:nvSpPr>
          <p:cNvPr id="6" name="">
            <a:extLst xmlns:a="http://schemas.openxmlformats.org/drawingml/2006/main">
              <a:ext uri="{FF2B5EF4-FFF2-40B4-BE49-F238E27FC236}">
                <a16:creationId xmlns:a16="http://schemas.microsoft.com/office/drawing/2014/main" id="{912BAB28-62BC-4631-BEC7-B4E8F51825F1}"/>
              </a:ext>
            </a:extLst>
          </p:cNvPr>
          <p:cNvSpPr>
            <a:spLocks xmlns:a="http://schemas.openxmlformats.org/drawingml/2006/main" noGrp="1"/>
          </p:cNvSpPr>
          <p:nvPr/>
        </p:nvSpPr>
        <p:spPr>
          <a:xfrm xmlns:a="http://schemas.openxmlformats.org/drawingml/2006/main">
            <a:off x="514350" y="19716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4F11526-EF21-488E-B0FE-889E0A7DB65D}"/>
              </a:ext>
            </a:extLst>
          </p:cNvPr>
          <p:cNvSpPr>
            <a:spLocks xmlns:a="http://schemas.openxmlformats.org/drawingml/2006/main" noGrp="1"/>
          </p:cNvSpPr>
          <p:nvPr/>
        </p:nvSpPr>
        <p:spPr>
          <a:xfrm xmlns:a="http://schemas.openxmlformats.org/drawingml/2006/main">
            <a:off x="704850" y="20669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75" b="1">
                <a:solidFill>
                  <a:srgbClr val="2B6777"/>
                </a:solidFill>
                <a:latin typeface="Noto Sans JP"/>
                <a:ea typeface="Noto Sans JP"/>
                <a:cs typeface="Noto Sans JP"/>
              </a:defRPr>
            </a:pPr>
            <a:r>
              <a:rPr sz="3375" b="1">
                <a:solidFill>
                  <a:srgbClr val="2B6777"/>
                </a:solidFill>
                <a:latin typeface="Noto Sans JP"/>
                <a:ea typeface="Noto Sans JP"/>
                <a:cs typeface="Noto Sans JP"/>
              </a:rPr>
              <a:t>uᵢⱼ = (rᵢⱼ − 0.5) / n</a:t>
            </a:r>
          </a:p>
        </p:txBody>
      </p:sp>
      <p:graphicFrame>
        <p:nvGraphicFramePr>
          <p:cNvPr id="18" name=""/>
          <p:cNvGraphicFramePr/>
          <p:nvPr/>
        </p:nvGraphicFramePr>
        <p:xfrm>
          <a:off xmlns:a="http://schemas.openxmlformats.org/drawingml/2006/main" x="514350" y="3448050"/>
          <a:ext xmlns:a="http://schemas.openxmlformats.org/drawingml/2006/main" cx="11163300" cy="1771650"/>
        </p:xfrm>
        <a:graphic xmlns:a="http://schemas.openxmlformats.org/drawingml/2006/main">
          <a:graphicData uri="http://schemas.openxmlformats.org/drawingml/2006/table">
            <a:tbl>
              <a:tblPr/>
              <a:tblGrid>
                <a:gridCol w="2232660"/>
                <a:gridCol w="2232660"/>
                <a:gridCol w="2232660"/>
                <a:gridCol w="2232660"/>
                <a:gridCol w="2232660"/>
              </a:tblGrid>
              <a:tr h="590550">
                <a:tc>
                  <a:txBody>
                    <a:bodyPr/>
                    <a:lstStyle/>
                    <a:p>
                      <a:pPr algn="ctr"/>
                      <a:r>
                        <a:rPr sz="2100" b="1">
                          <a:solidFill>
                            <a:srgbClr val="2E7D5B"/>
                          </a:solidFill>
                          <a:latin typeface="Noto Sans JP"/>
                          <a:ea typeface="Noto Sans JP"/>
                          <a:cs typeface="Noto Sans JP"/>
                        </a:rPr>
                        <a:t>身長：説明用4人</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155</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165</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175</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185</a:t>
                      </a:r>
                    </a:p>
                  </a:txBody>
                  <a:tcPr marL="91440" marR="91440" marT="45720" marB="45720" anchor="ctr">
                    <a:solidFill>
                      <a:srgbClr val="E7F2EC"/>
                    </a:solidFill>
                  </a:tcPr>
                </a:tc>
              </a:tr>
              <a:tr h="590550">
                <a:tc>
                  <a:txBody>
                    <a:bodyPr/>
                    <a:lstStyle/>
                    <a:p>
                      <a:pPr algn="ctr"/>
                      <a:r>
                        <a:rPr sz="2100" b="0">
                          <a:solidFill>
                            <a:srgbClr val="222222"/>
                          </a:solidFill>
                          <a:latin typeface="Noto Sans JP"/>
                          <a:ea typeface="Noto Sans JP"/>
                          <a:cs typeface="Noto Sans JP"/>
                        </a:rPr>
                        <a:t>順位r</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1</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2</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3</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4</a:t>
                      </a:r>
                    </a:p>
                  </a:txBody>
                  <a:tcPr marL="91440" marR="91440" marT="45720" marB="45720" anchor="ctr">
                    <a:solidFill>
                      <a:srgbClr val="FFFFFF"/>
                    </a:solidFill>
                  </a:tcPr>
                </a:tc>
              </a:tr>
              <a:tr h="590550">
                <a:tc>
                  <a:txBody>
                    <a:bodyPr/>
                    <a:lstStyle/>
                    <a:p>
                      <a:pPr algn="ctr"/>
                      <a:r>
                        <a:rPr sz="2100" b="0">
                          <a:solidFill>
                            <a:srgbClr val="222222"/>
                          </a:solidFill>
                          <a:latin typeface="Noto Sans JP"/>
                          <a:ea typeface="Noto Sans JP"/>
                          <a:cs typeface="Noto Sans JP"/>
                        </a:rPr>
                        <a:t>推定用の位置u</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0.125</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0.375</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0.625</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0.875</a:t>
                      </a:r>
                    </a:p>
                  </a:txBody>
                  <a:tcPr marL="91440" marR="91440" marT="45720" marB="45720" anchor="ctr">
                    <a:solidFill>
                      <a:srgbClr val="F6F6F6"/>
                    </a:solidFill>
                  </a:tcPr>
                </a:tc>
              </a:tr>
            </a:tbl>
          </a:graphicData>
        </a:graphic>
      </p:graphicFrame>
      <p:sp>
        <p:nvSpPr>
          <p:cNvPr id="9" name="">
            <a:extLst xmlns:a="http://schemas.openxmlformats.org/drawingml/2006/main">
              <a:ext uri="{FF2B5EF4-FFF2-40B4-BE49-F238E27FC236}">
                <a16:creationId xmlns:a16="http://schemas.microsoft.com/office/drawing/2014/main" id="{7C518B9E-E660-4F75-8386-FB676F190A50}"/>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3F666F1-D578-401C-87EE-37526178F922}"/>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0・1を避ける。逆正規変換で無限大になるのを防ぐ</a:t>
            </a:r>
          </a:p>
        </p:txBody>
      </p:sp>
    </p:spTree>
    <p:extLst>
      <p:ext uri="{BB962C8B-B14F-4D97-AF65-F5344CB8AC3E}">
        <p14:creationId xmlns:p14="http://schemas.microsoft.com/office/powerpoint/2010/main" val="1669405909"/>
      </p:ext>
    </p:extLst>
  </p:cSld>
</p:sld>
</file>

<file path=ppt/slides/slide1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2DD9914-0D77-4AF5-AC39-BC5DFC9D6DBA}"/>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学習手順②：位置を潜在正規へ</a:t>
            </a:r>
          </a:p>
        </p:txBody>
      </p:sp>
      <p:sp>
        <p:nvSpPr>
          <p:cNvPr id="2" name="">
            <a:extLst xmlns:a="http://schemas.openxmlformats.org/drawingml/2006/main">
              <a:ext uri="{FF2B5EF4-FFF2-40B4-BE49-F238E27FC236}">
                <a16:creationId xmlns:a16="http://schemas.microsoft.com/office/drawing/2014/main" id="{33FE484D-C4B9-4051-83F5-4E082A29BD35}"/>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7EE324B-6911-43D8-ADFD-84F101684C23}"/>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標準正規分布の累積分布Φを使って、位置を数値zへ写す。</a:t>
            </a:r>
          </a:p>
        </p:txBody>
      </p:sp>
      <p:sp>
        <p:nvSpPr>
          <p:cNvPr id="4" name="">
            <a:extLst xmlns:a="http://schemas.openxmlformats.org/drawingml/2006/main">
              <a:ext uri="{FF2B5EF4-FFF2-40B4-BE49-F238E27FC236}">
                <a16:creationId xmlns:a16="http://schemas.microsoft.com/office/drawing/2014/main" id="{9886BB45-3712-4818-8DEA-D8DEB70F4878}"/>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85B50212-5939-47D4-8C26-430FD1219439}"/>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26</a:t>
            </a:r>
          </a:p>
        </p:txBody>
      </p:sp>
      <p:sp>
        <p:nvSpPr>
          <p:cNvPr id="6" name="">
            <a:extLst xmlns:a="http://schemas.openxmlformats.org/drawingml/2006/main">
              <a:ext uri="{FF2B5EF4-FFF2-40B4-BE49-F238E27FC236}">
                <a16:creationId xmlns:a16="http://schemas.microsoft.com/office/drawing/2014/main" id="{044301FA-7BA7-4DA4-930A-D1204CA003C9}"/>
              </a:ext>
            </a:extLst>
          </p:cNvPr>
          <p:cNvSpPr>
            <a:spLocks xmlns:a="http://schemas.openxmlformats.org/drawingml/2006/main" noGrp="1"/>
          </p:cNvSpPr>
          <p:nvPr/>
        </p:nvSpPr>
        <p:spPr>
          <a:xfrm xmlns:a="http://schemas.openxmlformats.org/drawingml/2006/main">
            <a:off x="514350" y="19431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DBD69E4-4390-49D4-A8DE-ABC0AB5305B5}"/>
              </a:ext>
            </a:extLst>
          </p:cNvPr>
          <p:cNvSpPr>
            <a:spLocks xmlns:a="http://schemas.openxmlformats.org/drawingml/2006/main" noGrp="1"/>
          </p:cNvSpPr>
          <p:nvPr/>
        </p:nvSpPr>
        <p:spPr>
          <a:xfrm xmlns:a="http://schemas.openxmlformats.org/drawingml/2006/main">
            <a:off x="704850" y="20383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75" b="1">
                <a:solidFill>
                  <a:srgbClr val="2B6777"/>
                </a:solidFill>
                <a:latin typeface="Noto Sans JP"/>
                <a:ea typeface="Noto Sans JP"/>
                <a:cs typeface="Noto Sans JP"/>
              </a:defRPr>
            </a:pPr>
            <a:r>
              <a:rPr sz="3375" b="1">
                <a:solidFill>
                  <a:srgbClr val="2B6777"/>
                </a:solidFill>
                <a:latin typeface="Noto Sans JP"/>
                <a:ea typeface="Noto Sans JP"/>
                <a:cs typeface="Noto Sans JP"/>
              </a:rPr>
              <a:t>zᵢⱼ = Φ⁻¹(uᵢⱼ)</a:t>
            </a:r>
          </a:p>
        </p:txBody>
      </p:sp>
      <p:graphicFrame>
        <p:nvGraphicFramePr>
          <p:cNvPr id="19" name=""/>
          <p:cNvGraphicFramePr/>
          <p:nvPr/>
        </p:nvGraphicFramePr>
        <p:xfrm>
          <a:off xmlns:a="http://schemas.openxmlformats.org/drawingml/2006/main" x="514350" y="3419475"/>
          <a:ext xmlns:a="http://schemas.openxmlformats.org/drawingml/2006/main" cx="11163300" cy="1428750"/>
        </p:xfrm>
        <a:graphic xmlns:a="http://schemas.openxmlformats.org/drawingml/2006/main">
          <a:graphicData uri="http://schemas.openxmlformats.org/drawingml/2006/table">
            <a:tbl>
              <a:tblPr/>
              <a:tblGrid>
                <a:gridCol w="1860550"/>
                <a:gridCol w="1860550"/>
                <a:gridCol w="1860550"/>
                <a:gridCol w="1860550"/>
                <a:gridCol w="1860550"/>
                <a:gridCol w="1860550"/>
              </a:tblGrid>
              <a:tr h="714375">
                <a:tc>
                  <a:txBody>
                    <a:bodyPr/>
                    <a:lstStyle/>
                    <a:p>
                      <a:pPr algn="ctr"/>
                      <a:r>
                        <a:rPr sz="2175" b="1">
                          <a:solidFill>
                            <a:srgbClr val="2E7D5B"/>
                          </a:solidFill>
                          <a:latin typeface="Noto Sans JP"/>
                          <a:ea typeface="Noto Sans JP"/>
                          <a:cs typeface="Noto Sans JP"/>
                        </a:rPr>
                        <a:t>位置u</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0.1</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0.2</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0.5</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0.8</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0.9</a:t>
                      </a:r>
                    </a:p>
                  </a:txBody>
                  <a:tcPr marL="91440" marR="91440" marT="45720" marB="45720" anchor="ctr">
                    <a:solidFill>
                      <a:srgbClr val="E7F2EC"/>
                    </a:solidFill>
                  </a:tcPr>
                </a:tc>
              </a:tr>
              <a:tr h="714375">
                <a:tc>
                  <a:txBody>
                    <a:bodyPr/>
                    <a:lstStyle/>
                    <a:p>
                      <a:pPr algn="ctr"/>
                      <a:r>
                        <a:rPr sz="2175" b="0">
                          <a:solidFill>
                            <a:srgbClr val="222222"/>
                          </a:solidFill>
                          <a:latin typeface="Noto Sans JP"/>
                          <a:ea typeface="Noto Sans JP"/>
                          <a:cs typeface="Noto Sans JP"/>
                        </a:rPr>
                        <a:t>潜在値z</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−1.282</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−0.842</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0.842</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1.282</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5E48CDB5-3469-41B9-895A-3E2E7B333170}"/>
              </a:ext>
            </a:extLst>
          </p:cNvPr>
          <p:cNvSpPr>
            <a:spLocks xmlns:a="http://schemas.openxmlformats.org/drawingml/2006/main" noGrp="1"/>
          </p:cNvSpPr>
          <p:nvPr/>
        </p:nvSpPr>
        <p:spPr>
          <a:xfrm xmlns:a="http://schemas.openxmlformats.org/drawingml/2006/main">
            <a:off x="723900" y="498157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高い位置は正のz、中央は0、低い位置は負のz。</a:t>
            </a:r>
          </a:p>
        </p:txBody>
      </p:sp>
      <p:sp>
        <p:nvSpPr>
          <p:cNvPr id="10" name="">
            <a:extLst xmlns:a="http://schemas.openxmlformats.org/drawingml/2006/main">
              <a:ext uri="{FF2B5EF4-FFF2-40B4-BE49-F238E27FC236}">
                <a16:creationId xmlns:a16="http://schemas.microsoft.com/office/drawing/2014/main" id="{4C286D6C-D056-4D5F-AC8D-3B45E5155342}"/>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CB0E8D7-AD7D-4404-9FDE-C804C7E2695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Φは位置へ、Φ⁻¹は潜在正規の値へ変換する</a:t>
            </a:r>
          </a:p>
        </p:txBody>
      </p:sp>
    </p:spTree>
    <p:extLst>
      <p:ext uri="{BB962C8B-B14F-4D97-AF65-F5344CB8AC3E}">
        <p14:creationId xmlns:p14="http://schemas.microsoft.com/office/powerpoint/2010/main" val="262160411"/>
      </p:ext>
    </p:extLst>
  </p:cSld>
</p:sld>
</file>

<file path=ppt/slides/slide1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82FC9EF-BEEE-45EB-9D21-DB6E4ABE8B82}"/>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学習手順③：依存をRとして推定</a:t>
            </a:r>
          </a:p>
        </p:txBody>
      </p:sp>
      <p:sp>
        <p:nvSpPr>
          <p:cNvPr id="2" name="">
            <a:extLst xmlns:a="http://schemas.openxmlformats.org/drawingml/2006/main">
              <a:ext uri="{FF2B5EF4-FFF2-40B4-BE49-F238E27FC236}">
                <a16:creationId xmlns:a16="http://schemas.microsoft.com/office/drawing/2014/main" id="{9CC72665-B5FC-4083-B1DA-8E9935CD02D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0088529-2F6D-47ED-93CD-1F09A370985D}"/>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同じ行の潜在値の組から相関行列Rを求める。</a:t>
            </a:r>
          </a:p>
        </p:txBody>
      </p:sp>
      <p:sp>
        <p:nvSpPr>
          <p:cNvPr id="4" name="">
            <a:extLst xmlns:a="http://schemas.openxmlformats.org/drawingml/2006/main">
              <a:ext uri="{FF2B5EF4-FFF2-40B4-BE49-F238E27FC236}">
                <a16:creationId xmlns:a16="http://schemas.microsoft.com/office/drawing/2014/main" id="{50B1F7F5-D85F-4219-8F70-6DA5154CF337}"/>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73457E2B-7150-4B9D-BE6E-D0D7527DBB2F}"/>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27</a:t>
            </a:r>
          </a:p>
        </p:txBody>
      </p:sp>
      <p:sp>
        <p:nvSpPr>
          <p:cNvPr id="6" name="">
            <a:extLst xmlns:a="http://schemas.openxmlformats.org/drawingml/2006/main">
              <a:ext uri="{FF2B5EF4-FFF2-40B4-BE49-F238E27FC236}">
                <a16:creationId xmlns:a16="http://schemas.microsoft.com/office/drawing/2014/main" id="{BF5E7766-9E73-48A7-AB00-42E967B9C3B8}"/>
              </a:ext>
            </a:extLst>
          </p:cNvPr>
          <p:cNvSpPr>
            <a:spLocks xmlns:a="http://schemas.openxmlformats.org/drawingml/2006/main" noGrp="1"/>
          </p:cNvSpPr>
          <p:nvPr/>
        </p:nvSpPr>
        <p:spPr>
          <a:xfrm xmlns:a="http://schemas.openxmlformats.org/drawingml/2006/main">
            <a:off x="514350" y="19431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F6737C4-0E6B-4951-9C63-5E43DCC87589}"/>
              </a:ext>
            </a:extLst>
          </p:cNvPr>
          <p:cNvSpPr>
            <a:spLocks xmlns:a="http://schemas.openxmlformats.org/drawingml/2006/main" noGrp="1"/>
          </p:cNvSpPr>
          <p:nvPr/>
        </p:nvSpPr>
        <p:spPr>
          <a:xfrm xmlns:a="http://schemas.openxmlformats.org/drawingml/2006/main">
            <a:off x="704850" y="20383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B6777"/>
                </a:solidFill>
                <a:latin typeface="Noto Sans JP"/>
                <a:ea typeface="Noto Sans JP"/>
                <a:cs typeface="Noto Sans JP"/>
              </a:defRPr>
            </a:pPr>
            <a:r>
              <a:rPr sz="3300" b="1">
                <a:solidFill>
                  <a:srgbClr val="2B6777"/>
                </a:solidFill>
                <a:latin typeface="Noto Sans JP"/>
                <a:ea typeface="Noto Sans JP"/>
                <a:cs typeface="Noto Sans JP"/>
              </a:rPr>
              <a:t>Z = (Z₁, …, Z𝑑) ~ N(0, R)</a:t>
            </a:r>
          </a:p>
        </p:txBody>
      </p:sp>
      <p:sp>
        <p:nvSpPr>
          <p:cNvPr id="8" name="">
            <a:extLst xmlns:a="http://schemas.openxmlformats.org/drawingml/2006/main">
              <a:ext uri="{FF2B5EF4-FFF2-40B4-BE49-F238E27FC236}">
                <a16:creationId xmlns:a16="http://schemas.microsoft.com/office/drawing/2014/main" id="{1AF1EFAD-E870-47DA-8DE7-104BEEE66E0A}"/>
              </a:ext>
            </a:extLst>
          </p:cNvPr>
          <p:cNvSpPr>
            <a:spLocks xmlns:a="http://schemas.openxmlformats.org/drawingml/2006/main" noGrp="1"/>
          </p:cNvSpPr>
          <p:nvPr/>
        </p:nvSpPr>
        <p:spPr>
          <a:xfrm xmlns:a="http://schemas.openxmlformats.org/drawingml/2006/main">
            <a:off x="514350" y="3362325"/>
            <a:ext cx="5314950" cy="193357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5CB0375-5553-4EC3-9DCD-66FDFB1750C6}"/>
              </a:ext>
            </a:extLst>
          </p:cNvPr>
          <p:cNvSpPr>
            <a:spLocks xmlns:a="http://schemas.openxmlformats.org/drawingml/2006/main" noGrp="1"/>
          </p:cNvSpPr>
          <p:nvPr/>
        </p:nvSpPr>
        <p:spPr>
          <a:xfrm xmlns:a="http://schemas.openxmlformats.org/drawingml/2006/main">
            <a:off x="704850" y="347662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B6777"/>
                </a:solidFill>
                <a:latin typeface="Noto Sans JP"/>
                <a:ea typeface="Noto Sans JP"/>
                <a:cs typeface="Noto Sans JP"/>
              </a:defRPr>
            </a:pPr>
            <a:r>
              <a:rPr sz="2175" b="1">
                <a:solidFill>
                  <a:srgbClr val="2B6777"/>
                </a:solidFill>
                <a:latin typeface="Noto Sans JP"/>
                <a:ea typeface="Noto Sans JP"/>
                <a:cs typeface="Noto Sans JP"/>
              </a:rPr>
              <a:t>Rが表すもの</a:t>
            </a:r>
          </a:p>
        </p:txBody>
      </p:sp>
      <p:sp>
        <p:nvSpPr>
          <p:cNvPr id="10" name="">
            <a:extLst xmlns:a="http://schemas.openxmlformats.org/drawingml/2006/main">
              <a:ext uri="{FF2B5EF4-FFF2-40B4-BE49-F238E27FC236}">
                <a16:creationId xmlns:a16="http://schemas.microsoft.com/office/drawing/2014/main" id="{A4F23E09-0867-486E-9B9E-39617B5DDEDE}"/>
              </a:ext>
            </a:extLst>
          </p:cNvPr>
          <p:cNvSpPr>
            <a:spLocks xmlns:a="http://schemas.openxmlformats.org/drawingml/2006/main" noGrp="1"/>
          </p:cNvSpPr>
          <p:nvPr/>
        </p:nvSpPr>
        <p:spPr>
          <a:xfrm xmlns:a="http://schemas.openxmlformats.org/drawingml/2006/main">
            <a:off x="704850" y="4029075"/>
            <a:ext cx="493395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列ごとの分布を揃えた後の、</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潜在値どうしの相関。</a:t>
            </a:r>
          </a:p>
        </p:txBody>
      </p:sp>
      <p:sp>
        <p:nvSpPr>
          <p:cNvPr id="11" name="">
            <a:extLst xmlns:a="http://schemas.openxmlformats.org/drawingml/2006/main">
              <a:ext uri="{FF2B5EF4-FFF2-40B4-BE49-F238E27FC236}">
                <a16:creationId xmlns:a16="http://schemas.microsoft.com/office/drawing/2014/main" id="{EB5C74D5-2B88-441A-BE9A-6DD8DA04633D}"/>
              </a:ext>
            </a:extLst>
          </p:cNvPr>
          <p:cNvSpPr>
            <a:spLocks xmlns:a="http://schemas.openxmlformats.org/drawingml/2006/main" noGrp="1"/>
          </p:cNvSpPr>
          <p:nvPr/>
        </p:nvSpPr>
        <p:spPr>
          <a:xfrm xmlns:a="http://schemas.openxmlformats.org/drawingml/2006/main">
            <a:off x="6076950" y="3362325"/>
            <a:ext cx="5600700" cy="193357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02A6219-7E32-4436-BA31-7844F4491A1E}"/>
              </a:ext>
            </a:extLst>
          </p:cNvPr>
          <p:cNvSpPr>
            <a:spLocks xmlns:a="http://schemas.openxmlformats.org/drawingml/2006/main" noGrp="1"/>
          </p:cNvSpPr>
          <p:nvPr/>
        </p:nvSpPr>
        <p:spPr>
          <a:xfrm xmlns:a="http://schemas.openxmlformats.org/drawingml/2006/main">
            <a:off x="6267450" y="347662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ここで置く仮定</a:t>
            </a:r>
          </a:p>
        </p:txBody>
      </p:sp>
      <p:sp>
        <p:nvSpPr>
          <p:cNvPr id="13" name="">
            <a:extLst xmlns:a="http://schemas.openxmlformats.org/drawingml/2006/main">
              <a:ext uri="{FF2B5EF4-FFF2-40B4-BE49-F238E27FC236}">
                <a16:creationId xmlns:a16="http://schemas.microsoft.com/office/drawing/2014/main" id="{A06E01F8-7D1F-4E7A-94FD-693A70DD4910}"/>
              </a:ext>
            </a:extLst>
          </p:cNvPr>
          <p:cNvSpPr>
            <a:spLocks xmlns:a="http://schemas.openxmlformats.org/drawingml/2006/main" noGrp="1"/>
          </p:cNvSpPr>
          <p:nvPr/>
        </p:nvSpPr>
        <p:spPr>
          <a:xfrm xmlns:a="http://schemas.openxmlformats.org/drawingml/2006/main">
            <a:off x="6267450" y="4029075"/>
            <a:ext cx="52197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各列が正規になっただけでは</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同時正規とは限らない。</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同時正規性はモデルの仮定。</a:t>
            </a:r>
          </a:p>
        </p:txBody>
      </p:sp>
      <p:sp>
        <p:nvSpPr>
          <p:cNvPr id="14" name="">
            <a:extLst xmlns:a="http://schemas.openxmlformats.org/drawingml/2006/main">
              <a:ext uri="{FF2B5EF4-FFF2-40B4-BE49-F238E27FC236}">
                <a16:creationId xmlns:a16="http://schemas.microsoft.com/office/drawing/2014/main" id="{9E1E4C98-E2D1-4A70-ACAE-5332378C6C50}"/>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889EACA-1737-4F77-B12F-88CEF69EA770}"/>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周辺変換と「同時分布の仮定」は、別のステップ</a:t>
            </a:r>
          </a:p>
        </p:txBody>
      </p:sp>
    </p:spTree>
    <p:extLst>
      <p:ext uri="{BB962C8B-B14F-4D97-AF65-F5344CB8AC3E}">
        <p14:creationId xmlns:p14="http://schemas.microsoft.com/office/powerpoint/2010/main" val="1102391898"/>
      </p:ext>
    </p:extLst>
  </p:cSld>
</p:sld>
</file>

<file path=ppt/slides/slide1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258D5D6-8FB7-4C82-BAD6-7B668976AFAA}"/>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生成手順：残す列を条件にする</a:t>
            </a:r>
          </a:p>
        </p:txBody>
      </p:sp>
      <p:sp>
        <p:nvSpPr>
          <p:cNvPr id="2" name="">
            <a:extLst xmlns:a="http://schemas.openxmlformats.org/drawingml/2006/main">
              <a:ext uri="{FF2B5EF4-FFF2-40B4-BE49-F238E27FC236}">
                <a16:creationId xmlns:a16="http://schemas.microsoft.com/office/drawing/2014/main" id="{853F71F2-62EC-4D21-BF50-18C48C35C012}"/>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A12ABB6-56D4-44EB-A2B2-593BEFCF1455}"/>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身長を固定し、体重だけを置換する例。</a:t>
            </a:r>
          </a:p>
        </p:txBody>
      </p:sp>
      <p:sp>
        <p:nvSpPr>
          <p:cNvPr id="4" name="">
            <a:extLst xmlns:a="http://schemas.openxmlformats.org/drawingml/2006/main">
              <a:ext uri="{FF2B5EF4-FFF2-40B4-BE49-F238E27FC236}">
                <a16:creationId xmlns:a16="http://schemas.microsoft.com/office/drawing/2014/main" id="{7DDC6738-F4B2-4390-BECD-AA97653FFB17}"/>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E5418226-795B-49F6-8050-76213DEA2F2A}"/>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28</a:t>
            </a:r>
          </a:p>
        </p:txBody>
      </p:sp>
      <p:sp>
        <p:nvSpPr>
          <p:cNvPr id="6" name="">
            <a:extLst xmlns:a="http://schemas.openxmlformats.org/drawingml/2006/main">
              <a:ext uri="{FF2B5EF4-FFF2-40B4-BE49-F238E27FC236}">
                <a16:creationId xmlns:a16="http://schemas.microsoft.com/office/drawing/2014/main" id="{5FE0EE02-684A-4CDC-97D7-0EA5A45CDB77}"/>
              </a:ext>
            </a:extLst>
          </p:cNvPr>
          <p:cNvSpPr>
            <a:spLocks xmlns:a="http://schemas.openxmlformats.org/drawingml/2006/main" noGrp="1"/>
          </p:cNvSpPr>
          <p:nvPr/>
        </p:nvSpPr>
        <p:spPr>
          <a:xfrm xmlns:a="http://schemas.openxmlformats.org/drawingml/2006/main">
            <a:off x="552450" y="1952625"/>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538A3ED1-73B4-4088-A397-2143C8892CDD}"/>
              </a:ext>
            </a:extLst>
          </p:cNvPr>
          <p:cNvSpPr>
            <a:spLocks xmlns:a="http://schemas.openxmlformats.org/drawingml/2006/main" noGrp="1"/>
          </p:cNvSpPr>
          <p:nvPr/>
        </p:nvSpPr>
        <p:spPr>
          <a:xfrm xmlns:a="http://schemas.openxmlformats.org/drawingml/2006/main">
            <a:off x="1257300" y="1952625"/>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元の行：身長175 cm、体重68 kg。体重をマスクする。</a:t>
            </a:r>
          </a:p>
        </p:txBody>
      </p:sp>
      <p:sp>
        <p:nvSpPr>
          <p:cNvPr id="8" name="">
            <a:extLst xmlns:a="http://schemas.openxmlformats.org/drawingml/2006/main">
              <a:ext uri="{FF2B5EF4-FFF2-40B4-BE49-F238E27FC236}">
                <a16:creationId xmlns:a16="http://schemas.microsoft.com/office/drawing/2014/main" id="{D86A02BE-BEC2-4306-8BB9-A81932F089EB}"/>
              </a:ext>
            </a:extLst>
          </p:cNvPr>
          <p:cNvSpPr>
            <a:spLocks xmlns:a="http://schemas.openxmlformats.org/drawingml/2006/main" noGrp="1"/>
          </p:cNvSpPr>
          <p:nvPr/>
        </p:nvSpPr>
        <p:spPr>
          <a:xfrm xmlns:a="http://schemas.openxmlformats.org/drawingml/2006/main">
            <a:off x="552450" y="2774156"/>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508A2CC6-7B18-4ECC-B69F-E47D926A29DF}"/>
              </a:ext>
            </a:extLst>
          </p:cNvPr>
          <p:cNvSpPr>
            <a:spLocks xmlns:a="http://schemas.openxmlformats.org/drawingml/2006/main" noGrp="1"/>
          </p:cNvSpPr>
          <p:nvPr/>
        </p:nvSpPr>
        <p:spPr>
          <a:xfrm xmlns:a="http://schemas.openxmlformats.org/drawingml/2006/main">
            <a:off x="1257300" y="2774156"/>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残る身長の位置：u = Fₓ(175) = 0.8。</a:t>
            </a:r>
          </a:p>
        </p:txBody>
      </p:sp>
      <p:sp>
        <p:nvSpPr>
          <p:cNvPr id="10" name="">
            <a:extLst xmlns:a="http://schemas.openxmlformats.org/drawingml/2006/main">
              <a:ext uri="{FF2B5EF4-FFF2-40B4-BE49-F238E27FC236}">
                <a16:creationId xmlns:a16="http://schemas.microsoft.com/office/drawing/2014/main" id="{E4885D05-B011-424F-926E-22F680B9377A}"/>
              </a:ext>
            </a:extLst>
          </p:cNvPr>
          <p:cNvSpPr>
            <a:spLocks xmlns:a="http://schemas.openxmlformats.org/drawingml/2006/main" noGrp="1"/>
          </p:cNvSpPr>
          <p:nvPr/>
        </p:nvSpPr>
        <p:spPr>
          <a:xfrm xmlns:a="http://schemas.openxmlformats.org/drawingml/2006/main">
            <a:off x="552450" y="3595688"/>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DAB3939B-B960-4B56-8446-CA05389EC3B0}"/>
              </a:ext>
            </a:extLst>
          </p:cNvPr>
          <p:cNvSpPr>
            <a:spLocks xmlns:a="http://schemas.openxmlformats.org/drawingml/2006/main" noGrp="1"/>
          </p:cNvSpPr>
          <p:nvPr/>
        </p:nvSpPr>
        <p:spPr>
          <a:xfrm xmlns:a="http://schemas.openxmlformats.org/drawingml/2006/main">
            <a:off x="1257300" y="3595688"/>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潜在値へ：zₓ = Φ⁻¹(0.8) ≈ 0.842。</a:t>
            </a:r>
          </a:p>
        </p:txBody>
      </p:sp>
      <p:sp>
        <p:nvSpPr>
          <p:cNvPr id="12" name="">
            <a:extLst xmlns:a="http://schemas.openxmlformats.org/drawingml/2006/main">
              <a:ext uri="{FF2B5EF4-FFF2-40B4-BE49-F238E27FC236}">
                <a16:creationId xmlns:a16="http://schemas.microsoft.com/office/drawing/2014/main" id="{5CA6560C-7FC2-48EF-9A73-EA1EAF843B3A}"/>
              </a:ext>
            </a:extLst>
          </p:cNvPr>
          <p:cNvSpPr>
            <a:spLocks xmlns:a="http://schemas.openxmlformats.org/drawingml/2006/main" noGrp="1"/>
          </p:cNvSpPr>
          <p:nvPr/>
        </p:nvSpPr>
        <p:spPr>
          <a:xfrm xmlns:a="http://schemas.openxmlformats.org/drawingml/2006/main">
            <a:off x="552450" y="4417219"/>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F9971AD4-A419-4126-8F01-055173DD167A}"/>
              </a:ext>
            </a:extLst>
          </p:cNvPr>
          <p:cNvSpPr>
            <a:spLocks xmlns:a="http://schemas.openxmlformats.org/drawingml/2006/main" noGrp="1"/>
          </p:cNvSpPr>
          <p:nvPr/>
        </p:nvSpPr>
        <p:spPr>
          <a:xfrm xmlns:a="http://schemas.openxmlformats.org/drawingml/2006/main">
            <a:off x="1257300" y="4417219"/>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zₓを条件に、体重側の潜在値zᵧをサンプリングする。</a:t>
            </a:r>
          </a:p>
        </p:txBody>
      </p:sp>
      <p:sp>
        <p:nvSpPr>
          <p:cNvPr id="14" name="">
            <a:extLst xmlns:a="http://schemas.openxmlformats.org/drawingml/2006/main">
              <a:ext uri="{FF2B5EF4-FFF2-40B4-BE49-F238E27FC236}">
                <a16:creationId xmlns:a16="http://schemas.microsoft.com/office/drawing/2014/main" id="{C6D6E429-7859-44E6-97E0-D771ACDA5426}"/>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4927657-109F-4689-8280-572820DE795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生成した体重と元の身長を組にし、身長は変更しない</a:t>
            </a:r>
          </a:p>
        </p:txBody>
      </p:sp>
    </p:spTree>
    <p:extLst>
      <p:ext uri="{BB962C8B-B14F-4D97-AF65-F5344CB8AC3E}">
        <p14:creationId xmlns:p14="http://schemas.microsoft.com/office/powerpoint/2010/main" val="1672057178"/>
      </p:ext>
    </p:extLst>
  </p:cSld>
</p:sld>
</file>

<file path=ppt/slides/slide1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780F93D-63A8-41BD-855D-C2FF860DA279}"/>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なぜ条件付き正規分布になるのか</a:t>
            </a:r>
          </a:p>
        </p:txBody>
      </p:sp>
      <p:sp>
        <p:nvSpPr>
          <p:cNvPr id="2" name="">
            <a:extLst xmlns:a="http://schemas.openxmlformats.org/drawingml/2006/main">
              <a:ext uri="{FF2B5EF4-FFF2-40B4-BE49-F238E27FC236}">
                <a16:creationId xmlns:a16="http://schemas.microsoft.com/office/drawing/2014/main" id="{70A3CE13-668A-410B-B456-208D36E687D3}"/>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A967562-41FF-4DD0-881D-9B059530F95E}"/>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二つの潜在値を、相関ρのある標準正規としてモデル化したため。</a:t>
            </a:r>
          </a:p>
        </p:txBody>
      </p:sp>
      <p:sp>
        <p:nvSpPr>
          <p:cNvPr id="4" name="">
            <a:extLst xmlns:a="http://schemas.openxmlformats.org/drawingml/2006/main">
              <a:ext uri="{FF2B5EF4-FFF2-40B4-BE49-F238E27FC236}">
                <a16:creationId xmlns:a16="http://schemas.microsoft.com/office/drawing/2014/main" id="{CFDF4370-DB12-432F-AF4D-16E9393880A0}"/>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91009358-3E2F-472A-BF52-F3B0C33E68BB}"/>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29</a:t>
            </a:r>
          </a:p>
        </p:txBody>
      </p:sp>
      <p:sp>
        <p:nvSpPr>
          <p:cNvPr id="6" name="">
            <a:extLst xmlns:a="http://schemas.openxmlformats.org/drawingml/2006/main">
              <a:ext uri="{FF2B5EF4-FFF2-40B4-BE49-F238E27FC236}">
                <a16:creationId xmlns:a16="http://schemas.microsoft.com/office/drawing/2014/main" id="{2C8FCDF4-9AE0-4C78-8712-344B107B23B8}"/>
              </a:ext>
            </a:extLst>
          </p:cNvPr>
          <p:cNvSpPr>
            <a:spLocks xmlns:a="http://schemas.openxmlformats.org/drawingml/2006/main" noGrp="1"/>
          </p:cNvSpPr>
          <p:nvPr/>
        </p:nvSpPr>
        <p:spPr>
          <a:xfrm xmlns:a="http://schemas.openxmlformats.org/drawingml/2006/main">
            <a:off x="514350" y="19526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314D3C8-EAFE-4CBB-9974-CA5BAB06AC54}"/>
              </a:ext>
            </a:extLst>
          </p:cNvPr>
          <p:cNvSpPr>
            <a:spLocks xmlns:a="http://schemas.openxmlformats.org/drawingml/2006/main" noGrp="1"/>
          </p:cNvSpPr>
          <p:nvPr/>
        </p:nvSpPr>
        <p:spPr>
          <a:xfrm xmlns:a="http://schemas.openxmlformats.org/drawingml/2006/main">
            <a:off x="704850" y="20478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075" b="1">
                <a:solidFill>
                  <a:srgbClr val="2B6777"/>
                </a:solidFill>
                <a:latin typeface="Noto Sans JP"/>
                <a:ea typeface="Noto Sans JP"/>
                <a:cs typeface="Noto Sans JP"/>
              </a:defRPr>
            </a:pPr>
            <a:r>
              <a:rPr sz="3075" b="1">
                <a:solidFill>
                  <a:srgbClr val="2B6777"/>
                </a:solidFill>
                <a:latin typeface="Noto Sans JP"/>
                <a:ea typeface="Noto Sans JP"/>
                <a:cs typeface="Noto Sans JP"/>
              </a:rPr>
              <a:t>Zᵧ | Zₓ = zₓ  ~  N(ρzₓ, 1 − ρ²)</a:t>
            </a:r>
          </a:p>
        </p:txBody>
      </p:sp>
      <p:graphicFrame>
        <p:nvGraphicFramePr>
          <p:cNvPr id="18" name=""/>
          <p:cNvGraphicFramePr/>
          <p:nvPr/>
        </p:nvGraphicFramePr>
        <p:xfrm>
          <a:off xmlns:a="http://schemas.openxmlformats.org/drawingml/2006/main" x="514350" y="3381375"/>
          <a:ext xmlns:a="http://schemas.openxmlformats.org/drawingml/2006/main" cx="11163300" cy="1962150"/>
        </p:xfrm>
        <a:graphic xmlns:a="http://schemas.openxmlformats.org/drawingml/2006/main">
          <a:graphicData uri="http://schemas.openxmlformats.org/drawingml/2006/table">
            <a:tbl>
              <a:tblPr/>
              <a:tblGrid>
                <a:gridCol w="3721100"/>
                <a:gridCol w="3721100"/>
                <a:gridCol w="3721100"/>
              </a:tblGrid>
              <a:tr h="490538">
                <a:tc>
                  <a:txBody>
                    <a:bodyPr/>
                    <a:lstStyle/>
                    <a:p>
                      <a:pPr algn="ctr"/>
                      <a:r>
                        <a:rPr sz="1875" b="1">
                          <a:solidFill>
                            <a:srgbClr val="2E7D5B"/>
                          </a:solidFill>
                          <a:latin typeface="Noto Sans JP"/>
                          <a:ea typeface="Noto Sans JP"/>
                          <a:cs typeface="Noto Sans JP"/>
                        </a:rPr>
                        <a:t>説明用の設定</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計算</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意味</a:t>
                      </a:r>
                    </a:p>
                  </a:txBody>
                  <a:tcPr marL="91440" marR="91440" marT="45720" marB="45720" anchor="ctr">
                    <a:solidFill>
                      <a:srgbClr val="E7F2EC"/>
                    </a:solidFill>
                  </a:tcPr>
                </a:tc>
              </a:tr>
              <a:tr h="490538">
                <a:tc>
                  <a:txBody>
                    <a:bodyPr/>
                    <a:lstStyle/>
                    <a:p>
                      <a:pPr algn="ctr"/>
                      <a:r>
                        <a:rPr sz="1875" b="0">
                          <a:solidFill>
                            <a:srgbClr val="222222"/>
                          </a:solidFill>
                          <a:latin typeface="Noto Sans JP"/>
                          <a:ea typeface="Noto Sans JP"/>
                          <a:cs typeface="Noto Sans JP"/>
                        </a:rPr>
                        <a:t>ρ = 0.6, zₓ ≈ 0.842</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平均 = 0.6 × 0.842 ≈ 0.505</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高い側へ分布が動く</a:t>
                      </a:r>
                    </a:p>
                  </a:txBody>
                  <a:tcPr marL="91440" marR="91440" marT="45720" marB="45720" anchor="ctr">
                    <a:solidFill>
                      <a:srgbClr val="FFFFFF"/>
                    </a:solidFill>
                  </a:tcPr>
                </a:tc>
              </a:tr>
              <a:tr h="490538">
                <a:tc>
                  <a:txBody>
                    <a:bodyPr/>
                    <a:lstStyle/>
                    <a:p>
                      <a:pPr algn="ctr"/>
                      <a:r>
                        <a:rPr sz="1875" b="0">
                          <a:solidFill>
                            <a:srgbClr val="222222"/>
                          </a:solidFill>
                          <a:latin typeface="Noto Sans JP"/>
                          <a:ea typeface="Noto Sans JP"/>
                          <a:cs typeface="Noto Sans JP"/>
                        </a:rPr>
                        <a:t>条件付き分散</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1 − 0.6² = 0.64</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不確実性が残る</a:t>
                      </a:r>
                    </a:p>
                  </a:txBody>
                  <a:tcPr marL="91440" marR="91440" marT="45720" marB="45720" anchor="ctr">
                    <a:solidFill>
                      <a:srgbClr val="F6F6F6"/>
                    </a:solidFill>
                  </a:tcPr>
                </a:tc>
              </a:tr>
              <a:tr h="490538">
                <a:tc>
                  <a:txBody>
                    <a:bodyPr/>
                    <a:lstStyle/>
                    <a:p>
                      <a:pPr algn="ctr"/>
                      <a:r>
                        <a:rPr sz="1875" b="0">
                          <a:solidFill>
                            <a:srgbClr val="222222"/>
                          </a:solidFill>
                          <a:latin typeface="Noto Sans JP"/>
                          <a:ea typeface="Noto Sans JP"/>
                          <a:cs typeface="Noto Sans JP"/>
                        </a:rPr>
                        <a:t>条件付き標準偏差</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√0.64 = 0.8</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平均の周りから値を生成</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2B8BCA74-30F5-4BA6-AB86-60C70C8F1711}"/>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337B611-B692-42A9-B64D-DA9BEF2595B4}"/>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「もっともらしい一つの値」へ固定せず、分布から生成する</a:t>
            </a:r>
          </a:p>
        </p:txBody>
      </p:sp>
    </p:spTree>
    <p:extLst>
      <p:ext uri="{BB962C8B-B14F-4D97-AF65-F5344CB8AC3E}">
        <p14:creationId xmlns:p14="http://schemas.microsoft.com/office/powerpoint/2010/main" val="594256130"/>
      </p:ext>
    </p:extLst>
  </p:cSld>
</p:sld>
</file>

<file path=ppt/slides/slide1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ABC2511-F8EA-486C-80D4-B70F98EE5CD7}"/>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サンプリングを、数字で追う</a:t>
            </a:r>
          </a:p>
        </p:txBody>
      </p:sp>
      <p:sp>
        <p:nvSpPr>
          <p:cNvPr id="2" name="">
            <a:extLst xmlns:a="http://schemas.openxmlformats.org/drawingml/2006/main">
              <a:ext uri="{FF2B5EF4-FFF2-40B4-BE49-F238E27FC236}">
                <a16:creationId xmlns:a16="http://schemas.microsoft.com/office/drawing/2014/main" id="{6FCA0C31-C9F2-4D71-A34F-1ADBAD93EBF2}"/>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860EC40-BB52-4BA7-9965-379CC2BD81EE}"/>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標準正規の乱数εを引き、平均と標準偏差で変換する。</a:t>
            </a:r>
          </a:p>
        </p:txBody>
      </p:sp>
      <p:sp>
        <p:nvSpPr>
          <p:cNvPr id="4" name="">
            <a:extLst xmlns:a="http://schemas.openxmlformats.org/drawingml/2006/main">
              <a:ext uri="{FF2B5EF4-FFF2-40B4-BE49-F238E27FC236}">
                <a16:creationId xmlns:a16="http://schemas.microsoft.com/office/drawing/2014/main" id="{8554C08A-B74E-4AF7-9028-00ABE7F08D66}"/>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84BFF8BF-5490-41FC-B55E-5EEEBAB1E2D4}"/>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30</a:t>
            </a:r>
          </a:p>
        </p:txBody>
      </p:sp>
      <p:sp>
        <p:nvSpPr>
          <p:cNvPr id="6" name="">
            <a:extLst xmlns:a="http://schemas.openxmlformats.org/drawingml/2006/main">
              <a:ext uri="{FF2B5EF4-FFF2-40B4-BE49-F238E27FC236}">
                <a16:creationId xmlns:a16="http://schemas.microsoft.com/office/drawing/2014/main" id="{BABACC97-77B0-49C8-9116-D631995EA20E}"/>
              </a:ext>
            </a:extLst>
          </p:cNvPr>
          <p:cNvSpPr>
            <a:spLocks xmlns:a="http://schemas.openxmlformats.org/drawingml/2006/main" noGrp="1"/>
          </p:cNvSpPr>
          <p:nvPr/>
        </p:nvSpPr>
        <p:spPr>
          <a:xfrm xmlns:a="http://schemas.openxmlformats.org/drawingml/2006/main">
            <a:off x="514350" y="19145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30C82A1-02EA-4FD4-BDE8-B97978FCD50D}"/>
              </a:ext>
            </a:extLst>
          </p:cNvPr>
          <p:cNvSpPr>
            <a:spLocks xmlns:a="http://schemas.openxmlformats.org/drawingml/2006/main" noGrp="1"/>
          </p:cNvSpPr>
          <p:nvPr/>
        </p:nvSpPr>
        <p:spPr>
          <a:xfrm xmlns:a="http://schemas.openxmlformats.org/drawingml/2006/main">
            <a:off x="704850" y="20097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075" b="1">
                <a:solidFill>
                  <a:srgbClr val="2B6777"/>
                </a:solidFill>
                <a:latin typeface="Noto Sans JP"/>
                <a:ea typeface="Noto Sans JP"/>
                <a:cs typeface="Noto Sans JP"/>
              </a:defRPr>
            </a:pPr>
            <a:r>
              <a:rPr sz="3075" b="1">
                <a:solidFill>
                  <a:srgbClr val="2B6777"/>
                </a:solidFill>
                <a:latin typeface="Noto Sans JP"/>
                <a:ea typeface="Noto Sans JP"/>
                <a:cs typeface="Noto Sans JP"/>
              </a:rPr>
              <a:t>zᵧ = 0.505 + 0.8ε ,   ε ~ N(0, 1)</a:t>
            </a:r>
          </a:p>
        </p:txBody>
      </p:sp>
      <p:graphicFrame>
        <p:nvGraphicFramePr>
          <p:cNvPr id="18" name=""/>
          <p:cNvGraphicFramePr/>
          <p:nvPr/>
        </p:nvGraphicFramePr>
        <p:xfrm>
          <a:off xmlns:a="http://schemas.openxmlformats.org/drawingml/2006/main" x="514350" y="3352800"/>
          <a:ext xmlns:a="http://schemas.openxmlformats.org/drawingml/2006/main" cx="11163300" cy="2047875"/>
        </p:xfrm>
        <a:graphic xmlns:a="http://schemas.openxmlformats.org/drawingml/2006/main">
          <a:graphicData uri="http://schemas.openxmlformats.org/drawingml/2006/table">
            <a:tbl>
              <a:tblPr/>
              <a:tblGrid>
                <a:gridCol w="3721100"/>
                <a:gridCol w="3721100"/>
                <a:gridCol w="3721100"/>
              </a:tblGrid>
              <a:tr h="511969">
                <a:tc>
                  <a:txBody>
                    <a:bodyPr/>
                    <a:lstStyle/>
                    <a:p>
                      <a:pPr algn="ctr"/>
                      <a:r>
                        <a:rPr sz="2100" b="1">
                          <a:solidFill>
                            <a:srgbClr val="2E7D5B"/>
                          </a:solidFill>
                          <a:latin typeface="Noto Sans JP"/>
                          <a:ea typeface="Noto Sans JP"/>
                          <a:cs typeface="Noto Sans JP"/>
                        </a:rPr>
                        <a:t>説明用のε</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潜在値zᵧ</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体重の位置 v = Φ(zᵧ)</a:t>
                      </a:r>
                    </a:p>
                  </a:txBody>
                  <a:tcPr marL="91440" marR="91440" marT="45720" marB="45720" anchor="ctr">
                    <a:solidFill>
                      <a:srgbClr val="E7F2EC"/>
                    </a:solidFill>
                  </a:tcPr>
                </a:tc>
              </a:tr>
              <a:tr h="511969">
                <a:tc>
                  <a:txBody>
                    <a:bodyPr/>
                    <a:lstStyle/>
                    <a:p>
                      <a:pPr algn="ctr"/>
                      <a:r>
                        <a:rPr sz="2100" b="0">
                          <a:solidFill>
                            <a:srgbClr val="222222"/>
                          </a:solidFill>
                          <a:latin typeface="Noto Sans JP"/>
                          <a:ea typeface="Noto Sans JP"/>
                          <a:cs typeface="Noto Sans JP"/>
                        </a:rPr>
                        <a:t>−1</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−0.295</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約0.384</a:t>
                      </a:r>
                    </a:p>
                  </a:txBody>
                  <a:tcPr marL="91440" marR="91440" marT="45720" marB="45720" anchor="ctr">
                    <a:solidFill>
                      <a:srgbClr val="FFFFFF"/>
                    </a:solidFill>
                  </a:tcPr>
                </a:tc>
              </a:tr>
              <a:tr h="511969">
                <a:tc>
                  <a:txBody>
                    <a:bodyPr/>
                    <a:lstStyle/>
                    <a:p>
                      <a:pPr algn="ctr"/>
                      <a:r>
                        <a:rPr sz="2100" b="0">
                          <a:solidFill>
                            <a:srgbClr val="222222"/>
                          </a:solidFill>
                          <a:latin typeface="Noto Sans JP"/>
                          <a:ea typeface="Noto Sans JP"/>
                          <a:cs typeface="Noto Sans JP"/>
                        </a:rPr>
                        <a:t>0</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0.505</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約0.693</a:t>
                      </a:r>
                    </a:p>
                  </a:txBody>
                  <a:tcPr marL="91440" marR="91440" marT="45720" marB="45720" anchor="ctr">
                    <a:solidFill>
                      <a:srgbClr val="F6F6F6"/>
                    </a:solidFill>
                  </a:tcPr>
                </a:tc>
              </a:tr>
              <a:tr h="511969">
                <a:tc>
                  <a:txBody>
                    <a:bodyPr/>
                    <a:lstStyle/>
                    <a:p>
                      <a:pPr algn="ctr"/>
                      <a:r>
                        <a:rPr sz="2100" b="0">
                          <a:solidFill>
                            <a:srgbClr val="222222"/>
                          </a:solidFill>
                          <a:latin typeface="Noto Sans JP"/>
                          <a:ea typeface="Noto Sans JP"/>
                          <a:cs typeface="Noto Sans JP"/>
                        </a:rPr>
                        <a:t>1</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1.305</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約0.904</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4E0F5599-88F1-4A1D-9066-CEEFDC030ECF}"/>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483D27D-F07A-4FFF-8FA9-3855374785A2}"/>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同じ身長でも、関係を反映しながら複数の体重を作れる</a:t>
            </a:r>
          </a:p>
        </p:txBody>
      </p:sp>
    </p:spTree>
    <p:extLst>
      <p:ext uri="{BB962C8B-B14F-4D97-AF65-F5344CB8AC3E}">
        <p14:creationId xmlns:p14="http://schemas.microsoft.com/office/powerpoint/2010/main" val="1256726291"/>
      </p:ext>
    </p:extLst>
  </p:cSld>
</p:sld>
</file>

<file path=ppt/slides/slide1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6E396D1-14FA-4233-9F13-CA74C2290313}"/>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最後に、位置を元の単位へ戻す</a:t>
            </a:r>
          </a:p>
        </p:txBody>
      </p:sp>
      <p:sp>
        <p:nvSpPr>
          <p:cNvPr id="2" name="">
            <a:extLst xmlns:a="http://schemas.openxmlformats.org/drawingml/2006/main">
              <a:ext uri="{FF2B5EF4-FFF2-40B4-BE49-F238E27FC236}">
                <a16:creationId xmlns:a16="http://schemas.microsoft.com/office/drawing/2014/main" id="{B16B7412-C252-4762-B824-0BB42AF9AD14}"/>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9A368B5-C704-4048-A352-5FD1FB887542}"/>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各列で覚えておいた逆累積分布を使う。</a:t>
            </a:r>
          </a:p>
        </p:txBody>
      </p:sp>
      <p:sp>
        <p:nvSpPr>
          <p:cNvPr id="4" name="">
            <a:extLst xmlns:a="http://schemas.openxmlformats.org/drawingml/2006/main">
              <a:ext uri="{FF2B5EF4-FFF2-40B4-BE49-F238E27FC236}">
                <a16:creationId xmlns:a16="http://schemas.microsoft.com/office/drawing/2014/main" id="{4300EB47-15B1-42F4-9EC7-76CB2E94F9F9}"/>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7A6B1DA1-8A95-4D5D-9C09-DB3C970DB9AB}"/>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31</a:t>
            </a:r>
          </a:p>
        </p:txBody>
      </p:sp>
      <p:sp>
        <p:nvSpPr>
          <p:cNvPr id="6" name="">
            <a:extLst xmlns:a="http://schemas.openxmlformats.org/drawingml/2006/main">
              <a:ext uri="{FF2B5EF4-FFF2-40B4-BE49-F238E27FC236}">
                <a16:creationId xmlns:a16="http://schemas.microsoft.com/office/drawing/2014/main" id="{3BC874C4-BD3C-4E85-A0FE-78B384957C2C}"/>
              </a:ext>
            </a:extLst>
          </p:cNvPr>
          <p:cNvSpPr>
            <a:spLocks xmlns:a="http://schemas.openxmlformats.org/drawingml/2006/main" noGrp="1"/>
          </p:cNvSpPr>
          <p:nvPr/>
        </p:nvSpPr>
        <p:spPr>
          <a:xfrm xmlns:a="http://schemas.openxmlformats.org/drawingml/2006/main">
            <a:off x="514350" y="19335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98524C2-67A1-4331-BEBF-55A8D5574A71}"/>
              </a:ext>
            </a:extLst>
          </p:cNvPr>
          <p:cNvSpPr>
            <a:spLocks xmlns:a="http://schemas.openxmlformats.org/drawingml/2006/main" noGrp="1"/>
          </p:cNvSpPr>
          <p:nvPr/>
        </p:nvSpPr>
        <p:spPr>
          <a:xfrm xmlns:a="http://schemas.openxmlformats.org/drawingml/2006/main">
            <a:off x="704850" y="20288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B6777"/>
                </a:solidFill>
                <a:latin typeface="Noto Sans JP"/>
                <a:ea typeface="Noto Sans JP"/>
                <a:cs typeface="Noto Sans JP"/>
              </a:defRPr>
            </a:pPr>
            <a:r>
              <a:rPr sz="3300" b="1">
                <a:solidFill>
                  <a:srgbClr val="2B6777"/>
                </a:solidFill>
                <a:latin typeface="Noto Sans JP"/>
                <a:ea typeface="Noto Sans JP"/>
                <a:cs typeface="Noto Sans JP"/>
              </a:rPr>
              <a:t>体重の生成値 y′ = Fᵧ⁻¹(v)</a:t>
            </a:r>
          </a:p>
        </p:txBody>
      </p:sp>
      <p:sp>
        <p:nvSpPr>
          <p:cNvPr id="8" name="">
            <a:extLst xmlns:a="http://schemas.openxmlformats.org/drawingml/2006/main">
              <a:ext uri="{FF2B5EF4-FFF2-40B4-BE49-F238E27FC236}">
                <a16:creationId xmlns:a16="http://schemas.microsoft.com/office/drawing/2014/main" id="{AE9EBCCF-B79B-4C82-B9AC-67E2B1961AA5}"/>
              </a:ext>
            </a:extLst>
          </p:cNvPr>
          <p:cNvSpPr>
            <a:spLocks xmlns:a="http://schemas.openxmlformats.org/drawingml/2006/main" noGrp="1"/>
          </p:cNvSpPr>
          <p:nvPr/>
        </p:nvSpPr>
        <p:spPr>
          <a:xfrm xmlns:a="http://schemas.openxmlformats.org/drawingml/2006/main">
            <a:off x="628650" y="3076575"/>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説明用：Y ~ N(65, 10²) と仮定 → y′ = 65 + 10 Φ⁻¹(v)</a:t>
            </a:r>
          </a:p>
        </p:txBody>
      </p:sp>
      <p:graphicFrame>
        <p:nvGraphicFramePr>
          <p:cNvPr id="20" name=""/>
          <p:cNvGraphicFramePr/>
          <p:nvPr/>
        </p:nvGraphicFramePr>
        <p:xfrm>
          <a:off xmlns:a="http://schemas.openxmlformats.org/drawingml/2006/main" x="514350" y="3571875"/>
          <a:ext xmlns:a="http://schemas.openxmlformats.org/drawingml/2006/main" cx="11163300" cy="1781175"/>
        </p:xfrm>
        <a:graphic xmlns:a="http://schemas.openxmlformats.org/drawingml/2006/main">
          <a:graphicData uri="http://schemas.openxmlformats.org/drawingml/2006/table">
            <a:tbl>
              <a:tblPr/>
              <a:tblGrid>
                <a:gridCol w="3721100"/>
                <a:gridCol w="3721100"/>
                <a:gridCol w="3721100"/>
              </a:tblGrid>
              <a:tr h="445294">
                <a:tc>
                  <a:txBody>
                    <a:bodyPr/>
                    <a:lstStyle/>
                    <a:p>
                      <a:pPr algn="ctr"/>
                      <a:r>
                        <a:rPr sz="2025" b="1">
                          <a:solidFill>
                            <a:srgbClr val="2E7D5B"/>
                          </a:solidFill>
                          <a:latin typeface="Noto Sans JP"/>
                          <a:ea typeface="Noto Sans JP"/>
                          <a:cs typeface="Noto Sans JP"/>
                        </a:rPr>
                        <a:t>位置v</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説明用の体重分布から戻す</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生成した行</a:t>
                      </a:r>
                    </a:p>
                  </a:txBody>
                  <a:tcPr marL="91440" marR="91440" marT="45720" marB="45720" anchor="ctr">
                    <a:solidFill>
                      <a:srgbClr val="E7F2EC"/>
                    </a:solidFill>
                  </a:tcPr>
                </a:tc>
              </a:tr>
              <a:tr h="445294">
                <a:tc>
                  <a:txBody>
                    <a:bodyPr/>
                    <a:lstStyle/>
                    <a:p>
                      <a:pPr algn="ctr"/>
                      <a:r>
                        <a:rPr sz="2025" b="0">
                          <a:solidFill>
                            <a:srgbClr val="222222"/>
                          </a:solidFill>
                          <a:latin typeface="Noto Sans JP"/>
                          <a:ea typeface="Noto Sans JP"/>
                          <a:cs typeface="Noto Sans JP"/>
                        </a:rPr>
                        <a:t>0.384</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約62.0 kg</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175 cm, 62.0 kg</a:t>
                      </a:r>
                    </a:p>
                  </a:txBody>
                  <a:tcPr marL="91440" marR="91440" marT="45720" marB="45720" anchor="ctr">
                    <a:solidFill>
                      <a:srgbClr val="FFFFFF"/>
                    </a:solidFill>
                  </a:tcPr>
                </a:tc>
              </a:tr>
              <a:tr h="445294">
                <a:tc>
                  <a:txBody>
                    <a:bodyPr/>
                    <a:lstStyle/>
                    <a:p>
                      <a:pPr algn="ctr"/>
                      <a:r>
                        <a:rPr sz="2025" b="0">
                          <a:solidFill>
                            <a:srgbClr val="222222"/>
                          </a:solidFill>
                          <a:latin typeface="Noto Sans JP"/>
                          <a:ea typeface="Noto Sans JP"/>
                          <a:cs typeface="Noto Sans JP"/>
                        </a:rPr>
                        <a:t>0.693</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約70.0 kg</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175 cm, 70.0 kg</a:t>
                      </a:r>
                    </a:p>
                  </a:txBody>
                  <a:tcPr marL="91440" marR="91440" marT="45720" marB="45720" anchor="ctr">
                    <a:solidFill>
                      <a:srgbClr val="F6F6F6"/>
                    </a:solidFill>
                  </a:tcPr>
                </a:tc>
              </a:tr>
              <a:tr h="445294">
                <a:tc>
                  <a:txBody>
                    <a:bodyPr/>
                    <a:lstStyle/>
                    <a:p>
                      <a:pPr algn="ctr"/>
                      <a:r>
                        <a:rPr sz="2025" b="0">
                          <a:solidFill>
                            <a:srgbClr val="222222"/>
                          </a:solidFill>
                          <a:latin typeface="Noto Sans JP"/>
                          <a:ea typeface="Noto Sans JP"/>
                          <a:cs typeface="Noto Sans JP"/>
                        </a:rPr>
                        <a:t>0.904</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約78.0 kg</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175 cm, 78.0 kg</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C01E391B-8227-40F3-9A34-946B9F3F9329}"/>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26D064D-A255-4F95-9B99-A8CD421B4B15}"/>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実装では、ラベルなし訓練データの経験分位点で元スケールへ戻す</a:t>
            </a:r>
          </a:p>
        </p:txBody>
      </p:sp>
    </p:spTree>
    <p:extLst>
      <p:ext uri="{BB962C8B-B14F-4D97-AF65-F5344CB8AC3E}">
        <p14:creationId xmlns:p14="http://schemas.microsoft.com/office/powerpoint/2010/main" val="1518427237"/>
      </p:ext>
    </p:extLst>
  </p:cSld>
</p:sld>
</file>

<file path=ppt/slides/slide1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6BEBC72-91F4-466C-81A7-0215163AF3FD}"/>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複数のマスク列も、一緒に生成する</a:t>
            </a:r>
          </a:p>
        </p:txBody>
      </p:sp>
      <p:sp>
        <p:nvSpPr>
          <p:cNvPr id="2" name="">
            <a:extLst xmlns:a="http://schemas.openxmlformats.org/drawingml/2006/main">
              <a:ext uri="{FF2B5EF4-FFF2-40B4-BE49-F238E27FC236}">
                <a16:creationId xmlns:a16="http://schemas.microsoft.com/office/drawing/2014/main" id="{745995FE-3BF4-42C3-84B9-4A8F23249A09}"/>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A5444DA-071C-46AD-BF25-17F74100DA25}"/>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身長を残し、体重と腹囲を置換するなら、2列を同時に引く。</a:t>
            </a:r>
          </a:p>
        </p:txBody>
      </p:sp>
      <p:sp>
        <p:nvSpPr>
          <p:cNvPr id="4" name="">
            <a:extLst xmlns:a="http://schemas.openxmlformats.org/drawingml/2006/main">
              <a:ext uri="{FF2B5EF4-FFF2-40B4-BE49-F238E27FC236}">
                <a16:creationId xmlns:a16="http://schemas.microsoft.com/office/drawing/2014/main" id="{CF189620-3708-4FBA-81A0-71FD1B55C846}"/>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0289FBB5-8003-4345-A37D-4A135863426A}"/>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32</a:t>
            </a:r>
          </a:p>
        </p:txBody>
      </p:sp>
      <p:sp>
        <p:nvSpPr>
          <p:cNvPr id="6" name="">
            <a:extLst xmlns:a="http://schemas.openxmlformats.org/drawingml/2006/main">
              <a:ext uri="{FF2B5EF4-FFF2-40B4-BE49-F238E27FC236}">
                <a16:creationId xmlns:a16="http://schemas.microsoft.com/office/drawing/2014/main" id="{E8F55FA9-B8AB-4FF3-ADEB-2BD7C9F2EEBB}"/>
              </a:ext>
            </a:extLst>
          </p:cNvPr>
          <p:cNvSpPr>
            <a:spLocks xmlns:a="http://schemas.openxmlformats.org/drawingml/2006/main" noGrp="1"/>
          </p:cNvSpPr>
          <p:nvPr/>
        </p:nvSpPr>
        <p:spPr>
          <a:xfrm xmlns:a="http://schemas.openxmlformats.org/drawingml/2006/main">
            <a:off x="514350" y="2019300"/>
            <a:ext cx="5314950" cy="31432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01F91DD-9724-4B03-A15A-CB591ADB81D9}"/>
              </a:ext>
            </a:extLst>
          </p:cNvPr>
          <p:cNvSpPr>
            <a:spLocks xmlns:a="http://schemas.openxmlformats.org/drawingml/2006/main" noGrp="1"/>
          </p:cNvSpPr>
          <p:nvPr/>
        </p:nvSpPr>
        <p:spPr>
          <a:xfrm xmlns:a="http://schemas.openxmlformats.org/drawingml/2006/main">
            <a:off x="704850" y="2133600"/>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個別に引くと</a:t>
            </a:r>
          </a:p>
        </p:txBody>
      </p:sp>
      <p:sp>
        <p:nvSpPr>
          <p:cNvPr id="8" name="">
            <a:extLst xmlns:a="http://schemas.openxmlformats.org/drawingml/2006/main">
              <a:ext uri="{FF2B5EF4-FFF2-40B4-BE49-F238E27FC236}">
                <a16:creationId xmlns:a16="http://schemas.microsoft.com/office/drawing/2014/main" id="{BA43C7BF-96E6-4456-8A8C-13220C9B5582}"/>
              </a:ext>
            </a:extLst>
          </p:cNvPr>
          <p:cNvSpPr>
            <a:spLocks xmlns:a="http://schemas.openxmlformats.org/drawingml/2006/main" noGrp="1"/>
          </p:cNvSpPr>
          <p:nvPr/>
        </p:nvSpPr>
        <p:spPr>
          <a:xfrm xmlns:a="http://schemas.openxmlformats.org/drawingml/2006/main">
            <a:off x="704850" y="2686050"/>
            <a:ext cx="49339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 → 体重を生成</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 → 腹囲を生成</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体重と腹囲の、残った依存を</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無視することがある。</a:t>
            </a:r>
          </a:p>
        </p:txBody>
      </p:sp>
      <p:sp>
        <p:nvSpPr>
          <p:cNvPr id="9" name="">
            <a:extLst xmlns:a="http://schemas.openxmlformats.org/drawingml/2006/main">
              <a:ext uri="{FF2B5EF4-FFF2-40B4-BE49-F238E27FC236}">
                <a16:creationId xmlns:a16="http://schemas.microsoft.com/office/drawing/2014/main" id="{2C4D5590-BC2D-443B-ADCB-1CBC40505DFA}"/>
              </a:ext>
            </a:extLst>
          </p:cNvPr>
          <p:cNvSpPr>
            <a:spLocks xmlns:a="http://schemas.openxmlformats.org/drawingml/2006/main" noGrp="1"/>
          </p:cNvSpPr>
          <p:nvPr/>
        </p:nvSpPr>
        <p:spPr>
          <a:xfrm xmlns:a="http://schemas.openxmlformats.org/drawingml/2006/main">
            <a:off x="6076950" y="2019300"/>
            <a:ext cx="5600700" cy="31432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70945EF-8EA3-44AE-85E4-B5E219A24202}"/>
              </a:ext>
            </a:extLst>
          </p:cNvPr>
          <p:cNvSpPr>
            <a:spLocks xmlns:a="http://schemas.openxmlformats.org/drawingml/2006/main" noGrp="1"/>
          </p:cNvSpPr>
          <p:nvPr/>
        </p:nvSpPr>
        <p:spPr>
          <a:xfrm xmlns:a="http://schemas.openxmlformats.org/drawingml/2006/main">
            <a:off x="6267450" y="2133600"/>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今回の生成</a:t>
            </a:r>
          </a:p>
        </p:txBody>
      </p:sp>
      <p:sp>
        <p:nvSpPr>
          <p:cNvPr id="11" name="">
            <a:extLst xmlns:a="http://schemas.openxmlformats.org/drawingml/2006/main">
              <a:ext uri="{FF2B5EF4-FFF2-40B4-BE49-F238E27FC236}">
                <a16:creationId xmlns:a16="http://schemas.microsoft.com/office/drawing/2014/main" id="{1CCC32A4-3DAB-4410-B003-823DDCFA988B}"/>
              </a:ext>
            </a:extLst>
          </p:cNvPr>
          <p:cNvSpPr>
            <a:spLocks xmlns:a="http://schemas.openxmlformats.org/drawingml/2006/main" noGrp="1"/>
          </p:cNvSpPr>
          <p:nvPr/>
        </p:nvSpPr>
        <p:spPr>
          <a:xfrm xmlns:a="http://schemas.openxmlformats.org/drawingml/2006/main">
            <a:off x="6267450" y="2686050"/>
            <a:ext cx="52197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身長を条件に、</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（体重・腹囲）の組を引く。</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条件付き平均だけでなく、</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条件付き共分散も使う。</a:t>
            </a:r>
          </a:p>
        </p:txBody>
      </p:sp>
      <p:sp>
        <p:nvSpPr>
          <p:cNvPr id="12" name="">
            <a:extLst xmlns:a="http://schemas.openxmlformats.org/drawingml/2006/main">
              <a:ext uri="{FF2B5EF4-FFF2-40B4-BE49-F238E27FC236}">
                <a16:creationId xmlns:a16="http://schemas.microsoft.com/office/drawing/2014/main" id="{060A223C-9456-4B7C-BA75-490372A36075}"/>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D6D4033-FA1E-4387-BDD2-349BEE13F8E6}"/>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観測列との関係と、置換列どうしの関係を両方扱う</a:t>
            </a:r>
          </a:p>
        </p:txBody>
      </p:sp>
    </p:spTree>
    <p:extLst>
      <p:ext uri="{BB962C8B-B14F-4D97-AF65-F5344CB8AC3E}">
        <p14:creationId xmlns:p14="http://schemas.microsoft.com/office/powerpoint/2010/main" val="927100237"/>
      </p:ext>
    </p:extLst>
  </p:cSld>
</p:sld>
</file>

<file path=ppt/slides/slide1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2188E9D-6484-487A-9C25-0699BAD6F154}"/>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VIMEのどこに組み込むか</a:t>
            </a:r>
          </a:p>
        </p:txBody>
      </p:sp>
      <p:sp>
        <p:nvSpPr>
          <p:cNvPr id="2" name="">
            <a:extLst xmlns:a="http://schemas.openxmlformats.org/drawingml/2006/main">
              <a:ext uri="{FF2B5EF4-FFF2-40B4-BE49-F238E27FC236}">
                <a16:creationId xmlns:a16="http://schemas.microsoft.com/office/drawing/2014/main" id="{8A92EFB0-FF9E-4F00-B0C4-2046531C1C40}"/>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DCD22BA-971F-4F34-8124-DFB7FF143170}"/>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学習課題を揃え、置換器だけを変更した比較を行う。</a:t>
            </a:r>
          </a:p>
        </p:txBody>
      </p:sp>
      <p:sp>
        <p:nvSpPr>
          <p:cNvPr id="4" name="">
            <a:extLst xmlns:a="http://schemas.openxmlformats.org/drawingml/2006/main">
              <a:ext uri="{FF2B5EF4-FFF2-40B4-BE49-F238E27FC236}">
                <a16:creationId xmlns:a16="http://schemas.microsoft.com/office/drawing/2014/main" id="{E20382CF-AADD-40C0-932D-7E1FC02C4107}"/>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E359A074-2ABA-42C6-982A-28210D37837A}"/>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33</a:t>
            </a:r>
          </a:p>
        </p:txBody>
      </p:sp>
      <p:sp>
        <p:nvSpPr>
          <p:cNvPr id="6" name="">
            <a:extLst xmlns:a="http://schemas.openxmlformats.org/drawingml/2006/main">
              <a:ext uri="{FF2B5EF4-FFF2-40B4-BE49-F238E27FC236}">
                <a16:creationId xmlns:a16="http://schemas.microsoft.com/office/drawing/2014/main" id="{7D19BE8A-DC92-46CD-BD6D-470848D73346}"/>
              </a:ext>
            </a:extLst>
          </p:cNvPr>
          <p:cNvSpPr>
            <a:spLocks xmlns:a="http://schemas.openxmlformats.org/drawingml/2006/main" noGrp="1"/>
          </p:cNvSpPr>
          <p:nvPr/>
        </p:nvSpPr>
        <p:spPr>
          <a:xfrm xmlns:a="http://schemas.openxmlformats.org/drawingml/2006/main">
            <a:off x="552450" y="1933575"/>
            <a:ext cx="4762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FFD69A61-8533-4164-B88F-C71DEE6E15DD}"/>
              </a:ext>
            </a:extLst>
          </p:cNvPr>
          <p:cNvSpPr>
            <a:spLocks xmlns:a="http://schemas.openxmlformats.org/drawingml/2006/main" noGrp="1"/>
          </p:cNvSpPr>
          <p:nvPr/>
        </p:nvSpPr>
        <p:spPr>
          <a:xfrm xmlns:a="http://schemas.openxmlformats.org/drawingml/2006/main">
            <a:off x="1257300" y="1933575"/>
            <a:ext cx="101917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準備：ラベルなし訓練データで周辺分布・Rを学習。</a:t>
            </a:r>
          </a:p>
        </p:txBody>
      </p:sp>
      <p:sp>
        <p:nvSpPr>
          <p:cNvPr id="8" name="">
            <a:extLst xmlns:a="http://schemas.openxmlformats.org/drawingml/2006/main">
              <a:ext uri="{FF2B5EF4-FFF2-40B4-BE49-F238E27FC236}">
                <a16:creationId xmlns:a16="http://schemas.microsoft.com/office/drawing/2014/main" id="{6670F8BE-6008-422A-8F17-70CED7F61FE6}"/>
              </a:ext>
            </a:extLst>
          </p:cNvPr>
          <p:cNvSpPr>
            <a:spLocks xmlns:a="http://schemas.openxmlformats.org/drawingml/2006/main" noGrp="1"/>
          </p:cNvSpPr>
          <p:nvPr/>
        </p:nvSpPr>
        <p:spPr>
          <a:xfrm xmlns:a="http://schemas.openxmlformats.org/drawingml/2006/main">
            <a:off x="552450" y="2767013"/>
            <a:ext cx="4762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3E6D09AE-837E-4D32-A82D-F05AD2CAFC97}"/>
              </a:ext>
            </a:extLst>
          </p:cNvPr>
          <p:cNvSpPr>
            <a:spLocks xmlns:a="http://schemas.openxmlformats.org/drawingml/2006/main" noGrp="1"/>
          </p:cNvSpPr>
          <p:nvPr/>
        </p:nvSpPr>
        <p:spPr>
          <a:xfrm xmlns:a="http://schemas.openxmlformats.org/drawingml/2006/main">
            <a:off x="1257300" y="2767013"/>
            <a:ext cx="101917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自己教師あり：マスク → 条件付き置換 → マスク推定・元値復元。</a:t>
            </a:r>
          </a:p>
        </p:txBody>
      </p:sp>
      <p:sp>
        <p:nvSpPr>
          <p:cNvPr id="10" name="">
            <a:extLst xmlns:a="http://schemas.openxmlformats.org/drawingml/2006/main">
              <a:ext uri="{FF2B5EF4-FFF2-40B4-BE49-F238E27FC236}">
                <a16:creationId xmlns:a16="http://schemas.microsoft.com/office/drawing/2014/main" id="{A8ACCB7F-BB2A-4934-BF7D-A2D7BC962482}"/>
              </a:ext>
            </a:extLst>
          </p:cNvPr>
          <p:cNvSpPr>
            <a:spLocks xmlns:a="http://schemas.openxmlformats.org/drawingml/2006/main" noGrp="1"/>
          </p:cNvSpPr>
          <p:nvPr/>
        </p:nvSpPr>
        <p:spPr>
          <a:xfrm xmlns:a="http://schemas.openxmlformats.org/drawingml/2006/main">
            <a:off x="552450" y="3600450"/>
            <a:ext cx="4762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1D1E3087-B3AB-4C6A-850D-9E1D7F9D83E2}"/>
              </a:ext>
            </a:extLst>
          </p:cNvPr>
          <p:cNvSpPr>
            <a:spLocks xmlns:a="http://schemas.openxmlformats.org/drawingml/2006/main" noGrp="1"/>
          </p:cNvSpPr>
          <p:nvPr/>
        </p:nvSpPr>
        <p:spPr>
          <a:xfrm xmlns:a="http://schemas.openxmlformats.org/drawingml/2006/main">
            <a:off x="1257300" y="3600450"/>
            <a:ext cx="101917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半教師あり：同じ行の複数拡張に対する予測を揃える。</a:t>
            </a:r>
          </a:p>
        </p:txBody>
      </p:sp>
      <p:sp>
        <p:nvSpPr>
          <p:cNvPr id="12" name="">
            <a:extLst xmlns:a="http://schemas.openxmlformats.org/drawingml/2006/main">
              <a:ext uri="{FF2B5EF4-FFF2-40B4-BE49-F238E27FC236}">
                <a16:creationId xmlns:a16="http://schemas.microsoft.com/office/drawing/2014/main" id="{A6E247D9-7118-4D25-89ED-5D78749A963B}"/>
              </a:ext>
            </a:extLst>
          </p:cNvPr>
          <p:cNvSpPr>
            <a:spLocks xmlns:a="http://schemas.openxmlformats.org/drawingml/2006/main" noGrp="1"/>
          </p:cNvSpPr>
          <p:nvPr/>
        </p:nvSpPr>
        <p:spPr>
          <a:xfrm xmlns:a="http://schemas.openxmlformats.org/drawingml/2006/main">
            <a:off x="552450" y="4433888"/>
            <a:ext cx="4762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0189B81B-77F7-4E3D-A936-9418114B651E}"/>
              </a:ext>
            </a:extLst>
          </p:cNvPr>
          <p:cNvSpPr>
            <a:spLocks xmlns:a="http://schemas.openxmlformats.org/drawingml/2006/main" noGrp="1"/>
          </p:cNvSpPr>
          <p:nvPr/>
        </p:nvSpPr>
        <p:spPr>
          <a:xfrm xmlns:a="http://schemas.openxmlformats.org/drawingml/2006/main">
            <a:off x="1257300" y="4433888"/>
            <a:ext cx="101917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最終評価：学習に未使用のテストデータで分類性能を測る。</a:t>
            </a:r>
          </a:p>
        </p:txBody>
      </p:sp>
      <p:sp>
        <p:nvSpPr>
          <p:cNvPr id="14" name="">
            <a:extLst xmlns:a="http://schemas.openxmlformats.org/drawingml/2006/main">
              <a:ext uri="{FF2B5EF4-FFF2-40B4-BE49-F238E27FC236}">
                <a16:creationId xmlns:a16="http://schemas.microsoft.com/office/drawing/2014/main" id="{15E7E1CE-EE41-4D3A-BF56-B12014C58526}"/>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F1BDE7A-B493-40A6-A2D1-AF8E0DB19010}"/>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独立な列置換 → Gaussian copulaの条件付き置換へ変更</a:t>
            </a:r>
          </a:p>
        </p:txBody>
      </p:sp>
    </p:spTree>
    <p:extLst>
      <p:ext uri="{BB962C8B-B14F-4D97-AF65-F5344CB8AC3E}">
        <p14:creationId xmlns:p14="http://schemas.microsoft.com/office/powerpoint/2010/main" val="97799120"/>
      </p:ext>
    </p:extLst>
  </p:cSld>
</p:sld>
</file>

<file path=ppt/slides/slide1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289501-4AF2-4765-B256-3F1FE4BF6553}"/>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コピュラと「潜在空間での生成」</a:t>
            </a:r>
          </a:p>
        </p:txBody>
      </p:sp>
      <p:sp>
        <p:nvSpPr>
          <p:cNvPr id="2" name="">
            <a:extLst xmlns:a="http://schemas.openxmlformats.org/drawingml/2006/main">
              <a:ext uri="{FF2B5EF4-FFF2-40B4-BE49-F238E27FC236}">
                <a16:creationId xmlns:a16="http://schemas.microsoft.com/office/drawing/2014/main" id="{ADE6E5BB-5B86-420C-BC02-1AF3F16B7A73}"/>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9D0E4AD-4B12-4637-A22D-DF77594C15FA}"/>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コピュラも潜在変数を使える。違いは、何をモデル化するか。</a:t>
            </a:r>
          </a:p>
        </p:txBody>
      </p:sp>
      <p:sp>
        <p:nvSpPr>
          <p:cNvPr id="4" name="">
            <a:extLst xmlns:a="http://schemas.openxmlformats.org/drawingml/2006/main">
              <a:ext uri="{FF2B5EF4-FFF2-40B4-BE49-F238E27FC236}">
                <a16:creationId xmlns:a16="http://schemas.microsoft.com/office/drawing/2014/main" id="{B1CF9846-6731-4D45-9DBB-710BF6A906EC}"/>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5979E3D0-2671-4D3D-9779-9A05C106238D}"/>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34</a:t>
            </a:r>
          </a:p>
        </p:txBody>
      </p:sp>
      <p:graphicFrame>
        <p:nvGraphicFramePr>
          <p:cNvPr id="14" name=""/>
          <p:cNvGraphicFramePr/>
          <p:nvPr/>
        </p:nvGraphicFramePr>
        <p:xfrm>
          <a:off xmlns:a="http://schemas.openxmlformats.org/drawingml/2006/main" x="514350" y="1943100"/>
          <a:ext xmlns:a="http://schemas.openxmlformats.org/drawingml/2006/main" cx="11163300" cy="3333750"/>
        </p:xfrm>
        <a:graphic xmlns:a="http://schemas.openxmlformats.org/drawingml/2006/main">
          <a:graphicData uri="http://schemas.openxmlformats.org/drawingml/2006/table">
            <a:tbl>
              <a:tblPr/>
              <a:tblGrid>
                <a:gridCol w="3721100"/>
                <a:gridCol w="3721100"/>
                <a:gridCol w="3721100"/>
              </a:tblGrid>
              <a:tr h="666750">
                <a:tc>
                  <a:txBody>
                    <a:bodyPr/>
                    <a:lstStyle/>
                    <a:p>
                      <a:pPr algn="ctr"/>
                      <a:r>
                        <a:rPr sz="1875" b="1">
                          <a:solidFill>
                            <a:srgbClr val="2E7D5B"/>
                          </a:solidFill>
                          <a:latin typeface="Noto Sans JP"/>
                          <a:ea typeface="Noto Sans JP"/>
                          <a:cs typeface="Noto Sans JP"/>
                        </a:rPr>
                        <a:t>観点</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Gaussian copulaの今回の実装</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encoder等の潜在生成</a:t>
                      </a:r>
                    </a:p>
                  </a:txBody>
                  <a:tcPr marL="91440" marR="91440" marT="45720" marB="45720" anchor="ctr">
                    <a:solidFill>
                      <a:srgbClr val="E7F2EC"/>
                    </a:solidFill>
                  </a:tcPr>
                </a:tc>
              </a:tr>
              <a:tr h="666750">
                <a:tc>
                  <a:txBody>
                    <a:bodyPr/>
                    <a:lstStyle/>
                    <a:p>
                      <a:pPr algn="ctr"/>
                      <a:r>
                        <a:rPr sz="1875" b="0">
                          <a:solidFill>
                            <a:srgbClr val="222222"/>
                          </a:solidFill>
                          <a:latin typeface="Noto Sans JP"/>
                          <a:ea typeface="Noto Sans JP"/>
                          <a:cs typeface="Noto Sans JP"/>
                        </a:rPr>
                        <a:t>変換</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各列の累積分布 → 逆正規</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学習したencoderで表現</a:t>
                      </a:r>
                    </a:p>
                  </a:txBody>
                  <a:tcPr marL="91440" marR="91440" marT="45720" marB="45720" anchor="ctr">
                    <a:solidFill>
                      <a:srgbClr val="FFFFFF"/>
                    </a:solidFill>
                  </a:tcPr>
                </a:tc>
              </a:tr>
              <a:tr h="666750">
                <a:tc>
                  <a:txBody>
                    <a:bodyPr/>
                    <a:lstStyle/>
                    <a:p>
                      <a:pPr algn="ctr"/>
                      <a:r>
                        <a:rPr sz="1875" b="0">
                          <a:solidFill>
                            <a:srgbClr val="222222"/>
                          </a:solidFill>
                          <a:latin typeface="Noto Sans JP"/>
                          <a:ea typeface="Noto Sans JP"/>
                          <a:cs typeface="Noto Sans JP"/>
                        </a:rPr>
                        <a:t>依存のモデル</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潜在正規の相関行列R</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モデル設計次第</a:t>
                      </a:r>
                    </a:p>
                  </a:txBody>
                  <a:tcPr marL="91440" marR="91440" marT="45720" marB="45720" anchor="ctr">
                    <a:solidFill>
                      <a:srgbClr val="F6F6F6"/>
                    </a:solidFill>
                  </a:tcPr>
                </a:tc>
              </a:tr>
              <a:tr h="666750">
                <a:tc>
                  <a:txBody>
                    <a:bodyPr/>
                    <a:lstStyle/>
                    <a:p>
                      <a:pPr algn="ctr"/>
                      <a:r>
                        <a:rPr sz="1875" b="0">
                          <a:solidFill>
                            <a:srgbClr val="222222"/>
                          </a:solidFill>
                          <a:latin typeface="Noto Sans JP"/>
                          <a:ea typeface="Noto Sans JP"/>
                          <a:cs typeface="Noto Sans JP"/>
                        </a:rPr>
                        <a:t>元へ戻す</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各列の逆累積分布</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decoder等</a:t>
                      </a:r>
                    </a:p>
                  </a:txBody>
                  <a:tcPr marL="91440" marR="91440" marT="45720" marB="45720" anchor="ctr">
                    <a:solidFill>
                      <a:srgbClr val="FFFFFF"/>
                    </a:solidFill>
                  </a:tcPr>
                </a:tc>
              </a:tr>
              <a:tr h="666750">
                <a:tc>
                  <a:txBody>
                    <a:bodyPr/>
                    <a:lstStyle/>
                    <a:p>
                      <a:pPr algn="ctr"/>
                      <a:r>
                        <a:rPr sz="1875" b="0">
                          <a:solidFill>
                            <a:srgbClr val="222222"/>
                          </a:solidFill>
                          <a:latin typeface="Noto Sans JP"/>
                          <a:ea typeface="Noto Sans JP"/>
                          <a:cs typeface="Noto Sans JP"/>
                        </a:rPr>
                        <a:t>条件</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残す元特徴の位置</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潜在表現・ラベル等、設計次第</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EABECA93-4A02-42A2-8EDA-3B483F967521}"/>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8FDE102-D9F2-4CDD-9D20-3F545DAB635D}"/>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「潜在」は共通でも、コピュラには周辺と依存を分ける構造がある</a:t>
            </a:r>
          </a:p>
        </p:txBody>
      </p:sp>
    </p:spTree>
    <p:extLst>
      <p:ext uri="{BB962C8B-B14F-4D97-AF65-F5344CB8AC3E}">
        <p14:creationId xmlns:p14="http://schemas.microsoft.com/office/powerpoint/2010/main" val="1657686431"/>
      </p:ext>
    </p:extLst>
  </p:cSld>
</p:sld>
</file>

<file path=ppt/slides/slide1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B1B468F7-B109-4F15-A70C-F75FD76D8725}"/>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今の実装でできること・未解決なこと</a:t>
            </a:r>
          </a:p>
        </p:txBody>
      </p:sp>
      <p:sp>
        <p:nvSpPr>
          <p:cNvPr id="2" name="">
            <a:extLst xmlns:a="http://schemas.openxmlformats.org/drawingml/2006/main">
              <a:ext uri="{FF2B5EF4-FFF2-40B4-BE49-F238E27FC236}">
                <a16:creationId xmlns:a16="http://schemas.microsoft.com/office/drawing/2014/main" id="{F46B8DD0-BD0B-404D-A71E-005B4C1EC686}"/>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683C2D0-800F-4FE7-B993-0604E696A3BB}"/>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自然な特徴の組合せを作ることと、クラスを保つことは別。</a:t>
            </a:r>
          </a:p>
        </p:txBody>
      </p:sp>
      <p:sp>
        <p:nvSpPr>
          <p:cNvPr id="4" name="">
            <a:extLst xmlns:a="http://schemas.openxmlformats.org/drawingml/2006/main">
              <a:ext uri="{FF2B5EF4-FFF2-40B4-BE49-F238E27FC236}">
                <a16:creationId xmlns:a16="http://schemas.microsoft.com/office/drawing/2014/main" id="{D249FA61-4A0F-4EAD-8DCF-51CE4EAB7CD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398710C8-DE6B-4251-8E74-177DEA5B21D0}"/>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35</a:t>
            </a:r>
          </a:p>
        </p:txBody>
      </p:sp>
      <p:sp>
        <p:nvSpPr>
          <p:cNvPr id="6" name="">
            <a:extLst xmlns:a="http://schemas.openxmlformats.org/drawingml/2006/main">
              <a:ext uri="{FF2B5EF4-FFF2-40B4-BE49-F238E27FC236}">
                <a16:creationId xmlns:a16="http://schemas.microsoft.com/office/drawing/2014/main" id="{5A1710CE-ED10-4BE2-8F08-5B8E8650A651}"/>
              </a:ext>
            </a:extLst>
          </p:cNvPr>
          <p:cNvSpPr>
            <a:spLocks xmlns:a="http://schemas.openxmlformats.org/drawingml/2006/main" noGrp="1"/>
          </p:cNvSpPr>
          <p:nvPr/>
        </p:nvSpPr>
        <p:spPr>
          <a:xfrm xmlns:a="http://schemas.openxmlformats.org/drawingml/2006/main">
            <a:off x="514350" y="1990725"/>
            <a:ext cx="5314950" cy="31718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9BB1F5D-A7EC-4194-8A46-BE6284BEE865}"/>
              </a:ext>
            </a:extLst>
          </p:cNvPr>
          <p:cNvSpPr>
            <a:spLocks xmlns:a="http://schemas.openxmlformats.org/drawingml/2006/main" noGrp="1"/>
          </p:cNvSpPr>
          <p:nvPr/>
        </p:nvSpPr>
        <p:spPr>
          <a:xfrm xmlns:a="http://schemas.openxmlformats.org/drawingml/2006/main">
            <a:off x="704850" y="210502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現在の対象</a:t>
            </a:r>
          </a:p>
        </p:txBody>
      </p:sp>
      <p:sp>
        <p:nvSpPr>
          <p:cNvPr id="8" name="">
            <a:extLst xmlns:a="http://schemas.openxmlformats.org/drawingml/2006/main">
              <a:ext uri="{FF2B5EF4-FFF2-40B4-BE49-F238E27FC236}">
                <a16:creationId xmlns:a16="http://schemas.microsoft.com/office/drawing/2014/main" id="{0EBE5875-6776-4A08-BEAC-CE99937ED681}"/>
              </a:ext>
            </a:extLst>
          </p:cNvPr>
          <p:cNvSpPr>
            <a:spLocks xmlns:a="http://schemas.openxmlformats.org/drawingml/2006/main" noGrp="1"/>
          </p:cNvSpPr>
          <p:nvPr/>
        </p:nvSpPr>
        <p:spPr>
          <a:xfrm xmlns:a="http://schemas.openxmlformats.org/drawingml/2006/main">
            <a:off x="704850" y="2657475"/>
            <a:ext cx="4933950" cy="2409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有限値の連続特徴。</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残した特徴は変更しない。</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マスク列は同時生成。</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列置換との、同一条件比較を</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実装済み。</a:t>
            </a:r>
          </a:p>
        </p:txBody>
      </p:sp>
      <p:sp>
        <p:nvSpPr>
          <p:cNvPr id="9" name="">
            <a:extLst xmlns:a="http://schemas.openxmlformats.org/drawingml/2006/main">
              <a:ext uri="{FF2B5EF4-FFF2-40B4-BE49-F238E27FC236}">
                <a16:creationId xmlns:a16="http://schemas.microsoft.com/office/drawing/2014/main" id="{437026BA-69DC-4093-BDB8-14244FB875F8}"/>
              </a:ext>
            </a:extLst>
          </p:cNvPr>
          <p:cNvSpPr>
            <a:spLocks xmlns:a="http://schemas.openxmlformats.org/drawingml/2006/main" noGrp="1"/>
          </p:cNvSpPr>
          <p:nvPr/>
        </p:nvSpPr>
        <p:spPr>
          <a:xfrm xmlns:a="http://schemas.openxmlformats.org/drawingml/2006/main">
            <a:off x="6076950" y="1990725"/>
            <a:ext cx="5600700" cy="31718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6CAE661-B56C-45FA-A52D-BD784710FE0D}"/>
              </a:ext>
            </a:extLst>
          </p:cNvPr>
          <p:cNvSpPr>
            <a:spLocks xmlns:a="http://schemas.openxmlformats.org/drawingml/2006/main" noGrp="1"/>
          </p:cNvSpPr>
          <p:nvPr/>
        </p:nvSpPr>
        <p:spPr>
          <a:xfrm xmlns:a="http://schemas.openxmlformats.org/drawingml/2006/main">
            <a:off x="6267450" y="210502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未解決の問い</a:t>
            </a:r>
          </a:p>
        </p:txBody>
      </p:sp>
      <p:sp>
        <p:nvSpPr>
          <p:cNvPr id="11" name="">
            <a:extLst xmlns:a="http://schemas.openxmlformats.org/drawingml/2006/main">
              <a:ext uri="{FF2B5EF4-FFF2-40B4-BE49-F238E27FC236}">
                <a16:creationId xmlns:a16="http://schemas.microsoft.com/office/drawing/2014/main" id="{FE40F2DF-2AAA-4FFF-85E5-B5905CF420B2}"/>
              </a:ext>
            </a:extLst>
          </p:cNvPr>
          <p:cNvSpPr>
            <a:spLocks xmlns:a="http://schemas.openxmlformats.org/drawingml/2006/main" noGrp="1"/>
          </p:cNvSpPr>
          <p:nvPr/>
        </p:nvSpPr>
        <p:spPr>
          <a:xfrm xmlns:a="http://schemas.openxmlformats.org/drawingml/2006/main">
            <a:off x="6267450" y="2657475"/>
            <a:ext cx="5219700" cy="2409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生成で正解クラスは保たれるか。</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カテゴリ・順序列をどう扱うか。</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非正規の依存はどこまで表せるか。</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置換が弱すぎ／強すぎないか。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分類性能改善は、まだ仮説。</a:t>
            </a:r>
          </a:p>
        </p:txBody>
      </p:sp>
      <p:sp>
        <p:nvSpPr>
          <p:cNvPr id="12" name="">
            <a:extLst xmlns:a="http://schemas.openxmlformats.org/drawingml/2006/main">
              <a:ext uri="{FF2B5EF4-FFF2-40B4-BE49-F238E27FC236}">
                <a16:creationId xmlns:a16="http://schemas.microsoft.com/office/drawing/2014/main" id="{CA95ADF1-DA82-48AD-833F-D53AA3B1AC2E}"/>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B022292-C36A-4DF5-9843-1A33E0B608E6}"/>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確証バイアスを「解決済み」とはせず、クラス保持も別に評価する</a:t>
            </a:r>
          </a:p>
        </p:txBody>
      </p:sp>
    </p:spTree>
    <p:extLst>
      <p:ext uri="{BB962C8B-B14F-4D97-AF65-F5344CB8AC3E}">
        <p14:creationId xmlns:p14="http://schemas.microsoft.com/office/powerpoint/2010/main" val="426728444"/>
      </p:ext>
    </p:extLst>
  </p:cSld>
</p:sld>
</file>

<file path=ppt/slides/slide1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89EFDD7-08CC-4237-8997-F26429F0D46E}"/>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動作確認：置換後の関係を図で見る</a:t>
            </a:r>
          </a:p>
        </p:txBody>
      </p:sp>
      <p:sp>
        <p:nvSpPr>
          <p:cNvPr id="2" name="">
            <a:extLst xmlns:a="http://schemas.openxmlformats.org/drawingml/2006/main">
              <a:ext uri="{FF2B5EF4-FFF2-40B4-BE49-F238E27FC236}">
                <a16:creationId xmlns:a16="http://schemas.microsoft.com/office/drawing/2014/main" id="{44F5917A-424B-4F50-B6AF-D429AEDF36A9}"/>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0C49CBD-D427-40A3-BE55-6AC5D15ADC74}"/>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既知の依存を持つ合成データで、同じ列を置換した。</a:t>
            </a:r>
          </a:p>
        </p:txBody>
      </p:sp>
      <p:sp>
        <p:nvSpPr>
          <p:cNvPr id="4" name="">
            <a:extLst xmlns:a="http://schemas.openxmlformats.org/drawingml/2006/main">
              <a:ext uri="{FF2B5EF4-FFF2-40B4-BE49-F238E27FC236}">
                <a16:creationId xmlns:a16="http://schemas.microsoft.com/office/drawing/2014/main" id="{9E4F527F-3C62-4800-A95E-C7AB29DD13C0}"/>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61361293-E70C-4598-BEE9-14FF89FAA5A8}"/>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36</a:t>
            </a:r>
          </a:p>
        </p:txBody>
      </p:sp>
      <p:sp>
        <p:nvSpPr>
          <p:cNvPr id="6" name="">
            <a:extLst xmlns:a="http://schemas.openxmlformats.org/drawingml/2006/main">
              <a:ext uri="{FF2B5EF4-FFF2-40B4-BE49-F238E27FC236}">
                <a16:creationId xmlns:a16="http://schemas.microsoft.com/office/drawing/2014/main" id="{E81BCC49-82DE-40BD-9316-1D81D6C1654C}"/>
              </a:ext>
            </a:extLst>
          </p:cNvPr>
          <p:cNvSpPr>
            <a:spLocks xmlns:a="http://schemas.openxmlformats.org/drawingml/2006/main" noGrp="1"/>
          </p:cNvSpPr>
          <p:nvPr/>
        </p:nvSpPr>
        <p:spPr>
          <a:xfrm xmlns:a="http://schemas.openxmlformats.org/drawingml/2006/main">
            <a:off x="514350" y="1905000"/>
            <a:ext cx="3571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175" b="1">
                <a:solidFill>
                  <a:srgbClr val="222222"/>
                </a:solidFill>
                <a:latin typeface="Noto Sans JP"/>
                <a:ea typeface="Noto Sans JP"/>
                <a:cs typeface="Noto Sans JP"/>
              </a:defRPr>
            </a:pPr>
            <a:r>
              <a:rPr sz="2175" b="1">
                <a:solidFill>
                  <a:srgbClr val="222222"/>
                </a:solidFill>
                <a:latin typeface="Noto Sans JP"/>
                <a:ea typeface="Noto Sans JP"/>
                <a:cs typeface="Noto Sans JP"/>
              </a:rPr>
              <a:t>元データ</a:t>
            </a:r>
          </a:p>
        </p:txBody>
      </p:sp>
      <p:graphicFrame>
        <p:nvGraphicFramePr>
          <p:cNvPr id="23" name="Chart"/>
          <p:cNvGraphicFramePr/>
          <p:nvPr/>
        </p:nvGraphicFramePr>
        <p:xfrm>
          <a:off xmlns:a="http://schemas.openxmlformats.org/drawingml/2006/main" x="514350" y="2400300"/>
          <a:ext xmlns:a="http://schemas.openxmlformats.org/drawingml/2006/main" cx="3571875" cy="2781300"/>
        </p:xfrm>
        <a:graphic xmlns:a="http://schemas.openxmlformats.org/drawingml/2006/main">
          <a:graphicData uri="http://schemas.openxmlformats.org/drawingml/2006/chart">
            <c:chart xmlns:r="http://schemas.openxmlformats.org/officeDocument/2006/relationships" xmlns:c="http://schemas.openxmlformats.org/drawingml/2006/chart" r:id="R95822c3199854560"/>
          </a:graphicData>
        </a:graphic>
      </p:graphicFrame>
      <p:sp>
        <p:nvSpPr>
          <p:cNvPr id="8" name="">
            <a:extLst xmlns:a="http://schemas.openxmlformats.org/drawingml/2006/main">
              <a:ext uri="{FF2B5EF4-FFF2-40B4-BE49-F238E27FC236}">
                <a16:creationId xmlns:a16="http://schemas.microsoft.com/office/drawing/2014/main" id="{B15E55F9-1494-4939-AC9A-D3ABAB799791}"/>
              </a:ext>
            </a:extLst>
          </p:cNvPr>
          <p:cNvSpPr>
            <a:spLocks xmlns:a="http://schemas.openxmlformats.org/drawingml/2006/main" noGrp="1"/>
          </p:cNvSpPr>
          <p:nvPr/>
        </p:nvSpPr>
        <p:spPr>
          <a:xfrm xmlns:a="http://schemas.openxmlformats.org/drawingml/2006/main">
            <a:off x="514350" y="5162550"/>
            <a:ext cx="35718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222222"/>
                </a:solidFill>
                <a:latin typeface="Noto Sans JP"/>
                <a:ea typeface="Noto Sans JP"/>
                <a:cs typeface="Noto Sans JP"/>
              </a:defRPr>
            </a:pPr>
            <a:r>
              <a:rPr sz="1875" b="1">
                <a:solidFill>
                  <a:srgbClr val="222222"/>
                </a:solidFill>
                <a:latin typeface="Noto Sans JP"/>
                <a:ea typeface="Noto Sans JP"/>
                <a:cs typeface="Noto Sans JP"/>
              </a:rPr>
              <a:t>相関 r = 0.805</a:t>
            </a:r>
          </a:p>
        </p:txBody>
      </p:sp>
      <p:sp>
        <p:nvSpPr>
          <p:cNvPr id="9" name="">
            <a:extLst xmlns:a="http://schemas.openxmlformats.org/drawingml/2006/main">
              <a:ext uri="{FF2B5EF4-FFF2-40B4-BE49-F238E27FC236}">
                <a16:creationId xmlns:a16="http://schemas.microsoft.com/office/drawing/2014/main" id="{AE1D7A58-E119-403D-8743-C99BE8FA0CD4}"/>
              </a:ext>
            </a:extLst>
          </p:cNvPr>
          <p:cNvSpPr>
            <a:spLocks xmlns:a="http://schemas.openxmlformats.org/drawingml/2006/main" noGrp="1"/>
          </p:cNvSpPr>
          <p:nvPr/>
        </p:nvSpPr>
        <p:spPr>
          <a:xfrm xmlns:a="http://schemas.openxmlformats.org/drawingml/2006/main">
            <a:off x="4295775" y="1905000"/>
            <a:ext cx="3571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175" b="1">
                <a:solidFill>
                  <a:srgbClr val="222222"/>
                </a:solidFill>
                <a:latin typeface="Noto Sans JP"/>
                <a:ea typeface="Noto Sans JP"/>
                <a:cs typeface="Noto Sans JP"/>
              </a:defRPr>
            </a:pPr>
            <a:r>
              <a:rPr sz="2175" b="1">
                <a:solidFill>
                  <a:srgbClr val="222222"/>
                </a:solidFill>
                <a:latin typeface="Noto Sans JP"/>
                <a:ea typeface="Noto Sans JP"/>
                <a:cs typeface="Noto Sans JP"/>
              </a:rPr>
              <a:t>列置換</a:t>
            </a:r>
          </a:p>
        </p:txBody>
      </p:sp>
      <p:graphicFrame>
        <p:nvGraphicFramePr>
          <p:cNvPr id="26" name="Chart"/>
          <p:cNvGraphicFramePr/>
          <p:nvPr/>
        </p:nvGraphicFramePr>
        <p:xfrm>
          <a:off xmlns:a="http://schemas.openxmlformats.org/drawingml/2006/main" x="4295775" y="2400300"/>
          <a:ext xmlns:a="http://schemas.openxmlformats.org/drawingml/2006/main" cx="3571875" cy="2781300"/>
        </p:xfrm>
        <a:graphic xmlns:a="http://schemas.openxmlformats.org/drawingml/2006/main">
          <a:graphicData uri="http://schemas.openxmlformats.org/drawingml/2006/chart">
            <c:chart xmlns:r="http://schemas.openxmlformats.org/officeDocument/2006/relationships" xmlns:c="http://schemas.openxmlformats.org/drawingml/2006/chart" r:id="R6dacccd3589142f5"/>
          </a:graphicData>
        </a:graphic>
      </p:graphicFrame>
      <p:sp>
        <p:nvSpPr>
          <p:cNvPr id="11" name="">
            <a:extLst xmlns:a="http://schemas.openxmlformats.org/drawingml/2006/main">
              <a:ext uri="{FF2B5EF4-FFF2-40B4-BE49-F238E27FC236}">
                <a16:creationId xmlns:a16="http://schemas.microsoft.com/office/drawing/2014/main" id="{169AC6BC-4BA2-4C1A-93B4-F86F293EDFCC}"/>
              </a:ext>
            </a:extLst>
          </p:cNvPr>
          <p:cNvSpPr>
            <a:spLocks xmlns:a="http://schemas.openxmlformats.org/drawingml/2006/main" noGrp="1"/>
          </p:cNvSpPr>
          <p:nvPr/>
        </p:nvSpPr>
        <p:spPr>
          <a:xfrm xmlns:a="http://schemas.openxmlformats.org/drawingml/2006/main">
            <a:off x="4295775" y="5162550"/>
            <a:ext cx="35718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222222"/>
                </a:solidFill>
                <a:latin typeface="Noto Sans JP"/>
                <a:ea typeface="Noto Sans JP"/>
                <a:cs typeface="Noto Sans JP"/>
              </a:defRPr>
            </a:pPr>
            <a:r>
              <a:rPr sz="1875" b="1">
                <a:solidFill>
                  <a:srgbClr val="222222"/>
                </a:solidFill>
                <a:latin typeface="Noto Sans JP"/>
                <a:ea typeface="Noto Sans JP"/>
                <a:cs typeface="Noto Sans JP"/>
              </a:rPr>
              <a:t>相関 r = -0.014</a:t>
            </a:r>
          </a:p>
        </p:txBody>
      </p:sp>
      <p:sp>
        <p:nvSpPr>
          <p:cNvPr id="12" name="">
            <a:extLst xmlns:a="http://schemas.openxmlformats.org/drawingml/2006/main">
              <a:ext uri="{FF2B5EF4-FFF2-40B4-BE49-F238E27FC236}">
                <a16:creationId xmlns:a16="http://schemas.microsoft.com/office/drawing/2014/main" id="{F198D4AB-2788-4818-9B4F-EED3E7D9975E}"/>
              </a:ext>
            </a:extLst>
          </p:cNvPr>
          <p:cNvSpPr>
            <a:spLocks xmlns:a="http://schemas.openxmlformats.org/drawingml/2006/main" noGrp="1"/>
          </p:cNvSpPr>
          <p:nvPr/>
        </p:nvSpPr>
        <p:spPr>
          <a:xfrm xmlns:a="http://schemas.openxmlformats.org/drawingml/2006/main">
            <a:off x="8077200" y="1905000"/>
            <a:ext cx="3571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Gaussian copula</a:t>
            </a:r>
          </a:p>
        </p:txBody>
      </p:sp>
      <p:graphicFrame>
        <p:nvGraphicFramePr>
          <p:cNvPr id="29" name="Chart"/>
          <p:cNvGraphicFramePr/>
          <p:nvPr/>
        </p:nvGraphicFramePr>
        <p:xfrm>
          <a:off xmlns:a="http://schemas.openxmlformats.org/drawingml/2006/main" x="8077200" y="2400300"/>
          <a:ext xmlns:a="http://schemas.openxmlformats.org/drawingml/2006/main" cx="3571875" cy="2781300"/>
        </p:xfrm>
        <a:graphic xmlns:a="http://schemas.openxmlformats.org/drawingml/2006/main">
          <a:graphicData uri="http://schemas.openxmlformats.org/drawingml/2006/chart">
            <c:chart xmlns:r="http://schemas.openxmlformats.org/officeDocument/2006/relationships" xmlns:c="http://schemas.openxmlformats.org/drawingml/2006/chart" r:id="Ra9629cfe13684705"/>
          </a:graphicData>
        </a:graphic>
      </p:graphicFrame>
      <p:sp>
        <p:nvSpPr>
          <p:cNvPr id="14" name="">
            <a:extLst xmlns:a="http://schemas.openxmlformats.org/drawingml/2006/main">
              <a:ext uri="{FF2B5EF4-FFF2-40B4-BE49-F238E27FC236}">
                <a16:creationId xmlns:a16="http://schemas.microsoft.com/office/drawing/2014/main" id="{630E702B-34BF-406D-9801-4D16351C8B74}"/>
              </a:ext>
            </a:extLst>
          </p:cNvPr>
          <p:cNvSpPr>
            <a:spLocks xmlns:a="http://schemas.openxmlformats.org/drawingml/2006/main" noGrp="1"/>
          </p:cNvSpPr>
          <p:nvPr/>
        </p:nvSpPr>
        <p:spPr>
          <a:xfrm xmlns:a="http://schemas.openxmlformats.org/drawingml/2006/main">
            <a:off x="8077200" y="5162550"/>
            <a:ext cx="35718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222222"/>
                </a:solidFill>
                <a:latin typeface="Noto Sans JP"/>
                <a:ea typeface="Noto Sans JP"/>
                <a:cs typeface="Noto Sans JP"/>
              </a:defRPr>
            </a:pPr>
            <a:r>
              <a:rPr sz="1875" b="1">
                <a:solidFill>
                  <a:srgbClr val="222222"/>
                </a:solidFill>
                <a:latin typeface="Noto Sans JP"/>
                <a:ea typeface="Noto Sans JP"/>
                <a:cs typeface="Noto Sans JP"/>
              </a:rPr>
              <a:t>相関 r = 0.761</a:t>
            </a:r>
          </a:p>
        </p:txBody>
      </p:sp>
      <p:sp>
        <p:nvSpPr>
          <p:cNvPr id="15" name="">
            <a:extLst xmlns:a="http://schemas.openxmlformats.org/drawingml/2006/main">
              <a:ext uri="{FF2B5EF4-FFF2-40B4-BE49-F238E27FC236}">
                <a16:creationId xmlns:a16="http://schemas.microsoft.com/office/drawing/2014/main" id="{11357373-1541-4EC6-9A68-0FA59855E4CF}"/>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A813AF8-CCF2-41FA-B804-7A06ABED9087}"/>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この設定では、列置換で関係が崩れ、条件付き置換では関係が残る</a:t>
            </a:r>
          </a:p>
        </p:txBody>
      </p:sp>
    </p:spTree>
    <p:extLst>
      <p:ext uri="{BB962C8B-B14F-4D97-AF65-F5344CB8AC3E}">
        <p14:creationId xmlns:p14="http://schemas.microsoft.com/office/powerpoint/2010/main" val="1700756029"/>
      </p:ext>
    </p:extLst>
  </p:cSld>
</p:sld>
</file>

<file path=ppt/slides/slide1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18DB6AB-0DC0-4A3A-8CA6-64DF6940BC71}"/>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合成データの確認で、何が分かるか</a:t>
            </a:r>
          </a:p>
        </p:txBody>
      </p:sp>
      <p:sp>
        <p:nvSpPr>
          <p:cNvPr id="2" name="">
            <a:extLst xmlns:a="http://schemas.openxmlformats.org/drawingml/2006/main">
              <a:ext uri="{FF2B5EF4-FFF2-40B4-BE49-F238E27FC236}">
                <a16:creationId xmlns:a16="http://schemas.microsoft.com/office/drawing/2014/main" id="{19258517-9470-4836-B90C-1EE55F8C22F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44FD910-0A9E-42CC-AA74-2770033C25EE}"/>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分類性能の証明ではなく、条件付き生成の動作を確認する実験。</a:t>
            </a:r>
          </a:p>
        </p:txBody>
      </p:sp>
      <p:sp>
        <p:nvSpPr>
          <p:cNvPr id="4" name="">
            <a:extLst xmlns:a="http://schemas.openxmlformats.org/drawingml/2006/main">
              <a:ext uri="{FF2B5EF4-FFF2-40B4-BE49-F238E27FC236}">
                <a16:creationId xmlns:a16="http://schemas.microsoft.com/office/drawing/2014/main" id="{690B562B-4AA7-4E7D-AB84-884FC01918F3}"/>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6FAF46D2-AFB5-41A1-81EE-6D3BBB0DE4F4}"/>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37</a:t>
            </a:r>
          </a:p>
        </p:txBody>
      </p:sp>
      <p:graphicFrame>
        <p:nvGraphicFramePr>
          <p:cNvPr id="15" name=""/>
          <p:cNvGraphicFramePr/>
          <p:nvPr/>
        </p:nvGraphicFramePr>
        <p:xfrm>
          <a:off xmlns:a="http://schemas.openxmlformats.org/drawingml/2006/main" x="514350" y="2085975"/>
          <a:ext xmlns:a="http://schemas.openxmlformats.org/drawingml/2006/main" cx="11163300" cy="2533650"/>
        </p:xfrm>
        <a:graphic xmlns:a="http://schemas.openxmlformats.org/drawingml/2006/main">
          <a:graphicData uri="http://schemas.openxmlformats.org/drawingml/2006/table">
            <a:tbl>
              <a:tblPr/>
              <a:tblGrid>
                <a:gridCol w="3721100"/>
                <a:gridCol w="3721100"/>
                <a:gridCol w="3721100"/>
              </a:tblGrid>
              <a:tr h="633413">
                <a:tc>
                  <a:txBody>
                    <a:bodyPr/>
                    <a:lstStyle/>
                    <a:p>
                      <a:pPr algn="ctr"/>
                      <a:r>
                        <a:rPr sz="2175" b="1">
                          <a:solidFill>
                            <a:srgbClr val="2E7D5B"/>
                          </a:solidFill>
                          <a:latin typeface="Noto Sans JP"/>
                          <a:ea typeface="Noto Sans JP"/>
                          <a:cs typeface="Noto Sans JP"/>
                        </a:rPr>
                        <a:t>対象</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相関</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E[(X₂′ − 0.8 X₁)²]</a:t>
                      </a:r>
                    </a:p>
                  </a:txBody>
                  <a:tcPr marL="91440" marR="91440" marT="45720" marB="45720" anchor="ctr">
                    <a:solidFill>
                      <a:srgbClr val="E7F2EC"/>
                    </a:solidFill>
                  </a:tcPr>
                </a:tc>
              </a:tr>
              <a:tr h="633413">
                <a:tc>
                  <a:txBody>
                    <a:bodyPr/>
                    <a:lstStyle/>
                    <a:p>
                      <a:pPr algn="ctr"/>
                      <a:r>
                        <a:rPr sz="2175" b="0">
                          <a:solidFill>
                            <a:srgbClr val="222222"/>
                          </a:solidFill>
                          <a:latin typeface="Noto Sans JP"/>
                          <a:ea typeface="Noto Sans JP"/>
                          <a:cs typeface="Noto Sans JP"/>
                        </a:rPr>
                        <a:t>元データ</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0.805</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0.352</a:t>
                      </a:r>
                    </a:p>
                  </a:txBody>
                  <a:tcPr marL="91440" marR="91440" marT="45720" marB="45720" anchor="ctr">
                    <a:solidFill>
                      <a:srgbClr val="FFFFFF"/>
                    </a:solidFill>
                  </a:tcPr>
                </a:tc>
              </a:tr>
              <a:tr h="633413">
                <a:tc>
                  <a:txBody>
                    <a:bodyPr/>
                    <a:lstStyle/>
                    <a:p>
                      <a:pPr algn="ctr"/>
                      <a:r>
                        <a:rPr sz="2175" b="0">
                          <a:solidFill>
                            <a:srgbClr val="222222"/>
                          </a:solidFill>
                          <a:latin typeface="Noto Sans JP"/>
                          <a:ea typeface="Noto Sans JP"/>
                          <a:cs typeface="Noto Sans JP"/>
                        </a:rPr>
                        <a:t>列置換</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-0.014</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1.653</a:t>
                      </a:r>
                    </a:p>
                  </a:txBody>
                  <a:tcPr marL="91440" marR="91440" marT="45720" marB="45720" anchor="ctr">
                    <a:solidFill>
                      <a:srgbClr val="F6F6F6"/>
                    </a:solidFill>
                  </a:tcPr>
                </a:tc>
              </a:tr>
              <a:tr h="633413">
                <a:tc>
                  <a:txBody>
                    <a:bodyPr/>
                    <a:lstStyle/>
                    <a:p>
                      <a:pPr algn="ctr"/>
                      <a:r>
                        <a:rPr sz="2175" b="0">
                          <a:solidFill>
                            <a:srgbClr val="222222"/>
                          </a:solidFill>
                          <a:latin typeface="Noto Sans JP"/>
                          <a:ea typeface="Noto Sans JP"/>
                          <a:cs typeface="Noto Sans JP"/>
                        </a:rPr>
                        <a:t>Gaussian copula</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0.761</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0.409</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FD66F55C-5F0B-458D-810A-037E0F3C3F65}"/>
              </a:ext>
            </a:extLst>
          </p:cNvPr>
          <p:cNvSpPr>
            <a:spLocks xmlns:a="http://schemas.openxmlformats.org/drawingml/2006/main" noGrp="1"/>
          </p:cNvSpPr>
          <p:nvPr/>
        </p:nvSpPr>
        <p:spPr>
          <a:xfrm xmlns:a="http://schemas.openxmlformats.org/drawingml/2006/main">
            <a:off x="619125" y="4867275"/>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観測列X₁は両手法で不変。数値は2,500行全体で集計。</a:t>
            </a:r>
          </a:p>
        </p:txBody>
      </p:sp>
      <p:sp>
        <p:nvSpPr>
          <p:cNvPr id="8" name="">
            <a:extLst xmlns:a="http://schemas.openxmlformats.org/drawingml/2006/main">
              <a:ext uri="{FF2B5EF4-FFF2-40B4-BE49-F238E27FC236}">
                <a16:creationId xmlns:a16="http://schemas.microsoft.com/office/drawing/2014/main" id="{019667B5-47B1-407B-91B1-2F374A6A35AA}"/>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3A29D57-80E1-40C0-BA55-FCDADD09212C}"/>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Gaussianの仮定に合う例での確認。実データやクラス保持は別に検証する</a:t>
            </a:r>
          </a:p>
        </p:txBody>
      </p:sp>
    </p:spTree>
    <p:extLst>
      <p:ext uri="{BB962C8B-B14F-4D97-AF65-F5344CB8AC3E}">
        <p14:creationId xmlns:p14="http://schemas.microsoft.com/office/powerpoint/2010/main" val="1633320762"/>
      </p:ext>
    </p:extLst>
  </p:cSld>
</p:sld>
</file>

<file path=ppt/slides/slide1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D177BB9-CB96-4134-9F36-F2CFABEC6AAC}"/>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比較実験：条件を何に揃えたか</a:t>
            </a:r>
          </a:p>
        </p:txBody>
      </p:sp>
      <p:sp>
        <p:nvSpPr>
          <p:cNvPr id="2" name="">
            <a:extLst xmlns:a="http://schemas.openxmlformats.org/drawingml/2006/main">
              <a:ext uri="{FF2B5EF4-FFF2-40B4-BE49-F238E27FC236}">
                <a16:creationId xmlns:a16="http://schemas.microsoft.com/office/drawing/2014/main" id="{A9AF5883-4A6B-47B8-A0B2-5B9530F3490E}"/>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A89DE8E-0188-48D2-AD9F-44C82798637C}"/>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保存済みの探索的実験。原論文の結果の再現ではない。</a:t>
            </a:r>
          </a:p>
        </p:txBody>
      </p:sp>
      <p:sp>
        <p:nvSpPr>
          <p:cNvPr id="4" name="">
            <a:extLst xmlns:a="http://schemas.openxmlformats.org/drawingml/2006/main">
              <a:ext uri="{FF2B5EF4-FFF2-40B4-BE49-F238E27FC236}">
                <a16:creationId xmlns:a16="http://schemas.microsoft.com/office/drawing/2014/main" id="{5519FE13-35B0-4B98-8EC2-45673729C11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38686C4B-ACBB-43A0-800D-0573125C12AA}"/>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38</a:t>
            </a:r>
          </a:p>
        </p:txBody>
      </p:sp>
      <p:graphicFrame>
        <p:nvGraphicFramePr>
          <p:cNvPr id="14" name=""/>
          <p:cNvGraphicFramePr/>
          <p:nvPr/>
        </p:nvGraphicFramePr>
        <p:xfrm>
          <a:off xmlns:a="http://schemas.openxmlformats.org/drawingml/2006/main" x="514350" y="1924050"/>
          <a:ext xmlns:a="http://schemas.openxmlformats.org/drawingml/2006/main" cx="11163300" cy="3438525"/>
        </p:xfrm>
        <a:graphic xmlns:a="http://schemas.openxmlformats.org/drawingml/2006/main">
          <a:graphicData uri="http://schemas.openxmlformats.org/drawingml/2006/table">
            <a:tbl>
              <a:tblPr/>
              <a:tblGrid>
                <a:gridCol w="2667000"/>
                <a:gridCol w="8496300"/>
              </a:tblGrid>
              <a:tr h="573088">
                <a:tc>
                  <a:txBody>
                    <a:bodyPr/>
                    <a:lstStyle/>
                    <a:p>
                      <a:pPr algn="ctr"/>
                      <a:r>
                        <a:rPr sz="1800" b="1">
                          <a:solidFill>
                            <a:srgbClr val="2E7D5B"/>
                          </a:solidFill>
                          <a:latin typeface="Noto Sans JP"/>
                          <a:ea typeface="Noto Sans JP"/>
                          <a:cs typeface="Noto Sans JP"/>
                        </a:rPr>
                        <a:t>項目</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共通条件</a:t>
                      </a:r>
                    </a:p>
                  </a:txBody>
                  <a:tcPr marL="91440" marR="91440" marT="45720" marB="45720" anchor="ctr">
                    <a:solidFill>
                      <a:srgbClr val="E7F2EC"/>
                    </a:solidFill>
                  </a:tcPr>
                </a:tc>
              </a:tr>
              <a:tr h="573088">
                <a:tc>
                  <a:txBody>
                    <a:bodyPr/>
                    <a:lstStyle/>
                    <a:p>
                      <a:pPr algn="ctr"/>
                      <a:r>
                        <a:rPr sz="1800" b="0">
                          <a:solidFill>
                            <a:srgbClr val="222222"/>
                          </a:solidFill>
                          <a:latin typeface="Noto Sans JP"/>
                          <a:ea typeface="Noto Sans JP"/>
                          <a:cs typeface="Noto Sans JP"/>
                        </a:rPr>
                        <a:t>データ</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Breast Cancer：569行・30列・2クラス / Wine：178行・13列・3クラス</a:t>
                      </a:r>
                    </a:p>
                  </a:txBody>
                  <a:tcPr marL="91440" marR="91440" marT="45720" marB="45720" anchor="ctr">
                    <a:solidFill>
                      <a:srgbClr val="FFFFFF"/>
                    </a:solidFill>
                  </a:tcPr>
                </a:tc>
              </a:tr>
              <a:tr h="573088">
                <a:tc>
                  <a:txBody>
                    <a:bodyPr/>
                    <a:lstStyle/>
                    <a:p>
                      <a:pPr algn="ctr"/>
                      <a:r>
                        <a:rPr sz="1800" b="0">
                          <a:solidFill>
                            <a:srgbClr val="222222"/>
                          </a:solidFill>
                          <a:latin typeface="Noto Sans JP"/>
                          <a:ea typeface="Noto Sans JP"/>
                          <a:cs typeface="Noto Sans JP"/>
                        </a:rPr>
                        <a:t>分割</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訓練80%・テスト20%、訓練内ラベルあり30%（層化）</a:t>
                      </a:r>
                    </a:p>
                  </a:txBody>
                  <a:tcPr marL="91440" marR="91440" marT="45720" marB="45720" anchor="ctr">
                    <a:solidFill>
                      <a:srgbClr val="F6F6F6"/>
                    </a:solidFill>
                  </a:tcPr>
                </a:tc>
              </a:tr>
              <a:tr h="573088">
                <a:tc>
                  <a:txBody>
                    <a:bodyPr/>
                    <a:lstStyle/>
                    <a:p>
                      <a:pPr algn="ctr"/>
                      <a:r>
                        <a:rPr sz="1800" b="0">
                          <a:solidFill>
                            <a:srgbClr val="222222"/>
                          </a:solidFill>
                          <a:latin typeface="Noto Sans JP"/>
                          <a:ea typeface="Noto Sans JP"/>
                          <a:cs typeface="Noto Sans JP"/>
                        </a:rPr>
                        <a:t>繰り返し</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seed = 11, 23, 37, 51, 67 の5回</a:t>
                      </a:r>
                    </a:p>
                  </a:txBody>
                  <a:tcPr marL="91440" marR="91440" marT="45720" marB="45720" anchor="ctr">
                    <a:solidFill>
                      <a:srgbClr val="FFFFFF"/>
                    </a:solidFill>
                  </a:tcPr>
                </a:tc>
              </a:tr>
              <a:tr h="573088">
                <a:tc>
                  <a:txBody>
                    <a:bodyPr/>
                    <a:lstStyle/>
                    <a:p>
                      <a:pPr algn="ctr"/>
                      <a:r>
                        <a:rPr sz="1800" b="0">
                          <a:solidFill>
                            <a:srgbClr val="222222"/>
                          </a:solidFill>
                          <a:latin typeface="Noto Sans JP"/>
                          <a:ea typeface="Noto Sans JP"/>
                          <a:cs typeface="Noto Sans JP"/>
                        </a:rPr>
                        <a:t>モデル・学習</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4層×32幅MLP、自己教師あり15 epoch、半教師あり300反復</a:t>
                      </a:r>
                    </a:p>
                  </a:txBody>
                  <a:tcPr marL="91440" marR="91440" marT="45720" marB="45720" anchor="ctr">
                    <a:solidFill>
                      <a:srgbClr val="F6F6F6"/>
                    </a:solidFill>
                  </a:tcPr>
                </a:tc>
              </a:tr>
              <a:tr h="573088">
                <a:tc>
                  <a:txBody>
                    <a:bodyPr/>
                    <a:lstStyle/>
                    <a:p>
                      <a:pPr algn="ctr"/>
                      <a:r>
                        <a:rPr sz="1800" b="0">
                          <a:solidFill>
                            <a:srgbClr val="222222"/>
                          </a:solidFill>
                          <a:latin typeface="Noto Sans JP"/>
                          <a:ea typeface="Noto Sans JP"/>
                          <a:cs typeface="Noto Sans JP"/>
                        </a:rPr>
                        <a:t>前処理・拡張</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訓練だけでMinMax、batch 64、マスク確率0.4、CPU</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A286218D-FD34-4D0C-B92C-3E5EE0CEBF1A}"/>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AEE17B6-E7F1-4D73-A5CB-B69D0F88805A}"/>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因果的に比べたい部分：同じ学習枠組み内の「置換器」の違い</a:t>
            </a:r>
          </a:p>
        </p:txBody>
      </p:sp>
    </p:spTree>
    <p:extLst>
      <p:ext uri="{BB962C8B-B14F-4D97-AF65-F5344CB8AC3E}">
        <p14:creationId xmlns:p14="http://schemas.microsoft.com/office/powerpoint/2010/main" val="1610717895"/>
      </p:ext>
    </p:extLst>
  </p:cSld>
</p:sld>
</file>

<file path=ppt/slides/slide1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72560FE-5E06-49AC-9040-E2940353F34A}"/>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今回の再実行：同じ学習枠組みで比較</a:t>
            </a:r>
          </a:p>
        </p:txBody>
      </p:sp>
      <p:sp>
        <p:nvSpPr>
          <p:cNvPr id="2" name="">
            <a:extLst xmlns:a="http://schemas.openxmlformats.org/drawingml/2006/main">
              <a:ext uri="{FF2B5EF4-FFF2-40B4-BE49-F238E27FC236}">
                <a16:creationId xmlns:a16="http://schemas.microsoft.com/office/drawing/2014/main" id="{A173B6D4-EFEB-4259-8DC6-732510365F06}"/>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5AA48A1-EE05-484E-A263-9B13018D1C63}"/>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2026年10月4日、VIME内の2種類の置換器を5 seedで実行。</a:t>
            </a:r>
          </a:p>
        </p:txBody>
      </p:sp>
      <p:sp>
        <p:nvSpPr>
          <p:cNvPr id="4" name="">
            <a:extLst xmlns:a="http://schemas.openxmlformats.org/drawingml/2006/main">
              <a:ext uri="{FF2B5EF4-FFF2-40B4-BE49-F238E27FC236}">
                <a16:creationId xmlns:a16="http://schemas.microsoft.com/office/drawing/2014/main" id="{046FD305-4571-4BD7-B7CF-FDED4182CF95}"/>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7301BA43-6DDF-4620-BE50-6C197FA2EC08}"/>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39</a:t>
            </a:r>
          </a:p>
        </p:txBody>
      </p:sp>
      <p:graphicFrame>
        <p:nvGraphicFramePr>
          <p:cNvPr id="15" name=""/>
          <p:cNvGraphicFramePr/>
          <p:nvPr/>
        </p:nvGraphicFramePr>
        <p:xfrm>
          <a:off xmlns:a="http://schemas.openxmlformats.org/drawingml/2006/main" x="514350" y="2076450"/>
          <a:ext xmlns:a="http://schemas.openxmlformats.org/drawingml/2006/main" cx="11163300" cy="2428875"/>
        </p:xfrm>
        <a:graphic xmlns:a="http://schemas.openxmlformats.org/drawingml/2006/main">
          <a:graphicData uri="http://schemas.openxmlformats.org/drawingml/2006/table">
            <a:tbl>
              <a:tblPr/>
              <a:tblGrid>
                <a:gridCol w="2790825"/>
                <a:gridCol w="2790825"/>
                <a:gridCol w="2790825"/>
                <a:gridCol w="2790825"/>
              </a:tblGrid>
              <a:tr h="809625">
                <a:tc>
                  <a:txBody>
                    <a:bodyPr/>
                    <a:lstStyle/>
                    <a:p>
                      <a:pPr algn="ctr"/>
                      <a:r>
                        <a:rPr sz="1950" b="1">
                          <a:solidFill>
                            <a:srgbClr val="2E7D5B"/>
                          </a:solidFill>
                          <a:latin typeface="Noto Sans JP"/>
                          <a:ea typeface="Noto Sans JP"/>
                          <a:cs typeface="Noto Sans JP"/>
                        </a:rPr>
                        <a:t>データ / ROC-AUC</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列置換</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Gaussian copula</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差の95% CI</a:t>
                      </a:r>
                    </a:p>
                  </a:txBody>
                  <a:tcPr marL="91440" marR="91440" marT="45720" marB="45720" anchor="ctr">
                    <a:solidFill>
                      <a:srgbClr val="E7F2EC"/>
                    </a:solidFill>
                  </a:tcPr>
                </a:tc>
              </a:tr>
              <a:tr h="809625">
                <a:tc>
                  <a:txBody>
                    <a:bodyPr/>
                    <a:lstStyle/>
                    <a:p>
                      <a:pPr algn="ctr"/>
                      <a:r>
                        <a:rPr sz="1950" b="0">
                          <a:solidFill>
                            <a:srgbClr val="222222"/>
                          </a:solidFill>
                          <a:latin typeface="Noto Sans JP"/>
                          <a:ea typeface="Noto Sans JP"/>
                          <a:cs typeface="Noto Sans JP"/>
                        </a:rPr>
                        <a:t>Breast Cancer</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0.970 ± 0.012</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0.973 ± 0.017</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[−0.005, +0.011]</a:t>
                      </a:r>
                    </a:p>
                  </a:txBody>
                  <a:tcPr marL="91440" marR="91440" marT="45720" marB="45720" anchor="ctr">
                    <a:solidFill>
                      <a:srgbClr val="FFFFFF"/>
                    </a:solidFill>
                  </a:tcPr>
                </a:tc>
              </a:tr>
              <a:tr h="809625">
                <a:tc>
                  <a:txBody>
                    <a:bodyPr/>
                    <a:lstStyle/>
                    <a:p>
                      <a:pPr algn="ctr"/>
                      <a:r>
                        <a:rPr sz="1950" b="0">
                          <a:solidFill>
                            <a:srgbClr val="222222"/>
                          </a:solidFill>
                          <a:latin typeface="Noto Sans JP"/>
                          <a:ea typeface="Noto Sans JP"/>
                          <a:cs typeface="Noto Sans JP"/>
                        </a:rPr>
                        <a:t>Wine</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0.826 ± 0.068</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0.847 ± 0.130</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[−0.079, +0.109]</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7A35DFDB-A42C-464B-8E85-F6DC30B573EE}"/>
              </a:ext>
            </a:extLst>
          </p:cNvPr>
          <p:cNvSpPr>
            <a:spLocks xmlns:a="http://schemas.openxmlformats.org/drawingml/2006/main" noGrp="1"/>
          </p:cNvSpPr>
          <p:nvPr/>
        </p:nvSpPr>
        <p:spPr>
          <a:xfrm xmlns:a="http://schemas.openxmlformats.org/drawingml/2006/main">
            <a:off x="619125" y="4781550"/>
            <a:ext cx="1095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平均差：Breast Cancer +0.003 / Wine +0.021</a:t>
            </a:r>
          </a:p>
        </p:txBody>
      </p:sp>
      <p:sp>
        <p:nvSpPr>
          <p:cNvPr id="8" name="">
            <a:extLst xmlns:a="http://schemas.openxmlformats.org/drawingml/2006/main">
              <a:ext uri="{FF2B5EF4-FFF2-40B4-BE49-F238E27FC236}">
                <a16:creationId xmlns:a16="http://schemas.microsoft.com/office/drawing/2014/main" id="{CF499EDF-3767-4119-82BE-1190797B9D0D}"/>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4D8A968-A4DE-4467-8BFC-10190B2EF334}"/>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今回の比較だけで優位性は確定しない。再実行でもデータ・seedへの依存を確認</a:t>
            </a:r>
          </a:p>
        </p:txBody>
      </p:sp>
    </p:spTree>
    <p:extLst>
      <p:ext uri="{BB962C8B-B14F-4D97-AF65-F5344CB8AC3E}">
        <p14:creationId xmlns:p14="http://schemas.microsoft.com/office/powerpoint/2010/main" val="2082241273"/>
      </p:ext>
    </p:extLst>
  </p:cSld>
</p:sld>
</file>

<file path=ppt/slides/slide1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028667D-F868-44EC-A321-844EE02FC3F9}"/>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再実行結果を、どう解釈するか</a:t>
            </a:r>
          </a:p>
        </p:txBody>
      </p:sp>
      <p:sp>
        <p:nvSpPr>
          <p:cNvPr id="2" name="">
            <a:extLst xmlns:a="http://schemas.openxmlformats.org/drawingml/2006/main">
              <a:ext uri="{FF2B5EF4-FFF2-40B4-BE49-F238E27FC236}">
                <a16:creationId xmlns:a16="http://schemas.microsoft.com/office/drawing/2014/main" id="{CD18D45B-A700-49F2-89A5-B20BA4E42524}"/>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4A2B1E3-1967-45AA-9EE6-6D1259FFF201}"/>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置換器を変えた効果は、仮定・データ・拡張強度によって変わる。</a:t>
            </a:r>
          </a:p>
        </p:txBody>
      </p:sp>
      <p:sp>
        <p:nvSpPr>
          <p:cNvPr id="4" name="">
            <a:extLst xmlns:a="http://schemas.openxmlformats.org/drawingml/2006/main">
              <a:ext uri="{FF2B5EF4-FFF2-40B4-BE49-F238E27FC236}">
                <a16:creationId xmlns:a16="http://schemas.microsoft.com/office/drawing/2014/main" id="{A5BE34FA-744D-4A5D-8829-E9628D42C6AB}"/>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956DFB80-370D-44B1-9555-232568E90C3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40</a:t>
            </a:r>
          </a:p>
        </p:txBody>
      </p:sp>
      <p:sp>
        <p:nvSpPr>
          <p:cNvPr id="6" name="">
            <a:extLst xmlns:a="http://schemas.openxmlformats.org/drawingml/2006/main">
              <a:ext uri="{FF2B5EF4-FFF2-40B4-BE49-F238E27FC236}">
                <a16:creationId xmlns:a16="http://schemas.microsoft.com/office/drawing/2014/main" id="{73F492D4-A09E-426B-9396-25A7FC98DCEB}"/>
              </a:ext>
            </a:extLst>
          </p:cNvPr>
          <p:cNvSpPr>
            <a:spLocks xmlns:a="http://schemas.openxmlformats.org/drawingml/2006/main" noGrp="1"/>
          </p:cNvSpPr>
          <p:nvPr/>
        </p:nvSpPr>
        <p:spPr>
          <a:xfrm xmlns:a="http://schemas.openxmlformats.org/drawingml/2006/main">
            <a:off x="552450" y="1952625"/>
            <a:ext cx="476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0FAF321D-51A2-4ABD-9C5B-8F3BFCCE74E6}"/>
              </a:ext>
            </a:extLst>
          </p:cNvPr>
          <p:cNvSpPr>
            <a:spLocks xmlns:a="http://schemas.openxmlformats.org/drawingml/2006/main" noGrp="1"/>
          </p:cNvSpPr>
          <p:nvPr/>
        </p:nvSpPr>
        <p:spPr>
          <a:xfrm xmlns:a="http://schemas.openxmlformats.org/drawingml/2006/main">
            <a:off x="1257300" y="1952625"/>
            <a:ext cx="10191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2手法は、同じデータ分割・モデル・学習予算で比較した。</a:t>
            </a:r>
          </a:p>
        </p:txBody>
      </p:sp>
      <p:sp>
        <p:nvSpPr>
          <p:cNvPr id="8" name="">
            <a:extLst xmlns:a="http://schemas.openxmlformats.org/drawingml/2006/main">
              <a:ext uri="{FF2B5EF4-FFF2-40B4-BE49-F238E27FC236}">
                <a16:creationId xmlns:a16="http://schemas.microsoft.com/office/drawing/2014/main" id="{57BE9FE7-4895-482C-A227-2E88DB42B7B9}"/>
              </a:ext>
            </a:extLst>
          </p:cNvPr>
          <p:cNvSpPr>
            <a:spLocks xmlns:a="http://schemas.openxmlformats.org/drawingml/2006/main" noGrp="1"/>
          </p:cNvSpPr>
          <p:nvPr/>
        </p:nvSpPr>
        <p:spPr>
          <a:xfrm xmlns:a="http://schemas.openxmlformats.org/drawingml/2006/main">
            <a:off x="552450" y="2771775"/>
            <a:ext cx="476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BC77D2D9-2443-4201-B493-303807C882FD}"/>
              </a:ext>
            </a:extLst>
          </p:cNvPr>
          <p:cNvSpPr>
            <a:spLocks xmlns:a="http://schemas.openxmlformats.org/drawingml/2006/main" noGrp="1"/>
          </p:cNvSpPr>
          <p:nvPr/>
        </p:nvSpPr>
        <p:spPr>
          <a:xfrm xmlns:a="http://schemas.openxmlformats.org/drawingml/2006/main">
            <a:off x="1257300" y="2771775"/>
            <a:ext cx="10191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小さなデータではseedで結果が変わる。5回だけでは不十分。</a:t>
            </a:r>
          </a:p>
        </p:txBody>
      </p:sp>
      <p:sp>
        <p:nvSpPr>
          <p:cNvPr id="10" name="">
            <a:extLst xmlns:a="http://schemas.openxmlformats.org/drawingml/2006/main">
              <a:ext uri="{FF2B5EF4-FFF2-40B4-BE49-F238E27FC236}">
                <a16:creationId xmlns:a16="http://schemas.microsoft.com/office/drawing/2014/main" id="{D40AA313-FB71-46D3-9E5E-5560C6AE8AF6}"/>
              </a:ext>
            </a:extLst>
          </p:cNvPr>
          <p:cNvSpPr>
            <a:spLocks xmlns:a="http://schemas.openxmlformats.org/drawingml/2006/main" noGrp="1"/>
          </p:cNvSpPr>
          <p:nvPr/>
        </p:nvSpPr>
        <p:spPr>
          <a:xfrm xmlns:a="http://schemas.openxmlformats.org/drawingml/2006/main">
            <a:off x="552450" y="3590925"/>
            <a:ext cx="476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B0B986AF-326B-472E-9C44-9EF159CDC47A}"/>
              </a:ext>
            </a:extLst>
          </p:cNvPr>
          <p:cNvSpPr>
            <a:spLocks xmlns:a="http://schemas.openxmlformats.org/drawingml/2006/main" noGrp="1"/>
          </p:cNvSpPr>
          <p:nvPr/>
        </p:nvSpPr>
        <p:spPr>
          <a:xfrm xmlns:a="http://schemas.openxmlformats.org/drawingml/2006/main">
            <a:off x="1257300" y="3590925"/>
            <a:ext cx="10191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保存済みの2手法のAUCと、今回の再実行の値が一致した。</a:t>
            </a:r>
          </a:p>
        </p:txBody>
      </p:sp>
      <p:sp>
        <p:nvSpPr>
          <p:cNvPr id="12" name="">
            <a:extLst xmlns:a="http://schemas.openxmlformats.org/drawingml/2006/main">
              <a:ext uri="{FF2B5EF4-FFF2-40B4-BE49-F238E27FC236}">
                <a16:creationId xmlns:a16="http://schemas.microsoft.com/office/drawing/2014/main" id="{A5085B7D-D733-4978-89F1-8AB8C13D6DC2}"/>
              </a:ext>
            </a:extLst>
          </p:cNvPr>
          <p:cNvSpPr>
            <a:spLocks xmlns:a="http://schemas.openxmlformats.org/drawingml/2006/main" noGrp="1"/>
          </p:cNvSpPr>
          <p:nvPr/>
        </p:nvSpPr>
        <p:spPr>
          <a:xfrm xmlns:a="http://schemas.openxmlformats.org/drawingml/2006/main">
            <a:off x="552450" y="4410075"/>
            <a:ext cx="476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653EE17C-D52B-4494-9046-9D7327809AAC}"/>
              </a:ext>
            </a:extLst>
          </p:cNvPr>
          <p:cNvSpPr>
            <a:spLocks xmlns:a="http://schemas.openxmlformats.org/drawingml/2006/main" noGrp="1"/>
          </p:cNvSpPr>
          <p:nvPr/>
        </p:nvSpPr>
        <p:spPr>
          <a:xfrm xmlns:a="http://schemas.openxmlformats.org/drawingml/2006/main">
            <a:off x="1257300" y="4410075"/>
            <a:ext cx="10191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生成の関係保持と、分類への効果は切り分けて検証する。</a:t>
            </a:r>
          </a:p>
        </p:txBody>
      </p:sp>
      <p:sp>
        <p:nvSpPr>
          <p:cNvPr id="14" name="">
            <a:extLst xmlns:a="http://schemas.openxmlformats.org/drawingml/2006/main">
              <a:ext uri="{FF2B5EF4-FFF2-40B4-BE49-F238E27FC236}">
                <a16:creationId xmlns:a16="http://schemas.microsoft.com/office/drawing/2014/main" id="{A31E66FC-BAFF-48A9-B560-EBCAF9BD9939}"/>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F9B59BC-9DC4-40B8-9F7A-3D96605E6373}"/>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次は、何を保ち何を変えた拡張が学習に役立つかを検証する</a:t>
            </a:r>
          </a:p>
        </p:txBody>
      </p:sp>
    </p:spTree>
    <p:extLst>
      <p:ext uri="{BB962C8B-B14F-4D97-AF65-F5344CB8AC3E}">
        <p14:creationId xmlns:p14="http://schemas.microsoft.com/office/powerpoint/2010/main" val="2028293064"/>
      </p:ext>
    </p:extLst>
  </p:cSld>
</p:sld>
</file>

<file path=ppt/slides/slide1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6BF2231-7E94-44CA-B00C-BF4F7BC1BA4D}"/>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次の検証：何が良くなれば研究になるか</a:t>
            </a:r>
          </a:p>
        </p:txBody>
      </p:sp>
      <p:sp>
        <p:nvSpPr>
          <p:cNvPr id="2" name="">
            <a:extLst xmlns:a="http://schemas.openxmlformats.org/drawingml/2006/main">
              <a:ext uri="{FF2B5EF4-FFF2-40B4-BE49-F238E27FC236}">
                <a16:creationId xmlns:a16="http://schemas.microsoft.com/office/drawing/2014/main" id="{0C2483D4-39B7-4950-9BDE-4295CE5C2A0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0304D78-43AC-48C7-86A9-056E92D6F979}"/>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分類性能だけでなく、生成の妥当性と学習課題の強度を測る。</a:t>
            </a:r>
          </a:p>
        </p:txBody>
      </p:sp>
      <p:sp>
        <p:nvSpPr>
          <p:cNvPr id="4" name="">
            <a:extLst xmlns:a="http://schemas.openxmlformats.org/drawingml/2006/main">
              <a:ext uri="{FF2B5EF4-FFF2-40B4-BE49-F238E27FC236}">
                <a16:creationId xmlns:a16="http://schemas.microsoft.com/office/drawing/2014/main" id="{6A5ACDC8-FE55-4FE1-82EB-81BE44612106}"/>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今後の検証</a:t>
            </a:r>
          </a:p>
        </p:txBody>
      </p:sp>
      <p:sp>
        <p:nvSpPr>
          <p:cNvPr id="5" name="">
            <a:extLst xmlns:a="http://schemas.openxmlformats.org/drawingml/2006/main">
              <a:ext uri="{FF2B5EF4-FFF2-40B4-BE49-F238E27FC236}">
                <a16:creationId xmlns:a16="http://schemas.microsoft.com/office/drawing/2014/main" id="{D9891BD1-914B-4B74-BB11-72E848F2540E}"/>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41</a:t>
            </a:r>
          </a:p>
        </p:txBody>
      </p:sp>
      <p:sp>
        <p:nvSpPr>
          <p:cNvPr id="6" name="">
            <a:extLst xmlns:a="http://schemas.openxmlformats.org/drawingml/2006/main">
              <a:ext uri="{FF2B5EF4-FFF2-40B4-BE49-F238E27FC236}">
                <a16:creationId xmlns:a16="http://schemas.microsoft.com/office/drawing/2014/main" id="{F4C49B41-5F71-4002-A4A4-C60D1DB49566}"/>
              </a:ext>
            </a:extLst>
          </p:cNvPr>
          <p:cNvSpPr>
            <a:spLocks xmlns:a="http://schemas.openxmlformats.org/drawingml/2006/main" noGrp="1"/>
          </p:cNvSpPr>
          <p:nvPr/>
        </p:nvSpPr>
        <p:spPr>
          <a:xfrm xmlns:a="http://schemas.openxmlformats.org/drawingml/2006/main">
            <a:off x="552450" y="1943100"/>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5E663C54-AED4-4226-B769-EC86DE0F6041}"/>
              </a:ext>
            </a:extLst>
          </p:cNvPr>
          <p:cNvSpPr>
            <a:spLocks xmlns:a="http://schemas.openxmlformats.org/drawingml/2006/main" noGrp="1"/>
          </p:cNvSpPr>
          <p:nvPr/>
        </p:nvSpPr>
        <p:spPr>
          <a:xfrm xmlns:a="http://schemas.openxmlformats.org/drawingml/2006/main">
            <a:off x="1257300" y="1943100"/>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生成品質：不自然な組合せ・近傍距離・変更量を確認。</a:t>
            </a:r>
          </a:p>
        </p:txBody>
      </p:sp>
      <p:sp>
        <p:nvSpPr>
          <p:cNvPr id="8" name="">
            <a:extLst xmlns:a="http://schemas.openxmlformats.org/drawingml/2006/main">
              <a:ext uri="{FF2B5EF4-FFF2-40B4-BE49-F238E27FC236}">
                <a16:creationId xmlns:a16="http://schemas.microsoft.com/office/drawing/2014/main" id="{81CBAB2C-7458-4F33-A90E-FE09EEE00ABE}"/>
              </a:ext>
            </a:extLst>
          </p:cNvPr>
          <p:cNvSpPr>
            <a:spLocks xmlns:a="http://schemas.openxmlformats.org/drawingml/2006/main" noGrp="1"/>
          </p:cNvSpPr>
          <p:nvPr/>
        </p:nvSpPr>
        <p:spPr>
          <a:xfrm xmlns:a="http://schemas.openxmlformats.org/drawingml/2006/main">
            <a:off x="552450" y="2764631"/>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56B8A037-FD26-4D4E-9418-BF1D99581142}"/>
              </a:ext>
            </a:extLst>
          </p:cNvPr>
          <p:cNvSpPr>
            <a:spLocks xmlns:a="http://schemas.openxmlformats.org/drawingml/2006/main" noGrp="1"/>
          </p:cNvSpPr>
          <p:nvPr/>
        </p:nvSpPr>
        <p:spPr>
          <a:xfrm xmlns:a="http://schemas.openxmlformats.org/drawingml/2006/main">
            <a:off x="1257300" y="2764631"/>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クラス保持：生成で意味が変わらないか、別途調べる。</a:t>
            </a:r>
          </a:p>
        </p:txBody>
      </p:sp>
      <p:sp>
        <p:nvSpPr>
          <p:cNvPr id="10" name="">
            <a:extLst xmlns:a="http://schemas.openxmlformats.org/drawingml/2006/main">
              <a:ext uri="{FF2B5EF4-FFF2-40B4-BE49-F238E27FC236}">
                <a16:creationId xmlns:a16="http://schemas.microsoft.com/office/drawing/2014/main" id="{875CFCBA-9DB5-4B65-8DE2-CE0FCCF8FC62}"/>
              </a:ext>
            </a:extLst>
          </p:cNvPr>
          <p:cNvSpPr>
            <a:spLocks xmlns:a="http://schemas.openxmlformats.org/drawingml/2006/main" noGrp="1"/>
          </p:cNvSpPr>
          <p:nvPr/>
        </p:nvSpPr>
        <p:spPr>
          <a:xfrm xmlns:a="http://schemas.openxmlformats.org/drawingml/2006/main">
            <a:off x="552450" y="3586163"/>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47A7C128-691E-4248-9E7D-2DDFFF498B0E}"/>
              </a:ext>
            </a:extLst>
          </p:cNvPr>
          <p:cNvSpPr>
            <a:spLocks xmlns:a="http://schemas.openxmlformats.org/drawingml/2006/main" noGrp="1"/>
          </p:cNvSpPr>
          <p:nvPr/>
        </p:nvSpPr>
        <p:spPr>
          <a:xfrm xmlns:a="http://schemas.openxmlformats.org/drawingml/2006/main">
            <a:off x="1257300" y="3586163"/>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分類評価：データとseedを増やし、差の不確実性を見る。</a:t>
            </a:r>
          </a:p>
        </p:txBody>
      </p:sp>
      <p:sp>
        <p:nvSpPr>
          <p:cNvPr id="12" name="">
            <a:extLst xmlns:a="http://schemas.openxmlformats.org/drawingml/2006/main">
              <a:ext uri="{FF2B5EF4-FFF2-40B4-BE49-F238E27FC236}">
                <a16:creationId xmlns:a16="http://schemas.microsoft.com/office/drawing/2014/main" id="{2471EB2F-8245-4B84-ADA4-C5154064450C}"/>
              </a:ext>
            </a:extLst>
          </p:cNvPr>
          <p:cNvSpPr>
            <a:spLocks xmlns:a="http://schemas.openxmlformats.org/drawingml/2006/main" noGrp="1"/>
          </p:cNvSpPr>
          <p:nvPr/>
        </p:nvSpPr>
        <p:spPr>
          <a:xfrm xmlns:a="http://schemas.openxmlformats.org/drawingml/2006/main">
            <a:off x="552450" y="4407694"/>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64D30692-E108-4F5C-8816-47CBF8D4F8EE}"/>
              </a:ext>
            </a:extLst>
          </p:cNvPr>
          <p:cNvSpPr>
            <a:spLocks xmlns:a="http://schemas.openxmlformats.org/drawingml/2006/main" noGrp="1"/>
          </p:cNvSpPr>
          <p:nvPr/>
        </p:nvSpPr>
        <p:spPr>
          <a:xfrm xmlns:a="http://schemas.openxmlformats.org/drawingml/2006/main">
            <a:off x="1257300" y="4407694"/>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モデル仮定：Gaussianとt等を比較し、複雑化の効果を確認。</a:t>
            </a:r>
          </a:p>
        </p:txBody>
      </p:sp>
      <p:sp>
        <p:nvSpPr>
          <p:cNvPr id="14" name="">
            <a:extLst xmlns:a="http://schemas.openxmlformats.org/drawingml/2006/main">
              <a:ext uri="{FF2B5EF4-FFF2-40B4-BE49-F238E27FC236}">
                <a16:creationId xmlns:a16="http://schemas.microsoft.com/office/drawing/2014/main" id="{92ADE50D-7E3F-46D5-A247-B5A7B06F7C22}"/>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CDCEF09-01FE-49F8-AB56-71A11C8006D7}"/>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依存を使う → 生成が変わる → 学習が改善する、の各段階を検証</a:t>
            </a:r>
          </a:p>
        </p:txBody>
      </p:sp>
    </p:spTree>
    <p:extLst>
      <p:ext uri="{BB962C8B-B14F-4D97-AF65-F5344CB8AC3E}">
        <p14:creationId xmlns:p14="http://schemas.microsoft.com/office/powerpoint/2010/main" val="13308936"/>
      </p:ext>
    </p:extLst>
  </p:cSld>
</p:sld>
</file>

<file path=ppt/slides/slide1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F045357-6F70-4D12-993E-2E418F38E63F}"/>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今回の進捗のまとめ</a:t>
            </a:r>
          </a:p>
        </p:txBody>
      </p:sp>
      <p:sp>
        <p:nvSpPr>
          <p:cNvPr id="2" name="">
            <a:extLst xmlns:a="http://schemas.openxmlformats.org/drawingml/2006/main">
              <a:ext uri="{FF2B5EF4-FFF2-40B4-BE49-F238E27FC236}">
                <a16:creationId xmlns:a16="http://schemas.microsoft.com/office/drawing/2014/main" id="{8A97EC91-B8AA-43C6-88CB-180E0904CA1F}"/>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31B0BA6-CB44-4267-968C-6E593BDB8055}"/>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「コピュラを使う予定」から、何を学びどう生成するかへ。</a:t>
            </a:r>
          </a:p>
        </p:txBody>
      </p:sp>
      <p:sp>
        <p:nvSpPr>
          <p:cNvPr id="4" name="">
            <a:extLst xmlns:a="http://schemas.openxmlformats.org/drawingml/2006/main">
              <a:ext uri="{FF2B5EF4-FFF2-40B4-BE49-F238E27FC236}">
                <a16:creationId xmlns:a16="http://schemas.microsoft.com/office/drawing/2014/main" id="{E327EE77-94DB-4466-BF02-3451225D5D78}"/>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まとめ</a:t>
            </a:r>
          </a:p>
        </p:txBody>
      </p:sp>
      <p:sp>
        <p:nvSpPr>
          <p:cNvPr id="5" name="">
            <a:extLst xmlns:a="http://schemas.openxmlformats.org/drawingml/2006/main">
              <a:ext uri="{FF2B5EF4-FFF2-40B4-BE49-F238E27FC236}">
                <a16:creationId xmlns:a16="http://schemas.microsoft.com/office/drawing/2014/main" id="{FEBEE908-C0D2-4E8A-9536-5AC70CF7E26C}"/>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42</a:t>
            </a:r>
          </a:p>
        </p:txBody>
      </p:sp>
      <p:sp>
        <p:nvSpPr>
          <p:cNvPr id="6" name="">
            <a:extLst xmlns:a="http://schemas.openxmlformats.org/drawingml/2006/main">
              <a:ext uri="{FF2B5EF4-FFF2-40B4-BE49-F238E27FC236}">
                <a16:creationId xmlns:a16="http://schemas.microsoft.com/office/drawing/2014/main" id="{B0DA7364-202E-4F3E-9DC2-39C4F7806D1E}"/>
              </a:ext>
            </a:extLst>
          </p:cNvPr>
          <p:cNvSpPr>
            <a:spLocks xmlns:a="http://schemas.openxmlformats.org/drawingml/2006/main" noGrp="1"/>
          </p:cNvSpPr>
          <p:nvPr/>
        </p:nvSpPr>
        <p:spPr>
          <a:xfrm xmlns:a="http://schemas.openxmlformats.org/drawingml/2006/main">
            <a:off x="552450" y="1952625"/>
            <a:ext cx="4762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C78E330B-06B2-49BD-A960-44CA6FE7E0B2}"/>
              </a:ext>
            </a:extLst>
          </p:cNvPr>
          <p:cNvSpPr>
            <a:spLocks xmlns:a="http://schemas.openxmlformats.org/drawingml/2006/main" noGrp="1"/>
          </p:cNvSpPr>
          <p:nvPr/>
        </p:nvSpPr>
        <p:spPr>
          <a:xfrm xmlns:a="http://schemas.openxmlformats.org/drawingml/2006/main">
            <a:off x="1257300" y="1952625"/>
            <a:ext cx="101917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0">
                <a:solidFill>
                  <a:srgbClr val="222222"/>
                </a:solidFill>
                <a:latin typeface="Noto Sans JP"/>
                <a:ea typeface="Noto Sans JP"/>
                <a:cs typeface="Noto Sans JP"/>
              </a:defRPr>
            </a:pPr>
            <a:r>
              <a:rPr sz="2175" b="0">
                <a:solidFill>
                  <a:srgbClr val="222222"/>
                </a:solidFill>
                <a:latin typeface="Noto Sans JP"/>
                <a:ea typeface="Noto Sans JP"/>
                <a:cs typeface="Noto Sans JP"/>
              </a:rPr>
              <a:t>コピュラ：各列の分布と、位置の依存を分けて表す。</a:t>
            </a:r>
          </a:p>
        </p:txBody>
      </p:sp>
      <p:sp>
        <p:nvSpPr>
          <p:cNvPr id="8" name="">
            <a:extLst xmlns:a="http://schemas.openxmlformats.org/drawingml/2006/main">
              <a:ext uri="{FF2B5EF4-FFF2-40B4-BE49-F238E27FC236}">
                <a16:creationId xmlns:a16="http://schemas.microsoft.com/office/drawing/2014/main" id="{90F090CE-A800-46D9-AF50-8EA58AB04BB7}"/>
              </a:ext>
            </a:extLst>
          </p:cNvPr>
          <p:cNvSpPr>
            <a:spLocks xmlns:a="http://schemas.openxmlformats.org/drawingml/2006/main" noGrp="1"/>
          </p:cNvSpPr>
          <p:nvPr/>
        </p:nvSpPr>
        <p:spPr>
          <a:xfrm xmlns:a="http://schemas.openxmlformats.org/drawingml/2006/main">
            <a:off x="552450" y="2776538"/>
            <a:ext cx="4762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1C46DF33-E928-47AF-A729-6E0005EDCF83}"/>
              </a:ext>
            </a:extLst>
          </p:cNvPr>
          <p:cNvSpPr>
            <a:spLocks xmlns:a="http://schemas.openxmlformats.org/drawingml/2006/main" noGrp="1"/>
          </p:cNvSpPr>
          <p:nvPr/>
        </p:nvSpPr>
        <p:spPr>
          <a:xfrm xmlns:a="http://schemas.openxmlformats.org/drawingml/2006/main">
            <a:off x="1257300" y="2776538"/>
            <a:ext cx="101917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0">
                <a:solidFill>
                  <a:srgbClr val="222222"/>
                </a:solidFill>
                <a:latin typeface="Noto Sans JP"/>
                <a:ea typeface="Noto Sans JP"/>
                <a:cs typeface="Noto Sans JP"/>
              </a:defRPr>
            </a:pPr>
            <a:r>
              <a:rPr sz="2175" b="0">
                <a:solidFill>
                  <a:srgbClr val="222222"/>
                </a:solidFill>
                <a:latin typeface="Noto Sans JP"/>
                <a:ea typeface="Noto Sans JP"/>
                <a:cs typeface="Noto Sans JP"/>
              </a:rPr>
              <a:t>Gaussian：位置を潜在正規へ変換し、相関Rを推定。</a:t>
            </a:r>
          </a:p>
        </p:txBody>
      </p:sp>
      <p:sp>
        <p:nvSpPr>
          <p:cNvPr id="10" name="">
            <a:extLst xmlns:a="http://schemas.openxmlformats.org/drawingml/2006/main">
              <a:ext uri="{FF2B5EF4-FFF2-40B4-BE49-F238E27FC236}">
                <a16:creationId xmlns:a16="http://schemas.microsoft.com/office/drawing/2014/main" id="{BFA0BDFD-F40A-4124-B69F-E99A5237705E}"/>
              </a:ext>
            </a:extLst>
          </p:cNvPr>
          <p:cNvSpPr>
            <a:spLocks xmlns:a="http://schemas.openxmlformats.org/drawingml/2006/main" noGrp="1"/>
          </p:cNvSpPr>
          <p:nvPr/>
        </p:nvSpPr>
        <p:spPr>
          <a:xfrm xmlns:a="http://schemas.openxmlformats.org/drawingml/2006/main">
            <a:off x="552450" y="3600450"/>
            <a:ext cx="4762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8BB3BE35-5F97-46F1-8C9E-333338014374}"/>
              </a:ext>
            </a:extLst>
          </p:cNvPr>
          <p:cNvSpPr>
            <a:spLocks xmlns:a="http://schemas.openxmlformats.org/drawingml/2006/main" noGrp="1"/>
          </p:cNvSpPr>
          <p:nvPr/>
        </p:nvSpPr>
        <p:spPr>
          <a:xfrm xmlns:a="http://schemas.openxmlformats.org/drawingml/2006/main">
            <a:off x="1257300" y="3600450"/>
            <a:ext cx="101917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0">
                <a:solidFill>
                  <a:srgbClr val="222222"/>
                </a:solidFill>
                <a:latin typeface="Noto Sans JP"/>
                <a:ea typeface="Noto Sans JP"/>
                <a:cs typeface="Noto Sans JP"/>
              </a:defRPr>
            </a:pPr>
            <a:r>
              <a:rPr sz="2175" b="0">
                <a:solidFill>
                  <a:srgbClr val="222222"/>
                </a:solidFill>
                <a:latin typeface="Noto Sans JP"/>
                <a:ea typeface="Noto Sans JP"/>
                <a:cs typeface="Noto Sans JP"/>
              </a:rPr>
              <a:t>拡張：残した列を条件に、マスク列を同時に生成。</a:t>
            </a:r>
          </a:p>
        </p:txBody>
      </p:sp>
      <p:sp>
        <p:nvSpPr>
          <p:cNvPr id="12" name="">
            <a:extLst xmlns:a="http://schemas.openxmlformats.org/drawingml/2006/main">
              <a:ext uri="{FF2B5EF4-FFF2-40B4-BE49-F238E27FC236}">
                <a16:creationId xmlns:a16="http://schemas.microsoft.com/office/drawing/2014/main" id="{7B0E102E-07AB-4D47-BE03-AF9150DBBC47}"/>
              </a:ext>
            </a:extLst>
          </p:cNvPr>
          <p:cNvSpPr>
            <a:spLocks xmlns:a="http://schemas.openxmlformats.org/drawingml/2006/main" noGrp="1"/>
          </p:cNvSpPr>
          <p:nvPr/>
        </p:nvSpPr>
        <p:spPr>
          <a:xfrm xmlns:a="http://schemas.openxmlformats.org/drawingml/2006/main">
            <a:off x="552450" y="4424363"/>
            <a:ext cx="4762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7721B7DA-3A58-465D-A858-AE0DED50A367}"/>
              </a:ext>
            </a:extLst>
          </p:cNvPr>
          <p:cNvSpPr>
            <a:spLocks xmlns:a="http://schemas.openxmlformats.org/drawingml/2006/main" noGrp="1"/>
          </p:cNvSpPr>
          <p:nvPr/>
        </p:nvSpPr>
        <p:spPr>
          <a:xfrm xmlns:a="http://schemas.openxmlformats.org/drawingml/2006/main">
            <a:off x="1257300" y="4424363"/>
            <a:ext cx="101917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0">
                <a:solidFill>
                  <a:srgbClr val="222222"/>
                </a:solidFill>
                <a:latin typeface="Noto Sans JP"/>
                <a:ea typeface="Noto Sans JP"/>
                <a:cs typeface="Noto Sans JP"/>
              </a:defRPr>
            </a:pPr>
            <a:r>
              <a:rPr sz="2175" b="0">
                <a:solidFill>
                  <a:srgbClr val="222222"/>
                </a:solidFill>
                <a:latin typeface="Noto Sans JP"/>
                <a:ea typeface="Noto Sans JP"/>
                <a:cs typeface="Noto Sans JP"/>
              </a:rPr>
              <a:t>未検証：ラベル保持と、分類性能への継続的な効果。</a:t>
            </a:r>
          </a:p>
        </p:txBody>
      </p:sp>
      <p:sp>
        <p:nvSpPr>
          <p:cNvPr id="14" name="">
            <a:extLst xmlns:a="http://schemas.openxmlformats.org/drawingml/2006/main">
              <a:ext uri="{FF2B5EF4-FFF2-40B4-BE49-F238E27FC236}">
                <a16:creationId xmlns:a16="http://schemas.microsoft.com/office/drawing/2014/main" id="{4F8F56B3-EAE3-466C-A61F-2EF175C5C9CE}"/>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EFF9204-58D6-48E7-BE39-853E88450C22}"/>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提案の中心：VIMEの置換を、依存に基づく条件付き生成へ</a:t>
            </a:r>
          </a:p>
        </p:txBody>
      </p:sp>
    </p:spTree>
    <p:extLst>
      <p:ext uri="{BB962C8B-B14F-4D97-AF65-F5344CB8AC3E}">
        <p14:creationId xmlns:p14="http://schemas.microsoft.com/office/powerpoint/2010/main" val="1488492096"/>
      </p:ext>
    </p:extLst>
  </p:cSld>
</p:sld>
</file>

<file path=ppt/slides/slide1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F1D234B-194D-4119-8EA1-612434B08E49}"/>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保存済み結果：優位性はまだ判断できない</a:t>
            </a:r>
          </a:p>
        </p:txBody>
      </p:sp>
      <p:sp>
        <p:nvSpPr>
          <p:cNvPr id="2" name="">
            <a:extLst xmlns:a="http://schemas.openxmlformats.org/drawingml/2006/main">
              <a:ext uri="{FF2B5EF4-FFF2-40B4-BE49-F238E27FC236}">
                <a16:creationId xmlns:a16="http://schemas.microsoft.com/office/drawing/2014/main" id="{FF839522-B747-46AC-B521-BFBAE0494890}"/>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697FA87-4671-4863-88B7-474ADBD814A3}"/>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主指標ROC-AUC。5回の平均 ± 標準偏差。</a:t>
            </a:r>
          </a:p>
        </p:txBody>
      </p:sp>
      <p:sp>
        <p:nvSpPr>
          <p:cNvPr id="4" name="">
            <a:extLst xmlns:a="http://schemas.openxmlformats.org/drawingml/2006/main">
              <a:ext uri="{FF2B5EF4-FFF2-40B4-BE49-F238E27FC236}">
                <a16:creationId xmlns:a16="http://schemas.microsoft.com/office/drawing/2014/main" id="{FF978769-B974-4B0A-B964-322DF282B2CD}"/>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CC268B21-8C22-4F4C-9B92-5821F2B70043}"/>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43</a:t>
            </a:r>
          </a:p>
        </p:txBody>
      </p:sp>
      <p:graphicFrame>
        <p:nvGraphicFramePr>
          <p:cNvPr id="15" name=""/>
          <p:cNvGraphicFramePr/>
          <p:nvPr/>
        </p:nvGraphicFramePr>
        <p:xfrm>
          <a:off xmlns:a="http://schemas.openxmlformats.org/drawingml/2006/main" x="514350" y="2076450"/>
          <a:ext xmlns:a="http://schemas.openxmlformats.org/drawingml/2006/main" cx="11163300" cy="2390775"/>
        </p:xfrm>
        <a:graphic xmlns:a="http://schemas.openxmlformats.org/drawingml/2006/main">
          <a:graphicData uri="http://schemas.openxmlformats.org/drawingml/2006/table">
            <a:tbl>
              <a:tblPr/>
              <a:tblGrid>
                <a:gridCol w="2790825"/>
                <a:gridCol w="2790825"/>
                <a:gridCol w="2790825"/>
                <a:gridCol w="2790825"/>
              </a:tblGrid>
              <a:tr h="796925">
                <a:tc>
                  <a:txBody>
                    <a:bodyPr/>
                    <a:lstStyle/>
                    <a:p>
                      <a:pPr algn="ctr"/>
                      <a:r>
                        <a:rPr sz="2025" b="1">
                          <a:solidFill>
                            <a:srgbClr val="2E7D5B"/>
                          </a:solidFill>
                          <a:latin typeface="Noto Sans JP"/>
                          <a:ea typeface="Noto Sans JP"/>
                          <a:cs typeface="Noto Sans JP"/>
                        </a:rPr>
                        <a:t>データ</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VIME：列置換</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VIME：Gaussian copula</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差の95% CI</a:t>
                      </a:r>
                    </a:p>
                  </a:txBody>
                  <a:tcPr marL="91440" marR="91440" marT="45720" marB="45720" anchor="ctr">
                    <a:solidFill>
                      <a:srgbClr val="E7F2EC"/>
                    </a:solidFill>
                  </a:tcPr>
                </a:tc>
              </a:tr>
              <a:tr h="796925">
                <a:tc>
                  <a:txBody>
                    <a:bodyPr/>
                    <a:lstStyle/>
                    <a:p>
                      <a:pPr algn="ctr"/>
                      <a:r>
                        <a:rPr sz="2025" b="0">
                          <a:solidFill>
                            <a:srgbClr val="222222"/>
                          </a:solidFill>
                          <a:latin typeface="Noto Sans JP"/>
                          <a:ea typeface="Noto Sans JP"/>
                          <a:cs typeface="Noto Sans JP"/>
                        </a:rPr>
                        <a:t>Breast Cancer</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0.970 ± 0.012</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0.973 ± 0.017</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[−0.005, +0.011]</a:t>
                      </a:r>
                    </a:p>
                  </a:txBody>
                  <a:tcPr marL="91440" marR="91440" marT="45720" marB="45720" anchor="ctr">
                    <a:solidFill>
                      <a:srgbClr val="FFFFFF"/>
                    </a:solidFill>
                  </a:tcPr>
                </a:tc>
              </a:tr>
              <a:tr h="796925">
                <a:tc>
                  <a:txBody>
                    <a:bodyPr/>
                    <a:lstStyle/>
                    <a:p>
                      <a:pPr algn="ctr"/>
                      <a:r>
                        <a:rPr sz="2025" b="0">
                          <a:solidFill>
                            <a:srgbClr val="222222"/>
                          </a:solidFill>
                          <a:latin typeface="Noto Sans JP"/>
                          <a:ea typeface="Noto Sans JP"/>
                          <a:cs typeface="Noto Sans JP"/>
                        </a:rPr>
                        <a:t>Wine</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0.826 ± 0.068</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0.847 ± 0.130</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[−0.079, +0.109]</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4CF0950B-8C52-4409-9882-AA2591525125}"/>
              </a:ext>
            </a:extLst>
          </p:cNvPr>
          <p:cNvSpPr>
            <a:spLocks xmlns:a="http://schemas.openxmlformats.org/drawingml/2006/main" noGrp="1"/>
          </p:cNvSpPr>
          <p:nvPr/>
        </p:nvSpPr>
        <p:spPr>
          <a:xfrm xmlns:a="http://schemas.openxmlformats.org/drawingml/2006/main">
            <a:off x="619125" y="4705350"/>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E0562B"/>
                </a:solidFill>
                <a:latin typeface="Noto Sans JP"/>
                <a:ea typeface="Noto Sans JP"/>
                <a:cs typeface="Noto Sans JP"/>
              </a:defRPr>
            </a:pPr>
            <a:r>
              <a:rPr sz="2100" b="1">
                <a:solidFill>
                  <a:srgbClr val="E0562B"/>
                </a:solidFill>
                <a:latin typeface="Noto Sans JP"/>
                <a:ea typeface="Noto Sans JP"/>
                <a:cs typeface="Noto Sans JP"/>
              </a:rPr>
              <a:t>平均差は +0.003 / +0.021。ただし、両方の区間が0を含む。</a:t>
            </a:r>
          </a:p>
        </p:txBody>
      </p:sp>
      <p:sp>
        <p:nvSpPr>
          <p:cNvPr id="8" name="">
            <a:extLst xmlns:a="http://schemas.openxmlformats.org/drawingml/2006/main">
              <a:ext uri="{FF2B5EF4-FFF2-40B4-BE49-F238E27FC236}">
                <a16:creationId xmlns:a16="http://schemas.microsoft.com/office/drawing/2014/main" id="{CAD703B5-E302-43C9-BAAE-A4B614A36858}"/>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BCB9E84-A2B5-4414-A65F-45F413DDB194}"/>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実装と比較の入口はできた。性能改善という結論には、検証が不足</a:t>
            </a:r>
          </a:p>
        </p:txBody>
      </p:sp>
    </p:spTree>
    <p:extLst>
      <p:ext uri="{BB962C8B-B14F-4D97-AF65-F5344CB8AC3E}">
        <p14:creationId xmlns:p14="http://schemas.microsoft.com/office/powerpoint/2010/main" val="1043322828"/>
      </p:ext>
    </p:extLst>
  </p:cSld>
</p:sld>
</file>

<file path=ppt/slides/slide1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5E51894-FFFF-4465-9056-4713630393E8}"/>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補足：コピュラの数学的条件</a:t>
            </a:r>
          </a:p>
        </p:txBody>
      </p:sp>
      <p:sp>
        <p:nvSpPr>
          <p:cNvPr id="2" name="">
            <a:extLst xmlns:a="http://schemas.openxmlformats.org/drawingml/2006/main">
              <a:ext uri="{FF2B5EF4-FFF2-40B4-BE49-F238E27FC236}">
                <a16:creationId xmlns:a16="http://schemas.microsoft.com/office/drawing/2014/main" id="{0700D9FF-85CC-413C-9B6A-46AC07B6BF27}"/>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35FC371-8627-4743-9576-F02F6F2B3209}"/>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確率分布として成立するための条件を、2変量で書く。</a:t>
            </a:r>
          </a:p>
        </p:txBody>
      </p:sp>
      <p:sp>
        <p:nvSpPr>
          <p:cNvPr id="4" name="">
            <a:extLst xmlns:a="http://schemas.openxmlformats.org/drawingml/2006/main">
              <a:ext uri="{FF2B5EF4-FFF2-40B4-BE49-F238E27FC236}">
                <a16:creationId xmlns:a16="http://schemas.microsoft.com/office/drawing/2014/main" id="{A84F0BC8-4C43-442B-AABF-57885CC760F6}"/>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D782AE9B-86FA-4D00-A6C4-F7886400A1CB}"/>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44</a:t>
            </a:r>
          </a:p>
        </p:txBody>
      </p:sp>
      <p:sp>
        <p:nvSpPr>
          <p:cNvPr id="6" name="">
            <a:extLst xmlns:a="http://schemas.openxmlformats.org/drawingml/2006/main">
              <a:ext uri="{FF2B5EF4-FFF2-40B4-BE49-F238E27FC236}">
                <a16:creationId xmlns:a16="http://schemas.microsoft.com/office/drawing/2014/main" id="{303792AD-455B-4F80-BE7D-3AD9E0807028}"/>
              </a:ext>
            </a:extLst>
          </p:cNvPr>
          <p:cNvSpPr>
            <a:spLocks xmlns:a="http://schemas.openxmlformats.org/drawingml/2006/main" noGrp="1"/>
          </p:cNvSpPr>
          <p:nvPr/>
        </p:nvSpPr>
        <p:spPr>
          <a:xfrm xmlns:a="http://schemas.openxmlformats.org/drawingml/2006/main">
            <a:off x="514350" y="19621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329D2F7-1C80-4DC5-B040-6FDF059B3F64}"/>
              </a:ext>
            </a:extLst>
          </p:cNvPr>
          <p:cNvSpPr>
            <a:spLocks xmlns:a="http://schemas.openxmlformats.org/drawingml/2006/main" noGrp="1"/>
          </p:cNvSpPr>
          <p:nvPr/>
        </p:nvSpPr>
        <p:spPr>
          <a:xfrm xmlns:a="http://schemas.openxmlformats.org/drawingml/2006/main">
            <a:off x="704850" y="20574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400" b="1">
                <a:solidFill>
                  <a:srgbClr val="2B6777"/>
                </a:solidFill>
                <a:latin typeface="Noto Sans JP"/>
                <a:ea typeface="Noto Sans JP"/>
                <a:cs typeface="Noto Sans JP"/>
              </a:defRPr>
            </a:pPr>
            <a:r>
              <a:rPr sz="2400" b="1">
                <a:solidFill>
                  <a:srgbClr val="2B6777"/>
                </a:solidFill>
                <a:latin typeface="Noto Sans JP"/>
                <a:ea typeface="Noto Sans JP"/>
                <a:cs typeface="Noto Sans JP"/>
              </a:rPr>
              <a:t>C(u, 0) = C(0, v) = 0 ;  C(u, 1) = u ;  C(1, v) = v</a:t>
            </a:r>
          </a:p>
        </p:txBody>
      </p:sp>
      <p:sp>
        <p:nvSpPr>
          <p:cNvPr id="8" name="">
            <a:extLst xmlns:a="http://schemas.openxmlformats.org/drawingml/2006/main">
              <a:ext uri="{FF2B5EF4-FFF2-40B4-BE49-F238E27FC236}">
                <a16:creationId xmlns:a16="http://schemas.microsoft.com/office/drawing/2014/main" id="{A5A7F5EE-81BC-42B9-85AD-7CB790792003}"/>
              </a:ext>
            </a:extLst>
          </p:cNvPr>
          <p:cNvSpPr>
            <a:spLocks xmlns:a="http://schemas.openxmlformats.org/drawingml/2006/main" noGrp="1"/>
          </p:cNvSpPr>
          <p:nvPr/>
        </p:nvSpPr>
        <p:spPr>
          <a:xfrm xmlns:a="http://schemas.openxmlformats.org/drawingml/2006/main">
            <a:off x="628650" y="346710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任意の u₁ ≤ u₂, v₁ ≤ v₂ に対し、</a:t>
            </a:r>
          </a:p>
        </p:txBody>
      </p:sp>
      <p:sp>
        <p:nvSpPr>
          <p:cNvPr id="9" name="">
            <a:extLst xmlns:a="http://schemas.openxmlformats.org/drawingml/2006/main">
              <a:ext uri="{FF2B5EF4-FFF2-40B4-BE49-F238E27FC236}">
                <a16:creationId xmlns:a16="http://schemas.microsoft.com/office/drawing/2014/main" id="{A3B28485-AAB9-4B02-90BD-CC1DBBBB0E4D}"/>
              </a:ext>
            </a:extLst>
          </p:cNvPr>
          <p:cNvSpPr>
            <a:spLocks xmlns:a="http://schemas.openxmlformats.org/drawingml/2006/main" noGrp="1"/>
          </p:cNvSpPr>
          <p:nvPr/>
        </p:nvSpPr>
        <p:spPr>
          <a:xfrm xmlns:a="http://schemas.openxmlformats.org/drawingml/2006/main">
            <a:off x="514350" y="39528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222B61B-6813-4414-8966-1EFE638DB939}"/>
              </a:ext>
            </a:extLst>
          </p:cNvPr>
          <p:cNvSpPr>
            <a:spLocks xmlns:a="http://schemas.openxmlformats.org/drawingml/2006/main" noGrp="1"/>
          </p:cNvSpPr>
          <p:nvPr/>
        </p:nvSpPr>
        <p:spPr>
          <a:xfrm xmlns:a="http://schemas.openxmlformats.org/drawingml/2006/main">
            <a:off x="704850" y="40481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325" b="1">
                <a:solidFill>
                  <a:srgbClr val="2B6777"/>
                </a:solidFill>
                <a:latin typeface="Noto Sans JP"/>
                <a:ea typeface="Noto Sans JP"/>
                <a:cs typeface="Noto Sans JP"/>
              </a:defRPr>
            </a:pPr>
            <a:r>
              <a:rPr sz="2325" b="1">
                <a:solidFill>
                  <a:srgbClr val="2B6777"/>
                </a:solidFill>
                <a:latin typeface="Noto Sans JP"/>
                <a:ea typeface="Noto Sans JP"/>
                <a:cs typeface="Noto Sans JP"/>
              </a:rPr>
              <a:t>C(u₂,v₂) − C(u₁,v₂) − C(u₂,v₁) + C(u₁,v₁) ≥ 0</a:t>
            </a:r>
          </a:p>
        </p:txBody>
      </p:sp>
      <p:sp>
        <p:nvSpPr>
          <p:cNvPr id="11" name="">
            <a:extLst xmlns:a="http://schemas.openxmlformats.org/drawingml/2006/main">
              <a:ext uri="{FF2B5EF4-FFF2-40B4-BE49-F238E27FC236}">
                <a16:creationId xmlns:a16="http://schemas.microsoft.com/office/drawing/2014/main" id="{A51D1586-28C4-44D2-931A-32263E9B3BD9}"/>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6B96C76-0DA5-4394-8E8C-73BA756B70C3}"/>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左辺は、長方形 (u₁,u₂] × (v₁,v₂] に入る確率</a:t>
            </a:r>
          </a:p>
        </p:txBody>
      </p:sp>
    </p:spTree>
    <p:extLst>
      <p:ext uri="{BB962C8B-B14F-4D97-AF65-F5344CB8AC3E}">
        <p14:creationId xmlns:p14="http://schemas.microsoft.com/office/powerpoint/2010/main" val="1420285539"/>
      </p:ext>
    </p:extLst>
  </p:cSld>
</p:sld>
</file>

<file path=ppt/slides/slide1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73642D8-E769-40D5-8C21-8788408789D4}"/>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補足：一様になる理由と例外</a:t>
            </a:r>
          </a:p>
        </p:txBody>
      </p:sp>
      <p:sp>
        <p:nvSpPr>
          <p:cNvPr id="2" name="">
            <a:extLst xmlns:a="http://schemas.openxmlformats.org/drawingml/2006/main">
              <a:ext uri="{FF2B5EF4-FFF2-40B4-BE49-F238E27FC236}">
                <a16:creationId xmlns:a16="http://schemas.microsoft.com/office/drawing/2014/main" id="{3CD629E0-C383-4726-AAB4-62B687CC5FCB}"/>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14A5023-19DC-4F4E-B81E-357FC562D6E4}"/>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連続な累積分布を使う確率積分変換。</a:t>
            </a:r>
          </a:p>
        </p:txBody>
      </p:sp>
      <p:sp>
        <p:nvSpPr>
          <p:cNvPr id="4" name="">
            <a:extLst xmlns:a="http://schemas.openxmlformats.org/drawingml/2006/main">
              <a:ext uri="{FF2B5EF4-FFF2-40B4-BE49-F238E27FC236}">
                <a16:creationId xmlns:a16="http://schemas.microsoft.com/office/drawing/2014/main" id="{0978FFCA-9ABE-48FE-B6D8-E17B6F334934}"/>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E8BD52DE-5C18-482C-8501-0C4EF08534E2}"/>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45</a:t>
            </a:r>
          </a:p>
        </p:txBody>
      </p:sp>
      <p:sp>
        <p:nvSpPr>
          <p:cNvPr id="6" name="">
            <a:extLst xmlns:a="http://schemas.openxmlformats.org/drawingml/2006/main">
              <a:ext uri="{FF2B5EF4-FFF2-40B4-BE49-F238E27FC236}">
                <a16:creationId xmlns:a16="http://schemas.microsoft.com/office/drawing/2014/main" id="{29D5D501-BF82-4BA3-93A1-D92CF748481F}"/>
              </a:ext>
            </a:extLst>
          </p:cNvPr>
          <p:cNvSpPr>
            <a:spLocks xmlns:a="http://schemas.openxmlformats.org/drawingml/2006/main" noGrp="1"/>
          </p:cNvSpPr>
          <p:nvPr/>
        </p:nvSpPr>
        <p:spPr>
          <a:xfrm xmlns:a="http://schemas.openxmlformats.org/drawingml/2006/main">
            <a:off x="514350" y="19526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BA9D295-C134-42F5-B369-D4C156A4223F}"/>
              </a:ext>
            </a:extLst>
          </p:cNvPr>
          <p:cNvSpPr>
            <a:spLocks xmlns:a="http://schemas.openxmlformats.org/drawingml/2006/main" noGrp="1"/>
          </p:cNvSpPr>
          <p:nvPr/>
        </p:nvSpPr>
        <p:spPr>
          <a:xfrm xmlns:a="http://schemas.openxmlformats.org/drawingml/2006/main">
            <a:off x="704850" y="20478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400" b="1">
                <a:solidFill>
                  <a:srgbClr val="2B6777"/>
                </a:solidFill>
                <a:latin typeface="Noto Sans JP"/>
                <a:ea typeface="Noto Sans JP"/>
                <a:cs typeface="Noto Sans JP"/>
              </a:defRPr>
            </a:pPr>
            <a:r>
              <a:rPr sz="2400" b="1">
                <a:solidFill>
                  <a:srgbClr val="2B6777"/>
                </a:solidFill>
                <a:latin typeface="Noto Sans JP"/>
                <a:ea typeface="Noto Sans JP"/>
                <a:cs typeface="Noto Sans JP"/>
              </a:rPr>
              <a:t>P(U ≤ u) = P(Fₓ(X) ≤ u) = P(X ≤ Fₓ⁻¹(u)) = u</a:t>
            </a:r>
          </a:p>
        </p:txBody>
      </p:sp>
      <p:sp>
        <p:nvSpPr>
          <p:cNvPr id="8" name="">
            <a:extLst xmlns:a="http://schemas.openxmlformats.org/drawingml/2006/main">
              <a:ext uri="{FF2B5EF4-FFF2-40B4-BE49-F238E27FC236}">
                <a16:creationId xmlns:a16="http://schemas.microsoft.com/office/drawing/2014/main" id="{07BAB939-E489-479A-A5D2-891DFCEBFB16}"/>
              </a:ext>
            </a:extLst>
          </p:cNvPr>
          <p:cNvSpPr>
            <a:spLocks xmlns:a="http://schemas.openxmlformats.org/drawingml/2006/main" noGrp="1"/>
          </p:cNvSpPr>
          <p:nvPr/>
        </p:nvSpPr>
        <p:spPr>
          <a:xfrm xmlns:a="http://schemas.openxmlformats.org/drawingml/2006/main">
            <a:off x="514350" y="3381375"/>
            <a:ext cx="5314950" cy="18859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5763E3A-DB1A-453B-860F-9846B29B2C3A}"/>
              </a:ext>
            </a:extLst>
          </p:cNvPr>
          <p:cNvSpPr>
            <a:spLocks xmlns:a="http://schemas.openxmlformats.org/drawingml/2006/main" noGrp="1"/>
          </p:cNvSpPr>
          <p:nvPr/>
        </p:nvSpPr>
        <p:spPr>
          <a:xfrm xmlns:a="http://schemas.openxmlformats.org/drawingml/2006/main">
            <a:off x="704850" y="349567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連続な場合</a:t>
            </a:r>
          </a:p>
        </p:txBody>
      </p:sp>
      <p:sp>
        <p:nvSpPr>
          <p:cNvPr id="10" name="">
            <a:extLst xmlns:a="http://schemas.openxmlformats.org/drawingml/2006/main">
              <a:ext uri="{FF2B5EF4-FFF2-40B4-BE49-F238E27FC236}">
                <a16:creationId xmlns:a16="http://schemas.microsoft.com/office/drawing/2014/main" id="{DF06C152-8474-4D24-95E7-1821882FA767}"/>
              </a:ext>
            </a:extLst>
          </p:cNvPr>
          <p:cNvSpPr>
            <a:spLocks xmlns:a="http://schemas.openxmlformats.org/drawingml/2006/main" noGrp="1"/>
          </p:cNvSpPr>
          <p:nvPr/>
        </p:nvSpPr>
        <p:spPr>
          <a:xfrm xmlns:a="http://schemas.openxmlformats.org/drawingml/2006/main">
            <a:off x="704850" y="4048125"/>
            <a:ext cx="49339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累積位置uまでに入る割合はu。</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したがってUは一様になる。</a:t>
            </a:r>
          </a:p>
        </p:txBody>
      </p:sp>
      <p:sp>
        <p:nvSpPr>
          <p:cNvPr id="11" name="">
            <a:extLst xmlns:a="http://schemas.openxmlformats.org/drawingml/2006/main">
              <a:ext uri="{FF2B5EF4-FFF2-40B4-BE49-F238E27FC236}">
                <a16:creationId xmlns:a16="http://schemas.microsoft.com/office/drawing/2014/main" id="{FD9A64D4-8846-4846-867D-F45EB9FBE498}"/>
              </a:ext>
            </a:extLst>
          </p:cNvPr>
          <p:cNvSpPr>
            <a:spLocks xmlns:a="http://schemas.openxmlformats.org/drawingml/2006/main" noGrp="1"/>
          </p:cNvSpPr>
          <p:nvPr/>
        </p:nvSpPr>
        <p:spPr>
          <a:xfrm xmlns:a="http://schemas.openxmlformats.org/drawingml/2006/main">
            <a:off x="6076950" y="3381375"/>
            <a:ext cx="5600700" cy="18859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D593E9F-0A8B-4911-9AC3-8C7F7D2E7E92}"/>
              </a:ext>
            </a:extLst>
          </p:cNvPr>
          <p:cNvSpPr>
            <a:spLocks xmlns:a="http://schemas.openxmlformats.org/drawingml/2006/main" noGrp="1"/>
          </p:cNvSpPr>
          <p:nvPr/>
        </p:nvSpPr>
        <p:spPr>
          <a:xfrm xmlns:a="http://schemas.openxmlformats.org/drawingml/2006/main">
            <a:off x="6267450" y="349567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離散・同値のある場合</a:t>
            </a:r>
          </a:p>
        </p:txBody>
      </p:sp>
      <p:sp>
        <p:nvSpPr>
          <p:cNvPr id="13" name="">
            <a:extLst xmlns:a="http://schemas.openxmlformats.org/drawingml/2006/main">
              <a:ext uri="{FF2B5EF4-FFF2-40B4-BE49-F238E27FC236}">
                <a16:creationId xmlns:a16="http://schemas.microsoft.com/office/drawing/2014/main" id="{0CC9C9AD-1EE5-459E-9C53-22CBB9081651}"/>
              </a:ext>
            </a:extLst>
          </p:cNvPr>
          <p:cNvSpPr>
            <a:spLocks xmlns:a="http://schemas.openxmlformats.org/drawingml/2006/main" noGrp="1"/>
          </p:cNvSpPr>
          <p:nvPr/>
        </p:nvSpPr>
        <p:spPr>
          <a:xfrm xmlns:a="http://schemas.openxmlformats.org/drawingml/2006/main">
            <a:off x="6267450" y="4048125"/>
            <a:ext cx="52197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800" b="0">
                <a:solidFill>
                  <a:srgbClr val="222222"/>
                </a:solidFill>
                <a:latin typeface="Noto Sans JP"/>
                <a:ea typeface="Noto Sans JP"/>
                <a:cs typeface="Noto Sans JP"/>
              </a:defRPr>
            </a:pPr>
            <a:r>
              <a:rPr sz="1800" b="0">
                <a:solidFill>
                  <a:srgbClr val="222222"/>
                </a:solidFill>
                <a:latin typeface="Noto Sans JP"/>
                <a:ea typeface="Noto Sans JP"/>
                <a:cs typeface="Noto Sans JP"/>
              </a:rPr>
              <a:t>位置に飛びができる。</a:t>
            </a:r>
          </a:p>
          <a:p xmlns:a="http://schemas.openxmlformats.org/drawingml/2006/main">
            <a:pPr algn="l">
              <a:defRPr sz="1800" b="0">
                <a:solidFill>
                  <a:srgbClr val="222222"/>
                </a:solidFill>
                <a:latin typeface="Noto Sans JP"/>
                <a:ea typeface="Noto Sans JP"/>
                <a:cs typeface="Noto Sans JP"/>
              </a:defRPr>
            </a:pPr>
            <a:r>
              <a:rPr sz="1800" b="0">
                <a:solidFill>
                  <a:srgbClr val="222222"/>
                </a:solidFill>
                <a:latin typeface="Noto Sans JP"/>
                <a:ea typeface="Noto Sans JP"/>
                <a:cs typeface="Noto Sans JP"/>
              </a:rPr>
              <a:t>F(X)が連続一様とは限らない。</a:t>
            </a:r>
          </a:p>
          <a:p xmlns:a="http://schemas.openxmlformats.org/drawingml/2006/main">
            <a:pPr algn="l">
              <a:defRPr sz="1800" b="0">
                <a:solidFill>
                  <a:srgbClr val="222222"/>
                </a:solidFill>
                <a:latin typeface="Noto Sans JP"/>
                <a:ea typeface="Noto Sans JP"/>
                <a:cs typeface="Noto Sans JP"/>
              </a:defRPr>
            </a:pPr>
            <a:r>
              <a:rPr sz="1800" b="0">
                <a:solidFill>
                  <a:srgbClr val="222222"/>
                </a:solidFill>
                <a:latin typeface="Noto Sans JP"/>
                <a:ea typeface="Noto Sans JP"/>
                <a:cs typeface="Noto Sans JP"/>
              </a:rPr>
              <a:t>連続モデルの式をそのまま使わない。</a:t>
            </a:r>
          </a:p>
        </p:txBody>
      </p:sp>
      <p:sp>
        <p:nvSpPr>
          <p:cNvPr id="14" name="">
            <a:extLst xmlns:a="http://schemas.openxmlformats.org/drawingml/2006/main">
              <a:ext uri="{FF2B5EF4-FFF2-40B4-BE49-F238E27FC236}">
                <a16:creationId xmlns:a16="http://schemas.microsoft.com/office/drawing/2014/main" id="{F3DC6357-14C6-4ABC-9644-B1DA69DCEC93}"/>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9ED5875-6555-4623-8B1A-D2E50D85CC76}"/>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「連続な周辺分布」という前提を付けて説明する</a:t>
            </a:r>
          </a:p>
        </p:txBody>
      </p:sp>
    </p:spTree>
    <p:extLst>
      <p:ext uri="{BB962C8B-B14F-4D97-AF65-F5344CB8AC3E}">
        <p14:creationId xmlns:p14="http://schemas.microsoft.com/office/powerpoint/2010/main" val="1318718791"/>
      </p:ext>
    </p:extLst>
  </p:cSld>
</p:sld>
</file>

<file path=ppt/slides/slide1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75C21B1-3C1C-4A3B-9C4C-49034C3FDC33}"/>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補足：密度と条件付き分布</a:t>
            </a:r>
          </a:p>
        </p:txBody>
      </p:sp>
      <p:sp>
        <p:nvSpPr>
          <p:cNvPr id="2" name="">
            <a:extLst xmlns:a="http://schemas.openxmlformats.org/drawingml/2006/main">
              <a:ext uri="{FF2B5EF4-FFF2-40B4-BE49-F238E27FC236}">
                <a16:creationId xmlns:a16="http://schemas.microsoft.com/office/drawing/2014/main" id="{9154FAA3-217F-4D24-93C1-DC35657E8A41}"/>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8551071-4902-4240-A8E3-8A260B2F7D2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累積分布Cと、密度cは違うもの。</a:t>
            </a:r>
          </a:p>
        </p:txBody>
      </p:sp>
      <p:sp>
        <p:nvSpPr>
          <p:cNvPr id="4" name="">
            <a:extLst xmlns:a="http://schemas.openxmlformats.org/drawingml/2006/main">
              <a:ext uri="{FF2B5EF4-FFF2-40B4-BE49-F238E27FC236}">
                <a16:creationId xmlns:a16="http://schemas.microsoft.com/office/drawing/2014/main" id="{D17A3E62-7F9F-4364-AB92-65FA01366E79}"/>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7DC3FA80-D810-4335-A913-B3A7BB7E6EBB}"/>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46</a:t>
            </a:r>
          </a:p>
        </p:txBody>
      </p:sp>
      <p:sp>
        <p:nvSpPr>
          <p:cNvPr id="6" name="">
            <a:extLst xmlns:a="http://schemas.openxmlformats.org/drawingml/2006/main">
              <a:ext uri="{FF2B5EF4-FFF2-40B4-BE49-F238E27FC236}">
                <a16:creationId xmlns:a16="http://schemas.microsoft.com/office/drawing/2014/main" id="{E72118A0-7C02-4D41-B577-3DD808B9DA84}"/>
              </a:ext>
            </a:extLst>
          </p:cNvPr>
          <p:cNvSpPr>
            <a:spLocks xmlns:a="http://schemas.openxmlformats.org/drawingml/2006/main" noGrp="1"/>
          </p:cNvSpPr>
          <p:nvPr/>
        </p:nvSpPr>
        <p:spPr>
          <a:xfrm xmlns:a="http://schemas.openxmlformats.org/drawingml/2006/main">
            <a:off x="514350" y="18859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DED3D0C-DDC9-4D74-9328-091F12CE11CE}"/>
              </a:ext>
            </a:extLst>
          </p:cNvPr>
          <p:cNvSpPr>
            <a:spLocks xmlns:a="http://schemas.openxmlformats.org/drawingml/2006/main" noGrp="1"/>
          </p:cNvSpPr>
          <p:nvPr/>
        </p:nvSpPr>
        <p:spPr>
          <a:xfrm xmlns:a="http://schemas.openxmlformats.org/drawingml/2006/main">
            <a:off x="704850" y="19812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000" b="1">
                <a:solidFill>
                  <a:srgbClr val="2B6777"/>
                </a:solidFill>
                <a:latin typeface="Noto Sans JP"/>
                <a:ea typeface="Noto Sans JP"/>
                <a:cs typeface="Noto Sans JP"/>
              </a:defRPr>
            </a:pPr>
            <a:r>
              <a:rPr sz="3000" b="1">
                <a:solidFill>
                  <a:srgbClr val="2B6777"/>
                </a:solidFill>
                <a:latin typeface="Noto Sans JP"/>
                <a:ea typeface="Noto Sans JP"/>
                <a:cs typeface="Noto Sans JP"/>
              </a:rPr>
              <a:t>c(u, v) = ∂²C(u, v) / (∂u ∂v)</a:t>
            </a:r>
          </a:p>
        </p:txBody>
      </p:sp>
      <p:sp>
        <p:nvSpPr>
          <p:cNvPr id="8" name="">
            <a:extLst xmlns:a="http://schemas.openxmlformats.org/drawingml/2006/main">
              <a:ext uri="{FF2B5EF4-FFF2-40B4-BE49-F238E27FC236}">
                <a16:creationId xmlns:a16="http://schemas.microsoft.com/office/drawing/2014/main" id="{AC3AB206-D558-4554-A860-D23D6935456D}"/>
              </a:ext>
            </a:extLst>
          </p:cNvPr>
          <p:cNvSpPr>
            <a:spLocks xmlns:a="http://schemas.openxmlformats.org/drawingml/2006/main" noGrp="1"/>
          </p:cNvSpPr>
          <p:nvPr/>
        </p:nvSpPr>
        <p:spPr>
          <a:xfrm xmlns:a="http://schemas.openxmlformats.org/drawingml/2006/main">
            <a:off x="514350" y="31908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8F5456B-E4FA-47BD-9BEB-7A0ADA645091}"/>
              </a:ext>
            </a:extLst>
          </p:cNvPr>
          <p:cNvSpPr>
            <a:spLocks xmlns:a="http://schemas.openxmlformats.org/drawingml/2006/main" noGrp="1"/>
          </p:cNvSpPr>
          <p:nvPr/>
        </p:nvSpPr>
        <p:spPr>
          <a:xfrm xmlns:a="http://schemas.openxmlformats.org/drawingml/2006/main">
            <a:off x="704850" y="32861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475" b="1">
                <a:solidFill>
                  <a:srgbClr val="2B6777"/>
                </a:solidFill>
                <a:latin typeface="Noto Sans JP"/>
                <a:ea typeface="Noto Sans JP"/>
                <a:cs typeface="Noto Sans JP"/>
              </a:defRPr>
            </a:pPr>
            <a:r>
              <a:rPr sz="2475" b="1">
                <a:solidFill>
                  <a:srgbClr val="2B6777"/>
                </a:solidFill>
                <a:latin typeface="Noto Sans JP"/>
                <a:ea typeface="Noto Sans JP"/>
                <a:cs typeface="Noto Sans JP"/>
              </a:rPr>
              <a:t>fₓᵧ(x, y) = c(Fₓ(x), Fᵧ(y)) × fₓ(x) × fᵧ(y)</a:t>
            </a:r>
          </a:p>
        </p:txBody>
      </p:sp>
      <p:sp>
        <p:nvSpPr>
          <p:cNvPr id="10" name="">
            <a:extLst xmlns:a="http://schemas.openxmlformats.org/drawingml/2006/main">
              <a:ext uri="{FF2B5EF4-FFF2-40B4-BE49-F238E27FC236}">
                <a16:creationId xmlns:a16="http://schemas.microsoft.com/office/drawing/2014/main" id="{03989767-5962-4C0B-A297-0EA7E8227D1C}"/>
              </a:ext>
            </a:extLst>
          </p:cNvPr>
          <p:cNvSpPr>
            <a:spLocks xmlns:a="http://schemas.openxmlformats.org/drawingml/2006/main" noGrp="1"/>
          </p:cNvSpPr>
          <p:nvPr/>
        </p:nvSpPr>
        <p:spPr>
          <a:xfrm xmlns:a="http://schemas.openxmlformats.org/drawingml/2006/main">
            <a:off x="514350" y="44577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5CC9212-331F-4FC2-A8E0-50781E10CC1D}"/>
              </a:ext>
            </a:extLst>
          </p:cNvPr>
          <p:cNvSpPr>
            <a:spLocks xmlns:a="http://schemas.openxmlformats.org/drawingml/2006/main" noGrp="1"/>
          </p:cNvSpPr>
          <p:nvPr/>
        </p:nvSpPr>
        <p:spPr>
          <a:xfrm xmlns:a="http://schemas.openxmlformats.org/drawingml/2006/main">
            <a:off x="704850" y="45529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475" b="1">
                <a:solidFill>
                  <a:srgbClr val="2B6777"/>
                </a:solidFill>
                <a:latin typeface="Noto Sans JP"/>
                <a:ea typeface="Noto Sans JP"/>
                <a:cs typeface="Noto Sans JP"/>
              </a:defRPr>
            </a:pPr>
            <a:r>
              <a:rPr sz="2475" b="1">
                <a:solidFill>
                  <a:srgbClr val="2B6777"/>
                </a:solidFill>
                <a:latin typeface="Noto Sans JP"/>
                <a:ea typeface="Noto Sans JP"/>
                <a:cs typeface="Noto Sans JP"/>
              </a:rPr>
              <a:t>fᵧ|ₓ(y | x) = c(Fₓ(x), Fᵧ(y)) × fᵧ(y)</a:t>
            </a:r>
          </a:p>
        </p:txBody>
      </p:sp>
      <p:sp>
        <p:nvSpPr>
          <p:cNvPr id="12" name="">
            <a:extLst xmlns:a="http://schemas.openxmlformats.org/drawingml/2006/main">
              <a:ext uri="{FF2B5EF4-FFF2-40B4-BE49-F238E27FC236}">
                <a16:creationId xmlns:a16="http://schemas.microsoft.com/office/drawing/2014/main" id="{4F5C38A5-636A-49A8-BB15-9DA79E90AFE5}"/>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77FDDF0-A541-4962-A06B-7D05A11CB6A6}"/>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密度が存在する場合の式。すべてのコピュラに密度があるわけではない</a:t>
            </a:r>
          </a:p>
        </p:txBody>
      </p:sp>
    </p:spTree>
    <p:extLst>
      <p:ext uri="{BB962C8B-B14F-4D97-AF65-F5344CB8AC3E}">
        <p14:creationId xmlns:p14="http://schemas.microsoft.com/office/powerpoint/2010/main" val="1898619605"/>
      </p:ext>
    </p:extLst>
  </p:cSld>
</p:sld>
</file>

<file path=ppt/slides/slide1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8F3E065-1142-428E-B9D5-7A5D92E3AA17}"/>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補足：Gaussian copulaの正式な式</a:t>
            </a:r>
          </a:p>
        </p:txBody>
      </p:sp>
      <p:sp>
        <p:nvSpPr>
          <p:cNvPr id="2" name="">
            <a:extLst xmlns:a="http://schemas.openxmlformats.org/drawingml/2006/main">
              <a:ext uri="{FF2B5EF4-FFF2-40B4-BE49-F238E27FC236}">
                <a16:creationId xmlns:a16="http://schemas.microsoft.com/office/drawing/2014/main" id="{832B6C99-B0FF-4043-9AB4-0C5177BB0845}"/>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96ACEA4-511C-4D3A-ACDD-940453F00072}"/>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ΦRは相関Rを持つ、多変量標準正規の累積分布。</a:t>
            </a:r>
          </a:p>
        </p:txBody>
      </p:sp>
      <p:sp>
        <p:nvSpPr>
          <p:cNvPr id="4" name="">
            <a:extLst xmlns:a="http://schemas.openxmlformats.org/drawingml/2006/main">
              <a:ext uri="{FF2B5EF4-FFF2-40B4-BE49-F238E27FC236}">
                <a16:creationId xmlns:a16="http://schemas.microsoft.com/office/drawing/2014/main" id="{BDADCBD4-A879-4C43-AFF0-4B735B4AB83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9FFB704C-D9A0-4865-8A36-1450B70E9736}"/>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47</a:t>
            </a:r>
          </a:p>
        </p:txBody>
      </p:sp>
      <p:sp>
        <p:nvSpPr>
          <p:cNvPr id="6" name="">
            <a:extLst xmlns:a="http://schemas.openxmlformats.org/drawingml/2006/main">
              <a:ext uri="{FF2B5EF4-FFF2-40B4-BE49-F238E27FC236}">
                <a16:creationId xmlns:a16="http://schemas.microsoft.com/office/drawing/2014/main" id="{5C8E8C42-6ADC-481B-B9E2-8E9F004C352A}"/>
              </a:ext>
            </a:extLst>
          </p:cNvPr>
          <p:cNvSpPr>
            <a:spLocks xmlns:a="http://schemas.openxmlformats.org/drawingml/2006/main" noGrp="1"/>
          </p:cNvSpPr>
          <p:nvPr/>
        </p:nvSpPr>
        <p:spPr>
          <a:xfrm xmlns:a="http://schemas.openxmlformats.org/drawingml/2006/main">
            <a:off x="514350" y="19812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0B218BA-909E-4A89-BA68-D76644D276C5}"/>
              </a:ext>
            </a:extLst>
          </p:cNvPr>
          <p:cNvSpPr>
            <a:spLocks xmlns:a="http://schemas.openxmlformats.org/drawingml/2006/main" noGrp="1"/>
          </p:cNvSpPr>
          <p:nvPr/>
        </p:nvSpPr>
        <p:spPr>
          <a:xfrm xmlns:a="http://schemas.openxmlformats.org/drawingml/2006/main">
            <a:off x="704850" y="20764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625" b="1">
                <a:solidFill>
                  <a:srgbClr val="2B6777"/>
                </a:solidFill>
                <a:latin typeface="Noto Sans JP"/>
                <a:ea typeface="Noto Sans JP"/>
                <a:cs typeface="Noto Sans JP"/>
              </a:defRPr>
            </a:pPr>
            <a:r>
              <a:rPr sz="2625" b="1">
                <a:solidFill>
                  <a:srgbClr val="2B6777"/>
                </a:solidFill>
                <a:latin typeface="Noto Sans JP"/>
                <a:ea typeface="Noto Sans JP"/>
                <a:cs typeface="Noto Sans JP"/>
              </a:rPr>
              <a:t>C_R(u₁, …, u_d) = Φ_R(Φ⁻¹(u₁), …, Φ⁻¹(u_d))</a:t>
            </a:r>
          </a:p>
        </p:txBody>
      </p:sp>
      <p:sp>
        <p:nvSpPr>
          <p:cNvPr id="8" name="">
            <a:extLst xmlns:a="http://schemas.openxmlformats.org/drawingml/2006/main">
              <a:ext uri="{FF2B5EF4-FFF2-40B4-BE49-F238E27FC236}">
                <a16:creationId xmlns:a16="http://schemas.microsoft.com/office/drawing/2014/main" id="{50B5F815-D67F-485E-ADC6-3118B4C8F901}"/>
              </a:ext>
            </a:extLst>
          </p:cNvPr>
          <p:cNvSpPr>
            <a:spLocks xmlns:a="http://schemas.openxmlformats.org/drawingml/2006/main" noGrp="1"/>
          </p:cNvSpPr>
          <p:nvPr/>
        </p:nvSpPr>
        <p:spPr>
          <a:xfrm xmlns:a="http://schemas.openxmlformats.org/drawingml/2006/main">
            <a:off x="552450" y="335280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9E3A2021-EE57-40E8-97F8-283CAB5BFE89}"/>
              </a:ext>
            </a:extLst>
          </p:cNvPr>
          <p:cNvSpPr>
            <a:spLocks xmlns:a="http://schemas.openxmlformats.org/drawingml/2006/main" noGrp="1"/>
          </p:cNvSpPr>
          <p:nvPr/>
        </p:nvSpPr>
        <p:spPr>
          <a:xfrm xmlns:a="http://schemas.openxmlformats.org/drawingml/2006/main">
            <a:off x="1257300" y="335280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各 uⱼ を標準正規のしきい値 zⱼへ変換する。</a:t>
            </a:r>
          </a:p>
        </p:txBody>
      </p:sp>
      <p:sp>
        <p:nvSpPr>
          <p:cNvPr id="10" name="">
            <a:extLst xmlns:a="http://schemas.openxmlformats.org/drawingml/2006/main">
              <a:ext uri="{FF2B5EF4-FFF2-40B4-BE49-F238E27FC236}">
                <a16:creationId xmlns:a16="http://schemas.microsoft.com/office/drawing/2014/main" id="{AF75D0B7-C389-42A3-A1C1-A3654EA87470}"/>
              </a:ext>
            </a:extLst>
          </p:cNvPr>
          <p:cNvSpPr>
            <a:spLocks xmlns:a="http://schemas.openxmlformats.org/drawingml/2006/main" noGrp="1"/>
          </p:cNvSpPr>
          <p:nvPr/>
        </p:nvSpPr>
        <p:spPr>
          <a:xfrm xmlns:a="http://schemas.openxmlformats.org/drawingml/2006/main">
            <a:off x="552450" y="4022725"/>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443291B7-2F92-44D1-ACFB-DB0B3442AE14}"/>
              </a:ext>
            </a:extLst>
          </p:cNvPr>
          <p:cNvSpPr>
            <a:spLocks xmlns:a="http://schemas.openxmlformats.org/drawingml/2006/main" noGrp="1"/>
          </p:cNvSpPr>
          <p:nvPr/>
        </p:nvSpPr>
        <p:spPr>
          <a:xfrm xmlns:a="http://schemas.openxmlformats.org/drawingml/2006/main">
            <a:off x="1257300" y="4022725"/>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多変量正規モデルで P(Z₁ ≤ z₁, …, Z_d ≤ z_d) を求める。</a:t>
            </a:r>
          </a:p>
        </p:txBody>
      </p:sp>
      <p:sp>
        <p:nvSpPr>
          <p:cNvPr id="12" name="">
            <a:extLst xmlns:a="http://schemas.openxmlformats.org/drawingml/2006/main">
              <a:ext uri="{FF2B5EF4-FFF2-40B4-BE49-F238E27FC236}">
                <a16:creationId xmlns:a16="http://schemas.microsoft.com/office/drawing/2014/main" id="{99994F14-6037-4B0E-9D8F-0ED7A0671164}"/>
              </a:ext>
            </a:extLst>
          </p:cNvPr>
          <p:cNvSpPr>
            <a:spLocks xmlns:a="http://schemas.openxmlformats.org/drawingml/2006/main" noGrp="1"/>
          </p:cNvSpPr>
          <p:nvPr/>
        </p:nvSpPr>
        <p:spPr>
          <a:xfrm xmlns:a="http://schemas.openxmlformats.org/drawingml/2006/main">
            <a:off x="552450" y="469265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D94C2627-A588-4D44-ABF2-1A0C7E62DD9A}"/>
              </a:ext>
            </a:extLst>
          </p:cNvPr>
          <p:cNvSpPr>
            <a:spLocks xmlns:a="http://schemas.openxmlformats.org/drawingml/2006/main" noGrp="1"/>
          </p:cNvSpPr>
          <p:nvPr/>
        </p:nvSpPr>
        <p:spPr>
          <a:xfrm xmlns:a="http://schemas.openxmlformats.org/drawingml/2006/main">
            <a:off x="1257300" y="469265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Rは、元の特徴のPearson相関行列とは一般に違う。</a:t>
            </a:r>
          </a:p>
        </p:txBody>
      </p:sp>
      <p:sp>
        <p:nvSpPr>
          <p:cNvPr id="14" name="">
            <a:extLst xmlns:a="http://schemas.openxmlformats.org/drawingml/2006/main">
              <a:ext uri="{FF2B5EF4-FFF2-40B4-BE49-F238E27FC236}">
                <a16:creationId xmlns:a16="http://schemas.microsoft.com/office/drawing/2014/main" id="{BCCC09AB-01E6-4945-A981-8D8FBF437FB0}"/>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378131D-F1DF-4DD3-9417-678EC26C3CE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各列の形は自由にし、位置の同時分布へ正規の仮定を置く</a:t>
            </a:r>
          </a:p>
        </p:txBody>
      </p:sp>
    </p:spTree>
    <p:extLst>
      <p:ext uri="{BB962C8B-B14F-4D97-AF65-F5344CB8AC3E}">
        <p14:creationId xmlns:p14="http://schemas.microsoft.com/office/powerpoint/2010/main" val="1604960191"/>
      </p:ext>
    </p:extLst>
  </p:cSld>
</p:sld>
</file>

<file path=ppt/slides/slide1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415C746-CB32-4019-A819-5EE890DF6E07}"/>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補足：多変量の条件付き生成</a:t>
            </a:r>
          </a:p>
        </p:txBody>
      </p:sp>
      <p:sp>
        <p:nvSpPr>
          <p:cNvPr id="2" name="">
            <a:extLst xmlns:a="http://schemas.openxmlformats.org/drawingml/2006/main">
              <a:ext uri="{FF2B5EF4-FFF2-40B4-BE49-F238E27FC236}">
                <a16:creationId xmlns:a16="http://schemas.microsoft.com/office/drawing/2014/main" id="{3F036604-00E0-406A-9969-6C75B45AB31F}"/>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2BD108F-D0E0-471B-99E5-C3596FE3CF69}"/>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M：置換する列、O：そのまま残す列。</a:t>
            </a:r>
          </a:p>
        </p:txBody>
      </p:sp>
      <p:sp>
        <p:nvSpPr>
          <p:cNvPr id="4" name="">
            <a:extLst xmlns:a="http://schemas.openxmlformats.org/drawingml/2006/main">
              <a:ext uri="{FF2B5EF4-FFF2-40B4-BE49-F238E27FC236}">
                <a16:creationId xmlns:a16="http://schemas.microsoft.com/office/drawing/2014/main" id="{CA12BF36-944C-46AD-8FD1-50E8708F93E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2F674471-E17A-4E3F-BDB2-6C3A58846253}"/>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48</a:t>
            </a:r>
          </a:p>
        </p:txBody>
      </p:sp>
      <p:sp>
        <p:nvSpPr>
          <p:cNvPr id="6" name="">
            <a:extLst xmlns:a="http://schemas.openxmlformats.org/drawingml/2006/main">
              <a:ext uri="{FF2B5EF4-FFF2-40B4-BE49-F238E27FC236}">
                <a16:creationId xmlns:a16="http://schemas.microsoft.com/office/drawing/2014/main" id="{3010B875-2909-4605-9B25-94840D10DEA6}"/>
              </a:ext>
            </a:extLst>
          </p:cNvPr>
          <p:cNvSpPr>
            <a:spLocks xmlns:a="http://schemas.openxmlformats.org/drawingml/2006/main" noGrp="1"/>
          </p:cNvSpPr>
          <p:nvPr/>
        </p:nvSpPr>
        <p:spPr>
          <a:xfrm xmlns:a="http://schemas.openxmlformats.org/drawingml/2006/main">
            <a:off x="514350" y="18288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03915F7-0A2C-460E-840E-F59BB09573E6}"/>
              </a:ext>
            </a:extLst>
          </p:cNvPr>
          <p:cNvSpPr>
            <a:spLocks xmlns:a="http://schemas.openxmlformats.org/drawingml/2006/main" noGrp="1"/>
          </p:cNvSpPr>
          <p:nvPr/>
        </p:nvSpPr>
        <p:spPr>
          <a:xfrm xmlns:a="http://schemas.openxmlformats.org/drawingml/2006/main">
            <a:off x="704850" y="19240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850" b="1">
                <a:solidFill>
                  <a:srgbClr val="2B6777"/>
                </a:solidFill>
                <a:latin typeface="Noto Sans JP"/>
                <a:ea typeface="Noto Sans JP"/>
                <a:cs typeface="Noto Sans JP"/>
              </a:defRPr>
            </a:pPr>
            <a:r>
              <a:rPr sz="2850" b="1">
                <a:solidFill>
                  <a:srgbClr val="2B6777"/>
                </a:solidFill>
                <a:latin typeface="Noto Sans JP"/>
                <a:ea typeface="Noto Sans JP"/>
                <a:cs typeface="Noto Sans JP"/>
              </a:rPr>
              <a:t>Z_M | Z_O = z_O ~ N(μ_M|O, Σ_M|O)</a:t>
            </a:r>
          </a:p>
        </p:txBody>
      </p:sp>
      <p:sp>
        <p:nvSpPr>
          <p:cNvPr id="8" name="">
            <a:extLst xmlns:a="http://schemas.openxmlformats.org/drawingml/2006/main">
              <a:ext uri="{FF2B5EF4-FFF2-40B4-BE49-F238E27FC236}">
                <a16:creationId xmlns:a16="http://schemas.microsoft.com/office/drawing/2014/main" id="{64F5D40E-95FF-4DB0-9881-A34481D9CC47}"/>
              </a:ext>
            </a:extLst>
          </p:cNvPr>
          <p:cNvSpPr>
            <a:spLocks xmlns:a="http://schemas.openxmlformats.org/drawingml/2006/main" noGrp="1"/>
          </p:cNvSpPr>
          <p:nvPr/>
        </p:nvSpPr>
        <p:spPr>
          <a:xfrm xmlns:a="http://schemas.openxmlformats.org/drawingml/2006/main">
            <a:off x="514350" y="30575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FC842A5-0880-4381-9C54-8DFB5623F863}"/>
              </a:ext>
            </a:extLst>
          </p:cNvPr>
          <p:cNvSpPr>
            <a:spLocks xmlns:a="http://schemas.openxmlformats.org/drawingml/2006/main" noGrp="1"/>
          </p:cNvSpPr>
          <p:nvPr/>
        </p:nvSpPr>
        <p:spPr>
          <a:xfrm xmlns:a="http://schemas.openxmlformats.org/drawingml/2006/main">
            <a:off x="704850" y="31527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925" b="1">
                <a:solidFill>
                  <a:srgbClr val="2B6777"/>
                </a:solidFill>
                <a:latin typeface="Noto Sans JP"/>
                <a:ea typeface="Noto Sans JP"/>
                <a:cs typeface="Noto Sans JP"/>
              </a:defRPr>
            </a:pPr>
            <a:r>
              <a:rPr sz="2925" b="1">
                <a:solidFill>
                  <a:srgbClr val="2B6777"/>
                </a:solidFill>
                <a:latin typeface="Noto Sans JP"/>
                <a:ea typeface="Noto Sans JP"/>
                <a:cs typeface="Noto Sans JP"/>
              </a:rPr>
              <a:t>μ_M|O = R_MO R_OO⁻¹ z_O</a:t>
            </a:r>
          </a:p>
        </p:txBody>
      </p:sp>
      <p:sp>
        <p:nvSpPr>
          <p:cNvPr id="10" name="">
            <a:extLst xmlns:a="http://schemas.openxmlformats.org/drawingml/2006/main">
              <a:ext uri="{FF2B5EF4-FFF2-40B4-BE49-F238E27FC236}">
                <a16:creationId xmlns:a16="http://schemas.microsoft.com/office/drawing/2014/main" id="{B1B9F68A-53FB-4AC5-9967-35B14507C9D7}"/>
              </a:ext>
            </a:extLst>
          </p:cNvPr>
          <p:cNvSpPr>
            <a:spLocks xmlns:a="http://schemas.openxmlformats.org/drawingml/2006/main" noGrp="1"/>
          </p:cNvSpPr>
          <p:nvPr/>
        </p:nvSpPr>
        <p:spPr>
          <a:xfrm xmlns:a="http://schemas.openxmlformats.org/drawingml/2006/main">
            <a:off x="514350" y="42862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F7E08C3-34FA-44CF-B190-45851925FF19}"/>
              </a:ext>
            </a:extLst>
          </p:cNvPr>
          <p:cNvSpPr>
            <a:spLocks xmlns:a="http://schemas.openxmlformats.org/drawingml/2006/main" noGrp="1"/>
          </p:cNvSpPr>
          <p:nvPr/>
        </p:nvSpPr>
        <p:spPr>
          <a:xfrm xmlns:a="http://schemas.openxmlformats.org/drawingml/2006/main">
            <a:off x="704850" y="43815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700" b="1">
                <a:solidFill>
                  <a:srgbClr val="2B6777"/>
                </a:solidFill>
                <a:latin typeface="Noto Sans JP"/>
                <a:ea typeface="Noto Sans JP"/>
                <a:cs typeface="Noto Sans JP"/>
              </a:defRPr>
            </a:pPr>
            <a:r>
              <a:rPr sz="2700" b="1">
                <a:solidFill>
                  <a:srgbClr val="2B6777"/>
                </a:solidFill>
                <a:latin typeface="Noto Sans JP"/>
                <a:ea typeface="Noto Sans JP"/>
                <a:cs typeface="Noto Sans JP"/>
              </a:rPr>
              <a:t>Σ_M|O = R_MM − R_MO R_OO⁻¹ R_OM</a:t>
            </a:r>
          </a:p>
        </p:txBody>
      </p:sp>
      <p:sp>
        <p:nvSpPr>
          <p:cNvPr id="12" name="">
            <a:extLst xmlns:a="http://schemas.openxmlformats.org/drawingml/2006/main">
              <a:ext uri="{FF2B5EF4-FFF2-40B4-BE49-F238E27FC236}">
                <a16:creationId xmlns:a16="http://schemas.microsoft.com/office/drawing/2014/main" id="{2546E75E-915E-413A-B331-E1ED04E1BD8D}"/>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10CFA52-E966-41E5-AEB0-1F6D5DD7C3AB}"/>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平均で「合う位置」へ移し、共分散で「残るばらつき」を生成する</a:t>
            </a:r>
          </a:p>
        </p:txBody>
      </p:sp>
    </p:spTree>
    <p:extLst>
      <p:ext uri="{BB962C8B-B14F-4D97-AF65-F5344CB8AC3E}">
        <p14:creationId xmlns:p14="http://schemas.microsoft.com/office/powerpoint/2010/main" val="1246295753"/>
      </p:ext>
    </p:extLst>
  </p:cSld>
</p:sld>
</file>

<file path=ppt/slides/slide1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A085985-2450-4632-9531-0669C6E740C3}"/>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補足：実装の数値上の扱い</a:t>
            </a:r>
          </a:p>
        </p:txBody>
      </p:sp>
      <p:sp>
        <p:nvSpPr>
          <p:cNvPr id="2" name="">
            <a:extLst xmlns:a="http://schemas.openxmlformats.org/drawingml/2006/main">
              <a:ext uri="{FF2B5EF4-FFF2-40B4-BE49-F238E27FC236}">
                <a16:creationId xmlns:a16="http://schemas.microsoft.com/office/drawing/2014/main" id="{733C6AE4-BF5D-4F84-9652-C1BFD0E39872}"/>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94072D3-1D99-4A55-9C29-DCD4DF1960EF}"/>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確率端点、相関行列、逆分位点に近似と安定化が入る。</a:t>
            </a:r>
          </a:p>
        </p:txBody>
      </p:sp>
      <p:sp>
        <p:nvSpPr>
          <p:cNvPr id="4" name="">
            <a:extLst xmlns:a="http://schemas.openxmlformats.org/drawingml/2006/main">
              <a:ext uri="{FF2B5EF4-FFF2-40B4-BE49-F238E27FC236}">
                <a16:creationId xmlns:a16="http://schemas.microsoft.com/office/drawing/2014/main" id="{8C9A66D0-3978-4488-9BC0-9718251527F7}"/>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補足・実装</a:t>
            </a:r>
          </a:p>
        </p:txBody>
      </p:sp>
      <p:sp>
        <p:nvSpPr>
          <p:cNvPr id="5" name="">
            <a:extLst xmlns:a="http://schemas.openxmlformats.org/drawingml/2006/main">
              <a:ext uri="{FF2B5EF4-FFF2-40B4-BE49-F238E27FC236}">
                <a16:creationId xmlns:a16="http://schemas.microsoft.com/office/drawing/2014/main" id="{890A14D4-70AF-4F7C-B2D6-01695BCC283B}"/>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49</a:t>
            </a:r>
          </a:p>
        </p:txBody>
      </p:sp>
      <p:graphicFrame>
        <p:nvGraphicFramePr>
          <p:cNvPr id="14" name=""/>
          <p:cNvGraphicFramePr/>
          <p:nvPr/>
        </p:nvGraphicFramePr>
        <p:xfrm>
          <a:off xmlns:a="http://schemas.openxmlformats.org/drawingml/2006/main" x="514350" y="1971675"/>
          <a:ext xmlns:a="http://schemas.openxmlformats.org/drawingml/2006/main" cx="11163300" cy="3352800"/>
        </p:xfrm>
        <a:graphic xmlns:a="http://schemas.openxmlformats.org/drawingml/2006/main">
          <a:graphicData uri="http://schemas.openxmlformats.org/drawingml/2006/table">
            <a:tbl>
              <a:tblPr/>
              <a:tblGrid>
                <a:gridCol w="2667000"/>
                <a:gridCol w="8496300"/>
              </a:tblGrid>
              <a:tr h="558800">
                <a:tc>
                  <a:txBody>
                    <a:bodyPr/>
                    <a:lstStyle/>
                    <a:p>
                      <a:pPr algn="ctr"/>
                      <a:r>
                        <a:rPr sz="1725" b="1">
                          <a:solidFill>
                            <a:srgbClr val="2E7D5B"/>
                          </a:solidFill>
                          <a:latin typeface="Noto Sans JP"/>
                          <a:ea typeface="Noto Sans JP"/>
                          <a:cs typeface="Noto Sans JP"/>
                        </a:rPr>
                        <a:t>段階</a:t>
                      </a:r>
                    </a:p>
                  </a:txBody>
                  <a:tcPr marL="91440" marR="91440" marT="45720" marB="45720" anchor="ctr">
                    <a:solidFill>
                      <a:srgbClr val="E7F2EC"/>
                    </a:solidFill>
                  </a:tcPr>
                </a:tc>
                <a:tc>
                  <a:txBody>
                    <a:bodyPr/>
                    <a:lstStyle/>
                    <a:p>
                      <a:pPr algn="ctr"/>
                      <a:r>
                        <a:rPr sz="1725" b="1">
                          <a:solidFill>
                            <a:srgbClr val="2E7D5B"/>
                          </a:solidFill>
                          <a:latin typeface="Noto Sans JP"/>
                          <a:ea typeface="Noto Sans JP"/>
                          <a:cs typeface="Noto Sans JP"/>
                        </a:rPr>
                        <a:t>現在の実装</a:t>
                      </a:r>
                    </a:p>
                  </a:txBody>
                  <a:tcPr marL="91440" marR="91440" marT="45720" marB="45720" anchor="ctr">
                    <a:solidFill>
                      <a:srgbClr val="E7F2EC"/>
                    </a:solidFill>
                  </a:tcPr>
                </a:tc>
              </a:tr>
              <a:tr h="558800">
                <a:tc>
                  <a:txBody>
                    <a:bodyPr/>
                    <a:lstStyle/>
                    <a:p>
                      <a:pPr algn="ctr"/>
                      <a:r>
                        <a:rPr sz="1725" b="0">
                          <a:solidFill>
                            <a:srgbClr val="222222"/>
                          </a:solidFill>
                          <a:latin typeface="Noto Sans JP"/>
                          <a:ea typeface="Noto Sans JP"/>
                          <a:cs typeface="Noto Sans JP"/>
                        </a:rPr>
                        <a:t>周辺の位置</a:t>
                      </a:r>
                    </a:p>
                  </a:txBody>
                  <a:tcPr marL="91440" marR="91440" marT="45720" marB="45720" anchor="ctr">
                    <a:solidFill>
                      <a:srgbClr val="FFFFFF"/>
                    </a:solidFill>
                  </a:tcPr>
                </a:tc>
                <a:tc>
                  <a:txBody>
                    <a:bodyPr/>
                    <a:lstStyle/>
                    <a:p>
                      <a:pPr algn="ctr"/>
                      <a:r>
                        <a:rPr sz="1725" b="0">
                          <a:solidFill>
                            <a:srgbClr val="222222"/>
                          </a:solidFill>
                          <a:latin typeface="Noto Sans JP"/>
                          <a:ea typeface="Noto Sans JP"/>
                          <a:cs typeface="Noto Sans JP"/>
                        </a:rPr>
                        <a:t>平均順位、u=(r−0.5)/n、[10⁻⁶, 1−10⁻⁶]へクリップ</a:t>
                      </a:r>
                    </a:p>
                  </a:txBody>
                  <a:tcPr marL="91440" marR="91440" marT="45720" marB="45720" anchor="ctr">
                    <a:solidFill>
                      <a:srgbClr val="FFFFFF"/>
                    </a:solidFill>
                  </a:tcPr>
                </a:tc>
              </a:tr>
              <a:tr h="558800">
                <a:tc>
                  <a:txBody>
                    <a:bodyPr/>
                    <a:lstStyle/>
                    <a:p>
                      <a:pPr algn="ctr"/>
                      <a:r>
                        <a:rPr sz="1725" b="0">
                          <a:solidFill>
                            <a:srgbClr val="222222"/>
                          </a:solidFill>
                          <a:latin typeface="Noto Sans JP"/>
                          <a:ea typeface="Noto Sans JP"/>
                          <a:cs typeface="Noto Sans JP"/>
                        </a:rPr>
                        <a:t>相関推定</a:t>
                      </a:r>
                    </a:p>
                  </a:txBody>
                  <a:tcPr marL="91440" marR="91440" marT="45720" marB="45720" anchor="ctr">
                    <a:solidFill>
                      <a:srgbClr val="F6F6F6"/>
                    </a:solidFill>
                  </a:tcPr>
                </a:tc>
                <a:tc>
                  <a:txBody>
                    <a:bodyPr/>
                    <a:lstStyle/>
                    <a:p>
                      <a:pPr algn="ctr"/>
                      <a:r>
                        <a:rPr sz="1725" b="0">
                          <a:solidFill>
                            <a:srgbClr val="222222"/>
                          </a:solidFill>
                          <a:latin typeface="Noto Sans JP"/>
                          <a:ea typeface="Noto Sans JP"/>
                          <a:cs typeface="Noto Sans JP"/>
                        </a:rPr>
                        <a:t>潜在値の相関、0.05の対角縮小、固有値補正</a:t>
                      </a:r>
                    </a:p>
                  </a:txBody>
                  <a:tcPr marL="91440" marR="91440" marT="45720" marB="45720" anchor="ctr">
                    <a:solidFill>
                      <a:srgbClr val="F6F6F6"/>
                    </a:solidFill>
                  </a:tcPr>
                </a:tc>
              </a:tr>
              <a:tr h="558800">
                <a:tc>
                  <a:txBody>
                    <a:bodyPr/>
                    <a:lstStyle/>
                    <a:p>
                      <a:pPr algn="ctr"/>
                      <a:r>
                        <a:rPr sz="1725" b="0">
                          <a:solidFill>
                            <a:srgbClr val="222222"/>
                          </a:solidFill>
                          <a:latin typeface="Noto Sans JP"/>
                          <a:ea typeface="Noto Sans JP"/>
                          <a:cs typeface="Noto Sans JP"/>
                        </a:rPr>
                        <a:t>条件付き生成</a:t>
                      </a:r>
                    </a:p>
                  </a:txBody>
                  <a:tcPr marL="91440" marR="91440" marT="45720" marB="45720" anchor="ctr">
                    <a:solidFill>
                      <a:srgbClr val="FFFFFF"/>
                    </a:solidFill>
                  </a:tcPr>
                </a:tc>
                <a:tc>
                  <a:txBody>
                    <a:bodyPr/>
                    <a:lstStyle/>
                    <a:p>
                      <a:pPr algn="ctr"/>
                      <a:r>
                        <a:rPr sz="1725" b="0">
                          <a:solidFill>
                            <a:srgbClr val="222222"/>
                          </a:solidFill>
                          <a:latin typeface="Noto Sans JP"/>
                          <a:ea typeface="Noto Sans JP"/>
                          <a:cs typeface="Noto Sans JP"/>
                        </a:rPr>
                        <a:t>solve・共分散の対称化・微小対角補正・Cholesky</a:t>
                      </a:r>
                    </a:p>
                  </a:txBody>
                  <a:tcPr marL="91440" marR="91440" marT="45720" marB="45720" anchor="ctr">
                    <a:solidFill>
                      <a:srgbClr val="FFFFFF"/>
                    </a:solidFill>
                  </a:tcPr>
                </a:tc>
              </a:tr>
              <a:tr h="558800">
                <a:tc>
                  <a:txBody>
                    <a:bodyPr/>
                    <a:lstStyle/>
                    <a:p>
                      <a:pPr algn="ctr"/>
                      <a:r>
                        <a:rPr sz="1725" b="0">
                          <a:solidFill>
                            <a:srgbClr val="222222"/>
                          </a:solidFill>
                          <a:latin typeface="Noto Sans JP"/>
                          <a:ea typeface="Noto Sans JP"/>
                          <a:cs typeface="Noto Sans JP"/>
                        </a:rPr>
                        <a:t>元単位へ</a:t>
                      </a:r>
                    </a:p>
                  </a:txBody>
                  <a:tcPr marL="91440" marR="91440" marT="45720" marB="45720" anchor="ctr">
                    <a:solidFill>
                      <a:srgbClr val="F6F6F6"/>
                    </a:solidFill>
                  </a:tcPr>
                </a:tc>
                <a:tc>
                  <a:txBody>
                    <a:bodyPr/>
                    <a:lstStyle/>
                    <a:p>
                      <a:pPr algn="ctr"/>
                      <a:r>
                        <a:rPr sz="1725" b="0">
                          <a:solidFill>
                            <a:srgbClr val="222222"/>
                          </a:solidFill>
                          <a:latin typeface="Noto Sans JP"/>
                          <a:ea typeface="Noto Sans JP"/>
                          <a:cs typeface="Noto Sans JP"/>
                        </a:rPr>
                        <a:t>Φ(z) → 経験分位点を線形補間（未観測の値もあり得る）</a:t>
                      </a:r>
                    </a:p>
                  </a:txBody>
                  <a:tcPr marL="91440" marR="91440" marT="45720" marB="45720" anchor="ctr">
                    <a:solidFill>
                      <a:srgbClr val="F6F6F6"/>
                    </a:solidFill>
                  </a:tcPr>
                </a:tc>
              </a:tr>
              <a:tr h="558800">
                <a:tc>
                  <a:txBody>
                    <a:bodyPr/>
                    <a:lstStyle/>
                    <a:p>
                      <a:pPr algn="ctr"/>
                      <a:r>
                        <a:rPr sz="1725" b="0">
                          <a:solidFill>
                            <a:srgbClr val="222222"/>
                          </a:solidFill>
                          <a:latin typeface="Noto Sans JP"/>
                          <a:ea typeface="Noto Sans JP"/>
                          <a:cs typeface="Noto Sans JP"/>
                        </a:rPr>
                        <a:t>端のマスク</a:t>
                      </a:r>
                    </a:p>
                  </a:txBody>
                  <a:tcPr marL="91440" marR="91440" marT="45720" marB="45720" anchor="ctr">
                    <a:solidFill>
                      <a:srgbClr val="FFFFFF"/>
                    </a:solidFill>
                  </a:tcPr>
                </a:tc>
                <a:tc>
                  <a:txBody>
                    <a:bodyPr/>
                    <a:lstStyle/>
                    <a:p>
                      <a:pPr algn="ctr"/>
                      <a:r>
                        <a:rPr sz="1725" b="0">
                          <a:solidFill>
                            <a:srgbClr val="222222"/>
                          </a:solidFill>
                          <a:latin typeface="Noto Sans JP"/>
                          <a:ea typeface="Noto Sans JP"/>
                          <a:cs typeface="Noto Sans JP"/>
                        </a:rPr>
                        <a:t>マスクなし：変更なし / 全列マスク：無条件同時生成</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B55FA5FA-824D-4958-B4F9-2CF200141F45}"/>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E0F8BB2-2343-4A6F-B585-91C14CB525D1}"/>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理論モデル、推定の近似、学習上の効果を分けて考える</a:t>
            </a:r>
          </a:p>
        </p:txBody>
      </p:sp>
    </p:spTree>
    <p:extLst>
      <p:ext uri="{BB962C8B-B14F-4D97-AF65-F5344CB8AC3E}">
        <p14:creationId xmlns:p14="http://schemas.microsoft.com/office/powerpoint/2010/main" val="2006045891"/>
      </p:ext>
    </p:extLst>
  </p:cSld>
</p:sld>
</file>

<file path=ppt/slides/slide1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88F16C4-6DBB-4EFD-80C1-81A51CC705C9}"/>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補足：Student-t copula</a:t>
            </a:r>
          </a:p>
        </p:txBody>
      </p:sp>
      <p:sp>
        <p:nvSpPr>
          <p:cNvPr id="2" name="">
            <a:extLst xmlns:a="http://schemas.openxmlformats.org/drawingml/2006/main">
              <a:ext uri="{FF2B5EF4-FFF2-40B4-BE49-F238E27FC236}">
                <a16:creationId xmlns:a16="http://schemas.microsoft.com/office/drawing/2014/main" id="{EFD74EB1-BF00-4074-A434-0166604AAB9A}"/>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1972018-4D29-4A84-8226-E84A6BCE7AFA}"/>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上下両側の極端事象の共発生を表せる。</a:t>
            </a:r>
          </a:p>
        </p:txBody>
      </p:sp>
      <p:sp>
        <p:nvSpPr>
          <p:cNvPr id="4" name="">
            <a:extLst xmlns:a="http://schemas.openxmlformats.org/drawingml/2006/main">
              <a:ext uri="{FF2B5EF4-FFF2-40B4-BE49-F238E27FC236}">
                <a16:creationId xmlns:a16="http://schemas.microsoft.com/office/drawing/2014/main" id="{007895C6-1DF0-442B-AFEF-B8A0599426D5}"/>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補足・種類</a:t>
            </a:r>
          </a:p>
        </p:txBody>
      </p:sp>
      <p:sp>
        <p:nvSpPr>
          <p:cNvPr id="5" name="">
            <a:extLst xmlns:a="http://schemas.openxmlformats.org/drawingml/2006/main">
              <a:ext uri="{FF2B5EF4-FFF2-40B4-BE49-F238E27FC236}">
                <a16:creationId xmlns:a16="http://schemas.microsoft.com/office/drawing/2014/main" id="{C1F39EBF-10EA-4420-97CD-EA355FFAC793}"/>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50</a:t>
            </a:r>
          </a:p>
        </p:txBody>
      </p:sp>
      <p:sp>
        <p:nvSpPr>
          <p:cNvPr id="6" name="">
            <a:extLst xmlns:a="http://schemas.openxmlformats.org/drawingml/2006/main">
              <a:ext uri="{FF2B5EF4-FFF2-40B4-BE49-F238E27FC236}">
                <a16:creationId xmlns:a16="http://schemas.microsoft.com/office/drawing/2014/main" id="{FB936D3D-AFFC-4B0A-8450-BD92F5BBFD0F}"/>
              </a:ext>
            </a:extLst>
          </p:cNvPr>
          <p:cNvSpPr>
            <a:spLocks xmlns:a="http://schemas.openxmlformats.org/drawingml/2006/main" noGrp="1"/>
          </p:cNvSpPr>
          <p:nvPr/>
        </p:nvSpPr>
        <p:spPr>
          <a:xfrm xmlns:a="http://schemas.openxmlformats.org/drawingml/2006/main">
            <a:off x="514350" y="19907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B145CC9-3576-4A5A-9C73-01519DA7691C}"/>
              </a:ext>
            </a:extLst>
          </p:cNvPr>
          <p:cNvSpPr>
            <a:spLocks xmlns:a="http://schemas.openxmlformats.org/drawingml/2006/main" noGrp="1"/>
          </p:cNvSpPr>
          <p:nvPr/>
        </p:nvSpPr>
        <p:spPr>
          <a:xfrm xmlns:a="http://schemas.openxmlformats.org/drawingml/2006/main">
            <a:off x="704850" y="20859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775" b="1">
                <a:solidFill>
                  <a:srgbClr val="2B6777"/>
                </a:solidFill>
                <a:latin typeface="Noto Sans JP"/>
                <a:ea typeface="Noto Sans JP"/>
                <a:cs typeface="Noto Sans JP"/>
              </a:defRPr>
            </a:pPr>
            <a:r>
              <a:rPr sz="2775" b="1">
                <a:solidFill>
                  <a:srgbClr val="2B6777"/>
                </a:solidFill>
                <a:latin typeface="Noto Sans JP"/>
                <a:ea typeface="Noto Sans JP"/>
                <a:cs typeface="Noto Sans JP"/>
              </a:rPr>
              <a:t>C_ν,R(u) = t_ν,R(t_ν⁻¹(u₁), …, t_ν⁻¹(u_d))</a:t>
            </a:r>
          </a:p>
        </p:txBody>
      </p:sp>
      <p:sp>
        <p:nvSpPr>
          <p:cNvPr id="8" name="">
            <a:extLst xmlns:a="http://schemas.openxmlformats.org/drawingml/2006/main">
              <a:ext uri="{FF2B5EF4-FFF2-40B4-BE49-F238E27FC236}">
                <a16:creationId xmlns:a16="http://schemas.microsoft.com/office/drawing/2014/main" id="{31F5C013-9ADC-4B80-A71C-5D790B4CF7EC}"/>
              </a:ext>
            </a:extLst>
          </p:cNvPr>
          <p:cNvSpPr>
            <a:spLocks xmlns:a="http://schemas.openxmlformats.org/drawingml/2006/main" noGrp="1"/>
          </p:cNvSpPr>
          <p:nvPr/>
        </p:nvSpPr>
        <p:spPr>
          <a:xfrm xmlns:a="http://schemas.openxmlformats.org/drawingml/2006/main">
            <a:off x="514350" y="3400425"/>
            <a:ext cx="5314950" cy="182880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0A39134-002B-48FF-A5E3-372F0599F855}"/>
              </a:ext>
            </a:extLst>
          </p:cNvPr>
          <p:cNvSpPr>
            <a:spLocks xmlns:a="http://schemas.openxmlformats.org/drawingml/2006/main" noGrp="1"/>
          </p:cNvSpPr>
          <p:nvPr/>
        </p:nvSpPr>
        <p:spPr>
          <a:xfrm xmlns:a="http://schemas.openxmlformats.org/drawingml/2006/main">
            <a:off x="704850" y="351472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向く可能性がある状況</a:t>
            </a:r>
          </a:p>
        </p:txBody>
      </p:sp>
      <p:sp>
        <p:nvSpPr>
          <p:cNvPr id="10" name="">
            <a:extLst xmlns:a="http://schemas.openxmlformats.org/drawingml/2006/main">
              <a:ext uri="{FF2B5EF4-FFF2-40B4-BE49-F238E27FC236}">
                <a16:creationId xmlns:a16="http://schemas.microsoft.com/office/drawing/2014/main" id="{0D626350-352D-4100-BF32-9777E1AC0CC7}"/>
              </a:ext>
            </a:extLst>
          </p:cNvPr>
          <p:cNvSpPr>
            <a:spLocks xmlns:a="http://schemas.openxmlformats.org/drawingml/2006/main" noGrp="1"/>
          </p:cNvSpPr>
          <p:nvPr/>
        </p:nvSpPr>
        <p:spPr>
          <a:xfrm xmlns:a="http://schemas.openxmlformats.org/drawingml/2006/main">
            <a:off x="704850" y="4067175"/>
            <a:ext cx="49339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極端に大きい値と小さい値の</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両方で、共発生が重要。</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金融・リスク等の依存のモデル。</a:t>
            </a:r>
          </a:p>
        </p:txBody>
      </p:sp>
      <p:sp>
        <p:nvSpPr>
          <p:cNvPr id="11" name="">
            <a:extLst xmlns:a="http://schemas.openxmlformats.org/drawingml/2006/main">
              <a:ext uri="{FF2B5EF4-FFF2-40B4-BE49-F238E27FC236}">
                <a16:creationId xmlns:a16="http://schemas.microsoft.com/office/drawing/2014/main" id="{3A90678C-2DAC-4407-B2CD-074274E60D43}"/>
              </a:ext>
            </a:extLst>
          </p:cNvPr>
          <p:cNvSpPr>
            <a:spLocks xmlns:a="http://schemas.openxmlformats.org/drawingml/2006/main" noGrp="1"/>
          </p:cNvSpPr>
          <p:nvPr/>
        </p:nvSpPr>
        <p:spPr>
          <a:xfrm xmlns:a="http://schemas.openxmlformats.org/drawingml/2006/main">
            <a:off x="6076950" y="3400425"/>
            <a:ext cx="5600700" cy="182880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83690F5-1EE0-4C57-A411-A6D8C6E4ACDA}"/>
              </a:ext>
            </a:extLst>
          </p:cNvPr>
          <p:cNvSpPr>
            <a:spLocks xmlns:a="http://schemas.openxmlformats.org/drawingml/2006/main" noGrp="1"/>
          </p:cNvSpPr>
          <p:nvPr/>
        </p:nvSpPr>
        <p:spPr>
          <a:xfrm xmlns:a="http://schemas.openxmlformats.org/drawingml/2006/main">
            <a:off x="6267450" y="351472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注意点</a:t>
            </a:r>
          </a:p>
        </p:txBody>
      </p:sp>
      <p:sp>
        <p:nvSpPr>
          <p:cNvPr id="13" name="">
            <a:extLst xmlns:a="http://schemas.openxmlformats.org/drawingml/2006/main">
              <a:ext uri="{FF2B5EF4-FFF2-40B4-BE49-F238E27FC236}">
                <a16:creationId xmlns:a16="http://schemas.microsoft.com/office/drawing/2014/main" id="{A7B27AEB-7793-4C76-A0C0-6BA6D1E2ED0F}"/>
              </a:ext>
            </a:extLst>
          </p:cNvPr>
          <p:cNvSpPr>
            <a:spLocks xmlns:a="http://schemas.openxmlformats.org/drawingml/2006/main" noGrp="1"/>
          </p:cNvSpPr>
          <p:nvPr/>
        </p:nvSpPr>
        <p:spPr>
          <a:xfrm xmlns:a="http://schemas.openxmlformats.org/drawingml/2006/main">
            <a:off x="6267450" y="4067175"/>
            <a:ext cx="5219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自由度νの推定が必要。</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裾のサンプルが少ないと不安定。</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周辺の重い裾とは別の話。</a:t>
            </a:r>
          </a:p>
        </p:txBody>
      </p:sp>
      <p:sp>
        <p:nvSpPr>
          <p:cNvPr id="14" name="">
            <a:extLst xmlns:a="http://schemas.openxmlformats.org/drawingml/2006/main">
              <a:ext uri="{FF2B5EF4-FFF2-40B4-BE49-F238E27FC236}">
                <a16:creationId xmlns:a16="http://schemas.microsoft.com/office/drawing/2014/main" id="{CB198785-0B11-423C-8A35-B480D8ED9545}"/>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448E39C-B540-4841-89B8-FC6CD1FC5294}"/>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次の候補。ただし追加パラメータが性能を保証するわけではない</a:t>
            </a:r>
          </a:p>
        </p:txBody>
      </p:sp>
    </p:spTree>
    <p:extLst>
      <p:ext uri="{BB962C8B-B14F-4D97-AF65-F5344CB8AC3E}">
        <p14:creationId xmlns:p14="http://schemas.microsoft.com/office/powerpoint/2010/main" val="1564701376"/>
      </p:ext>
    </p:extLst>
  </p:cSld>
</p:sld>
</file>

<file path=ppt/slides/slide1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0249BF3-7EDE-4349-889C-7A4A06A2CBD1}"/>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補足：Clayton copula</a:t>
            </a:r>
          </a:p>
        </p:txBody>
      </p:sp>
      <p:sp>
        <p:nvSpPr>
          <p:cNvPr id="2" name="">
            <a:extLst xmlns:a="http://schemas.openxmlformats.org/drawingml/2006/main">
              <a:ext uri="{FF2B5EF4-FFF2-40B4-BE49-F238E27FC236}">
                <a16:creationId xmlns:a16="http://schemas.microsoft.com/office/drawing/2014/main" id="{34463D71-3993-4932-ACD1-F62BDE4234BB}"/>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62395A1-9F74-47C5-B257-4EA4A504C204}"/>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小さい側の位置が一緒になる、下側の裾依存。</a:t>
            </a:r>
          </a:p>
        </p:txBody>
      </p:sp>
      <p:sp>
        <p:nvSpPr>
          <p:cNvPr id="4" name="">
            <a:extLst xmlns:a="http://schemas.openxmlformats.org/drawingml/2006/main">
              <a:ext uri="{FF2B5EF4-FFF2-40B4-BE49-F238E27FC236}">
                <a16:creationId xmlns:a16="http://schemas.microsoft.com/office/drawing/2014/main" id="{A4B65B04-ABEA-459C-A15A-C60A26954E40}"/>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補足・種類</a:t>
            </a:r>
          </a:p>
        </p:txBody>
      </p:sp>
      <p:sp>
        <p:nvSpPr>
          <p:cNvPr id="5" name="">
            <a:extLst xmlns:a="http://schemas.openxmlformats.org/drawingml/2006/main">
              <a:ext uri="{FF2B5EF4-FFF2-40B4-BE49-F238E27FC236}">
                <a16:creationId xmlns:a16="http://schemas.microsoft.com/office/drawing/2014/main" id="{4BA32631-0A2C-43CE-A200-8771BB967B22}"/>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51</a:t>
            </a:r>
          </a:p>
        </p:txBody>
      </p:sp>
      <p:sp>
        <p:nvSpPr>
          <p:cNvPr id="6" name="">
            <a:extLst xmlns:a="http://schemas.openxmlformats.org/drawingml/2006/main">
              <a:ext uri="{FF2B5EF4-FFF2-40B4-BE49-F238E27FC236}">
                <a16:creationId xmlns:a16="http://schemas.microsoft.com/office/drawing/2014/main" id="{3FE38AD3-8984-465D-903C-4E928C03D2ED}"/>
              </a:ext>
            </a:extLst>
          </p:cNvPr>
          <p:cNvSpPr>
            <a:spLocks xmlns:a="http://schemas.openxmlformats.org/drawingml/2006/main" noGrp="1"/>
          </p:cNvSpPr>
          <p:nvPr/>
        </p:nvSpPr>
        <p:spPr>
          <a:xfrm xmlns:a="http://schemas.openxmlformats.org/drawingml/2006/main">
            <a:off x="514350" y="19716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C0553DB-0215-4176-80B1-D77D2D8C05B5}"/>
              </a:ext>
            </a:extLst>
          </p:cNvPr>
          <p:cNvSpPr>
            <a:spLocks xmlns:a="http://schemas.openxmlformats.org/drawingml/2006/main" noGrp="1"/>
          </p:cNvSpPr>
          <p:nvPr/>
        </p:nvSpPr>
        <p:spPr>
          <a:xfrm xmlns:a="http://schemas.openxmlformats.org/drawingml/2006/main">
            <a:off x="704850" y="20669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700" b="1">
                <a:solidFill>
                  <a:srgbClr val="2B6777"/>
                </a:solidFill>
                <a:latin typeface="Noto Sans JP"/>
                <a:ea typeface="Noto Sans JP"/>
                <a:cs typeface="Noto Sans JP"/>
              </a:defRPr>
            </a:pPr>
            <a:r>
              <a:rPr sz="2700" b="1">
                <a:solidFill>
                  <a:srgbClr val="2B6777"/>
                </a:solidFill>
                <a:latin typeface="Noto Sans JP"/>
                <a:ea typeface="Noto Sans JP"/>
                <a:cs typeface="Noto Sans JP"/>
              </a:rPr>
              <a:t>C_θ(u,v) = (u⁻ᶿ + v⁻ᶿ − 1)^(−1/θ) ,  θ &gt; 0</a:t>
            </a:r>
          </a:p>
        </p:txBody>
      </p:sp>
      <p:sp>
        <p:nvSpPr>
          <p:cNvPr id="8" name="">
            <a:extLst xmlns:a="http://schemas.openxmlformats.org/drawingml/2006/main">
              <a:ext uri="{FF2B5EF4-FFF2-40B4-BE49-F238E27FC236}">
                <a16:creationId xmlns:a16="http://schemas.microsoft.com/office/drawing/2014/main" id="{8B62BDAE-25C7-47D9-AC21-BB02AAB1372C}"/>
              </a:ext>
            </a:extLst>
          </p:cNvPr>
          <p:cNvSpPr>
            <a:spLocks xmlns:a="http://schemas.openxmlformats.org/drawingml/2006/main" noGrp="1"/>
          </p:cNvSpPr>
          <p:nvPr/>
        </p:nvSpPr>
        <p:spPr>
          <a:xfrm xmlns:a="http://schemas.openxmlformats.org/drawingml/2006/main">
            <a:off x="552450" y="335280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A9A9FCEB-ABF1-4386-9546-44AE07F312B2}"/>
              </a:ext>
            </a:extLst>
          </p:cNvPr>
          <p:cNvSpPr>
            <a:spLocks xmlns:a="http://schemas.openxmlformats.org/drawingml/2006/main" noGrp="1"/>
          </p:cNvSpPr>
          <p:nvPr/>
        </p:nvSpPr>
        <p:spPr>
          <a:xfrm xmlns:a="http://schemas.openxmlformats.org/drawingml/2006/main">
            <a:off x="1257300" y="335280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下位の収益・小さい測定値が同時に起こる依存に合う。</a:t>
            </a:r>
          </a:p>
        </p:txBody>
      </p:sp>
      <p:sp>
        <p:nvSpPr>
          <p:cNvPr id="10" name="">
            <a:extLst xmlns:a="http://schemas.openxmlformats.org/drawingml/2006/main">
              <a:ext uri="{FF2B5EF4-FFF2-40B4-BE49-F238E27FC236}">
                <a16:creationId xmlns:a16="http://schemas.microsoft.com/office/drawing/2014/main" id="{71EC9851-3BC9-4626-8C07-CDF57A2953C0}"/>
              </a:ext>
            </a:extLst>
          </p:cNvPr>
          <p:cNvSpPr>
            <a:spLocks xmlns:a="http://schemas.openxmlformats.org/drawingml/2006/main" noGrp="1"/>
          </p:cNvSpPr>
          <p:nvPr/>
        </p:nvSpPr>
        <p:spPr>
          <a:xfrm xmlns:a="http://schemas.openxmlformats.org/drawingml/2006/main">
            <a:off x="552450" y="4022725"/>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CAF9BD44-C9AD-4237-BB7A-E46851ACA5F0}"/>
              </a:ext>
            </a:extLst>
          </p:cNvPr>
          <p:cNvSpPr>
            <a:spLocks xmlns:a="http://schemas.openxmlformats.org/drawingml/2006/main" noGrp="1"/>
          </p:cNvSpPr>
          <p:nvPr/>
        </p:nvSpPr>
        <p:spPr>
          <a:xfrm xmlns:a="http://schemas.openxmlformats.org/drawingml/2006/main">
            <a:off x="1257300" y="4022725"/>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下側裾：λL = 2⁻¹/θ、上側裾：λU = 0。</a:t>
            </a:r>
          </a:p>
        </p:txBody>
      </p:sp>
      <p:sp>
        <p:nvSpPr>
          <p:cNvPr id="12" name="">
            <a:extLst xmlns:a="http://schemas.openxmlformats.org/drawingml/2006/main">
              <a:ext uri="{FF2B5EF4-FFF2-40B4-BE49-F238E27FC236}">
                <a16:creationId xmlns:a16="http://schemas.microsoft.com/office/drawing/2014/main" id="{751F7069-83AD-4AB8-A5FD-0DC94ED791D6}"/>
              </a:ext>
            </a:extLst>
          </p:cNvPr>
          <p:cNvSpPr>
            <a:spLocks xmlns:a="http://schemas.openxmlformats.org/drawingml/2006/main" noGrp="1"/>
          </p:cNvSpPr>
          <p:nvPr/>
        </p:nvSpPr>
        <p:spPr>
          <a:xfrm xmlns:a="http://schemas.openxmlformats.org/drawingml/2006/main">
            <a:off x="552450" y="469265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99810F23-552C-439A-A6D4-96E4604B3C1D}"/>
              </a:ext>
            </a:extLst>
          </p:cNvPr>
          <p:cNvSpPr>
            <a:spLocks xmlns:a="http://schemas.openxmlformats.org/drawingml/2006/main" noGrp="1"/>
          </p:cNvSpPr>
          <p:nvPr/>
        </p:nvSpPr>
        <p:spPr>
          <a:xfrm xmlns:a="http://schemas.openxmlformats.org/drawingml/2006/main">
            <a:off x="1257300" y="469265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単一θの多変量形は、列ごとの関係の違いを表しにくい。</a:t>
            </a:r>
          </a:p>
        </p:txBody>
      </p:sp>
      <p:sp>
        <p:nvSpPr>
          <p:cNvPr id="14" name="">
            <a:extLst xmlns:a="http://schemas.openxmlformats.org/drawingml/2006/main">
              <a:ext uri="{FF2B5EF4-FFF2-40B4-BE49-F238E27FC236}">
                <a16:creationId xmlns:a16="http://schemas.microsoft.com/office/drawing/2014/main" id="{25EF2CE2-EE26-45D5-B992-B1BF9D973781}"/>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8FF4393-A236-48AE-A09D-3208E0EC085B}"/>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片側の裾依存を明示して選ぶ。万能な非線形モデルではない</a:t>
            </a:r>
          </a:p>
        </p:txBody>
      </p:sp>
    </p:spTree>
    <p:extLst>
      <p:ext uri="{BB962C8B-B14F-4D97-AF65-F5344CB8AC3E}">
        <p14:creationId xmlns:p14="http://schemas.microsoft.com/office/powerpoint/2010/main" val="1234328261"/>
      </p:ext>
    </p:extLst>
  </p:cSld>
</p:sld>
</file>

<file path=ppt/slides/slide1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021E042-FDB3-40B7-A093-9AAE89BE9B91}"/>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補足：Gumbel copulaとJoe</a:t>
            </a:r>
          </a:p>
        </p:txBody>
      </p:sp>
      <p:sp>
        <p:nvSpPr>
          <p:cNvPr id="2" name="">
            <a:extLst xmlns:a="http://schemas.openxmlformats.org/drawingml/2006/main">
              <a:ext uri="{FF2B5EF4-FFF2-40B4-BE49-F238E27FC236}">
                <a16:creationId xmlns:a16="http://schemas.microsoft.com/office/drawing/2014/main" id="{D0CBC117-421D-443B-94D1-4DECF6D487DA}"/>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CF4010E-23BA-4DA0-8CC1-DAADDF6EA6EE}"/>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大きい側の位置が一緒になる、上側の裾依存。</a:t>
            </a:r>
          </a:p>
        </p:txBody>
      </p:sp>
      <p:sp>
        <p:nvSpPr>
          <p:cNvPr id="4" name="">
            <a:extLst xmlns:a="http://schemas.openxmlformats.org/drawingml/2006/main">
              <a:ext uri="{FF2B5EF4-FFF2-40B4-BE49-F238E27FC236}">
                <a16:creationId xmlns:a16="http://schemas.microsoft.com/office/drawing/2014/main" id="{CF667B0A-13B5-4EBC-BB31-A84F793D3908}"/>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補足・種類</a:t>
            </a:r>
          </a:p>
        </p:txBody>
      </p:sp>
      <p:sp>
        <p:nvSpPr>
          <p:cNvPr id="5" name="">
            <a:extLst xmlns:a="http://schemas.openxmlformats.org/drawingml/2006/main">
              <a:ext uri="{FF2B5EF4-FFF2-40B4-BE49-F238E27FC236}">
                <a16:creationId xmlns:a16="http://schemas.microsoft.com/office/drawing/2014/main" id="{83279F78-9E46-4861-B1AB-CDF5878F1999}"/>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52</a:t>
            </a:r>
          </a:p>
        </p:txBody>
      </p:sp>
      <p:sp>
        <p:nvSpPr>
          <p:cNvPr id="6" name="">
            <a:extLst xmlns:a="http://schemas.openxmlformats.org/drawingml/2006/main">
              <a:ext uri="{FF2B5EF4-FFF2-40B4-BE49-F238E27FC236}">
                <a16:creationId xmlns:a16="http://schemas.microsoft.com/office/drawing/2014/main" id="{EA7FCC03-8C60-41F5-B9FE-EB6609051F27}"/>
              </a:ext>
            </a:extLst>
          </p:cNvPr>
          <p:cNvSpPr>
            <a:spLocks xmlns:a="http://schemas.openxmlformats.org/drawingml/2006/main" noGrp="1"/>
          </p:cNvSpPr>
          <p:nvPr/>
        </p:nvSpPr>
        <p:spPr>
          <a:xfrm xmlns:a="http://schemas.openxmlformats.org/drawingml/2006/main">
            <a:off x="514350" y="19621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9129973-1FFF-4D24-BDA9-E46B414D8C82}"/>
              </a:ext>
            </a:extLst>
          </p:cNvPr>
          <p:cNvSpPr>
            <a:spLocks xmlns:a="http://schemas.openxmlformats.org/drawingml/2006/main" noGrp="1"/>
          </p:cNvSpPr>
          <p:nvPr/>
        </p:nvSpPr>
        <p:spPr>
          <a:xfrm xmlns:a="http://schemas.openxmlformats.org/drawingml/2006/main">
            <a:off x="704850" y="20574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C_θ(u,v) = exp{−[(−ln u)ᶿ + (−ln v)ᶿ]^(1/θ)}</a:t>
            </a:r>
          </a:p>
        </p:txBody>
      </p:sp>
      <p:graphicFrame>
        <p:nvGraphicFramePr>
          <p:cNvPr id="18" name=""/>
          <p:cNvGraphicFramePr/>
          <p:nvPr/>
        </p:nvGraphicFramePr>
        <p:xfrm>
          <a:off xmlns:a="http://schemas.openxmlformats.org/drawingml/2006/main" x="514350" y="3381375"/>
          <a:ext xmlns:a="http://schemas.openxmlformats.org/drawingml/2006/main" cx="11163300" cy="1990725"/>
        </p:xfrm>
        <a:graphic xmlns:a="http://schemas.openxmlformats.org/drawingml/2006/main">
          <a:graphicData uri="http://schemas.openxmlformats.org/drawingml/2006/table">
            <a:tbl>
              <a:tblPr/>
              <a:tblGrid>
                <a:gridCol w="2667000"/>
                <a:gridCol w="8496300"/>
              </a:tblGrid>
              <a:tr h="497681">
                <a:tc>
                  <a:txBody>
                    <a:bodyPr/>
                    <a:lstStyle/>
                    <a:p>
                      <a:pPr algn="ctr"/>
                      <a:r>
                        <a:rPr sz="1875" b="1">
                          <a:solidFill>
                            <a:srgbClr val="2E7D5B"/>
                          </a:solidFill>
                          <a:latin typeface="Noto Sans JP"/>
                          <a:ea typeface="Noto Sans JP"/>
                          <a:cs typeface="Noto Sans JP"/>
                        </a:rPr>
                        <a:t>Gumbelの設定</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特徴</a:t>
                      </a:r>
                    </a:p>
                  </a:txBody>
                  <a:tcPr marL="91440" marR="91440" marT="45720" marB="45720" anchor="ctr">
                    <a:solidFill>
                      <a:srgbClr val="E7F2EC"/>
                    </a:solidFill>
                  </a:tcPr>
                </a:tc>
              </a:tr>
              <a:tr h="497681">
                <a:tc>
                  <a:txBody>
                    <a:bodyPr/>
                    <a:lstStyle/>
                    <a:p>
                      <a:pPr algn="ctr"/>
                      <a:r>
                        <a:rPr sz="1875" b="0">
                          <a:solidFill>
                            <a:srgbClr val="222222"/>
                          </a:solidFill>
                          <a:latin typeface="Noto Sans JP"/>
                          <a:ea typeface="Noto Sans JP"/>
                          <a:cs typeface="Noto Sans JP"/>
                        </a:rPr>
                        <a:t>θ ≥ 1 / θ = 1</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θ=1なら独立。θが大きいほど強い依存。</a:t>
                      </a:r>
                    </a:p>
                  </a:txBody>
                  <a:tcPr marL="91440" marR="91440" marT="45720" marB="45720" anchor="ctr">
                    <a:solidFill>
                      <a:srgbClr val="FFFFFF"/>
                    </a:solidFill>
                  </a:tcPr>
                </a:tc>
              </a:tr>
              <a:tr h="497681">
                <a:tc>
                  <a:txBody>
                    <a:bodyPr/>
                    <a:lstStyle/>
                    <a:p>
                      <a:pPr algn="ctr"/>
                      <a:r>
                        <a:rPr sz="1875" b="0">
                          <a:solidFill>
                            <a:srgbClr val="222222"/>
                          </a:solidFill>
                          <a:latin typeface="Noto Sans JP"/>
                          <a:ea typeface="Noto Sans JP"/>
                          <a:cs typeface="Noto Sans JP"/>
                        </a:rPr>
                        <a:t>裾依存</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λU = 2 − 2¹/θ、λL = 0</a:t>
                      </a:r>
                    </a:p>
                  </a:txBody>
                  <a:tcPr marL="91440" marR="91440" marT="45720" marB="45720" anchor="ctr">
                    <a:solidFill>
                      <a:srgbClr val="F6F6F6"/>
                    </a:solidFill>
                  </a:tcPr>
                </a:tc>
              </a:tr>
              <a:tr h="497681">
                <a:tc>
                  <a:txBody>
                    <a:bodyPr/>
                    <a:lstStyle/>
                    <a:p>
                      <a:pPr algn="ctr"/>
                      <a:r>
                        <a:rPr sz="1875" b="0">
                          <a:solidFill>
                            <a:srgbClr val="222222"/>
                          </a:solidFill>
                          <a:latin typeface="Noto Sans JP"/>
                          <a:ea typeface="Noto Sans JP"/>
                          <a:cs typeface="Noto Sans JP"/>
                        </a:rPr>
                        <a:t>Joeとの関係</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Joeも上側裾依存。同じ裾係数でも内部の形は違う。</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7A86607A-43DC-429A-B14B-1CCE30E5D885}"/>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967E93E-112A-43B6-B95B-7FADEAC96E10}"/>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大雨・需要急増等、上側の共発生が重要なときの候補</a:t>
            </a:r>
          </a:p>
        </p:txBody>
      </p:sp>
    </p:spTree>
    <p:extLst>
      <p:ext uri="{BB962C8B-B14F-4D97-AF65-F5344CB8AC3E}">
        <p14:creationId xmlns:p14="http://schemas.microsoft.com/office/powerpoint/2010/main" val="1849102836"/>
      </p:ext>
    </p:extLst>
  </p:cSld>
</p:sld>
</file>

<file path=ppt/slides/slide1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9CF313D-9E51-4AD5-A302-6C418DCEF05E}"/>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補足：Frank copula</a:t>
            </a:r>
          </a:p>
        </p:txBody>
      </p:sp>
      <p:sp>
        <p:nvSpPr>
          <p:cNvPr id="2" name="">
            <a:extLst xmlns:a="http://schemas.openxmlformats.org/drawingml/2006/main">
              <a:ext uri="{FF2B5EF4-FFF2-40B4-BE49-F238E27FC236}">
                <a16:creationId xmlns:a16="http://schemas.microsoft.com/office/drawing/2014/main" id="{25653DA5-8977-487F-80FA-2EEB89D25361}"/>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4FACA49-F850-44E2-8949-18695D1916E2}"/>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中央付近も含むなめらかな依存。上下の裾依存係数は0。</a:t>
            </a:r>
          </a:p>
        </p:txBody>
      </p:sp>
      <p:sp>
        <p:nvSpPr>
          <p:cNvPr id="4" name="">
            <a:extLst xmlns:a="http://schemas.openxmlformats.org/drawingml/2006/main">
              <a:ext uri="{FF2B5EF4-FFF2-40B4-BE49-F238E27FC236}">
                <a16:creationId xmlns:a16="http://schemas.microsoft.com/office/drawing/2014/main" id="{FAE6C0DC-C0D0-432E-B08F-D28DAD27C244}"/>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補足・種類</a:t>
            </a:r>
          </a:p>
        </p:txBody>
      </p:sp>
      <p:sp>
        <p:nvSpPr>
          <p:cNvPr id="5" name="">
            <a:extLst xmlns:a="http://schemas.openxmlformats.org/drawingml/2006/main">
              <a:ext uri="{FF2B5EF4-FFF2-40B4-BE49-F238E27FC236}">
                <a16:creationId xmlns:a16="http://schemas.microsoft.com/office/drawing/2014/main" id="{EEDBCC1B-0B88-477E-9ADC-F0B8C01F6B8A}"/>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53</a:t>
            </a:r>
          </a:p>
        </p:txBody>
      </p:sp>
      <p:sp>
        <p:nvSpPr>
          <p:cNvPr id="6" name="">
            <a:extLst xmlns:a="http://schemas.openxmlformats.org/drawingml/2006/main">
              <a:ext uri="{FF2B5EF4-FFF2-40B4-BE49-F238E27FC236}">
                <a16:creationId xmlns:a16="http://schemas.microsoft.com/office/drawing/2014/main" id="{9F3B527A-9841-41D9-A313-D316D4D9325D}"/>
              </a:ext>
            </a:extLst>
          </p:cNvPr>
          <p:cNvSpPr>
            <a:spLocks xmlns:a="http://schemas.openxmlformats.org/drawingml/2006/main" noGrp="1"/>
          </p:cNvSpPr>
          <p:nvPr/>
        </p:nvSpPr>
        <p:spPr>
          <a:xfrm xmlns:a="http://schemas.openxmlformats.org/drawingml/2006/main">
            <a:off x="514350" y="19335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3E0A3B5-39E6-4BC1-AFE9-529CD1C2C1D0}"/>
              </a:ext>
            </a:extLst>
          </p:cNvPr>
          <p:cNvSpPr>
            <a:spLocks xmlns:a="http://schemas.openxmlformats.org/drawingml/2006/main" noGrp="1"/>
          </p:cNvSpPr>
          <p:nvPr/>
        </p:nvSpPr>
        <p:spPr>
          <a:xfrm xmlns:a="http://schemas.openxmlformats.org/drawingml/2006/main">
            <a:off x="704850" y="20288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100" b="1">
                <a:solidFill>
                  <a:srgbClr val="2B6777"/>
                </a:solidFill>
                <a:latin typeface="Noto Sans JP"/>
                <a:ea typeface="Noto Sans JP"/>
                <a:cs typeface="Noto Sans JP"/>
              </a:defRPr>
            </a:pPr>
            <a:r>
              <a:rPr sz="2100" b="1">
                <a:solidFill>
                  <a:srgbClr val="2B6777"/>
                </a:solidFill>
                <a:latin typeface="Noto Sans JP"/>
                <a:ea typeface="Noto Sans JP"/>
                <a:cs typeface="Noto Sans JP"/>
              </a:rPr>
              <a:t>C_θ(u,v) = −(1/θ) ln[1 + (e^(−θu) − 1)(e^(−θv) − 1)/(e^(−θ) − 1)]</a:t>
            </a:r>
          </a:p>
        </p:txBody>
      </p:sp>
      <p:sp>
        <p:nvSpPr>
          <p:cNvPr id="8" name="">
            <a:extLst xmlns:a="http://schemas.openxmlformats.org/drawingml/2006/main">
              <a:ext uri="{FF2B5EF4-FFF2-40B4-BE49-F238E27FC236}">
                <a16:creationId xmlns:a16="http://schemas.microsoft.com/office/drawing/2014/main" id="{C08EAE76-B8A5-44E9-B2AC-A26841F33D79}"/>
              </a:ext>
            </a:extLst>
          </p:cNvPr>
          <p:cNvSpPr>
            <a:spLocks xmlns:a="http://schemas.openxmlformats.org/drawingml/2006/main" noGrp="1"/>
          </p:cNvSpPr>
          <p:nvPr/>
        </p:nvSpPr>
        <p:spPr>
          <a:xfrm xmlns:a="http://schemas.openxmlformats.org/drawingml/2006/main">
            <a:off x="552450" y="335280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ED3C5FF8-14A7-4785-B097-DBC1AE785908}"/>
              </a:ext>
            </a:extLst>
          </p:cNvPr>
          <p:cNvSpPr>
            <a:spLocks xmlns:a="http://schemas.openxmlformats.org/drawingml/2006/main" noGrp="1"/>
          </p:cNvSpPr>
          <p:nvPr/>
        </p:nvSpPr>
        <p:spPr>
          <a:xfrm xmlns:a="http://schemas.openxmlformats.org/drawingml/2006/main">
            <a:off x="1257300" y="335280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二変量ではθ&gt;0で正の依存、θ&lt;0で負の依存。</a:t>
            </a:r>
          </a:p>
        </p:txBody>
      </p:sp>
      <p:sp>
        <p:nvSpPr>
          <p:cNvPr id="10" name="">
            <a:extLst xmlns:a="http://schemas.openxmlformats.org/drawingml/2006/main">
              <a:ext uri="{FF2B5EF4-FFF2-40B4-BE49-F238E27FC236}">
                <a16:creationId xmlns:a16="http://schemas.microsoft.com/office/drawing/2014/main" id="{BE59DC22-ED38-46E6-A618-FEAB600A5185}"/>
              </a:ext>
            </a:extLst>
          </p:cNvPr>
          <p:cNvSpPr>
            <a:spLocks xmlns:a="http://schemas.openxmlformats.org/drawingml/2006/main" noGrp="1"/>
          </p:cNvSpPr>
          <p:nvPr/>
        </p:nvSpPr>
        <p:spPr>
          <a:xfrm xmlns:a="http://schemas.openxmlformats.org/drawingml/2006/main">
            <a:off x="552450" y="4022725"/>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9C1F36C5-749C-488E-97B2-A21984CB6BC5}"/>
              </a:ext>
            </a:extLst>
          </p:cNvPr>
          <p:cNvSpPr>
            <a:spLocks xmlns:a="http://schemas.openxmlformats.org/drawingml/2006/main" noGrp="1"/>
          </p:cNvSpPr>
          <p:nvPr/>
        </p:nvSpPr>
        <p:spPr>
          <a:xfrm xmlns:a="http://schemas.openxmlformats.org/drawingml/2006/main">
            <a:off x="1257300" y="4022725"/>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θ→0で独立。上下の裾依存係数は0。</a:t>
            </a:r>
          </a:p>
        </p:txBody>
      </p:sp>
      <p:sp>
        <p:nvSpPr>
          <p:cNvPr id="12" name="">
            <a:extLst xmlns:a="http://schemas.openxmlformats.org/drawingml/2006/main">
              <a:ext uri="{FF2B5EF4-FFF2-40B4-BE49-F238E27FC236}">
                <a16:creationId xmlns:a16="http://schemas.microsoft.com/office/drawing/2014/main" id="{85FD4D90-F4AA-4CC9-BDAD-12A32E1AC719}"/>
              </a:ext>
            </a:extLst>
          </p:cNvPr>
          <p:cNvSpPr>
            <a:spLocks xmlns:a="http://schemas.openxmlformats.org/drawingml/2006/main" noGrp="1"/>
          </p:cNvSpPr>
          <p:nvPr/>
        </p:nvSpPr>
        <p:spPr>
          <a:xfrm xmlns:a="http://schemas.openxmlformats.org/drawingml/2006/main">
            <a:off x="552450" y="469265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F327DFCA-AD53-4E1C-A001-2FD5C2EBC7BB}"/>
              </a:ext>
            </a:extLst>
          </p:cNvPr>
          <p:cNvSpPr>
            <a:spLocks xmlns:a="http://schemas.openxmlformats.org/drawingml/2006/main" noGrp="1"/>
          </p:cNvSpPr>
          <p:nvPr/>
        </p:nvSpPr>
        <p:spPr>
          <a:xfrm xmlns:a="http://schemas.openxmlformats.org/drawingml/2006/main">
            <a:off x="1257300" y="469265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極端な共発生より、中央を含む関係を重視する候補。</a:t>
            </a:r>
          </a:p>
        </p:txBody>
      </p:sp>
      <p:sp>
        <p:nvSpPr>
          <p:cNvPr id="14" name="">
            <a:extLst xmlns:a="http://schemas.openxmlformats.org/drawingml/2006/main">
              <a:ext uri="{FF2B5EF4-FFF2-40B4-BE49-F238E27FC236}">
                <a16:creationId xmlns:a16="http://schemas.microsoft.com/office/drawing/2014/main" id="{1C2870A0-FED0-4886-AA93-CB2B1FEDE1EE}"/>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BD07917-007E-45DC-ADD8-F7BAC1FD1FA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「裾依存が0」でも、全範囲で独立という意味ではない</a:t>
            </a:r>
          </a:p>
        </p:txBody>
      </p:sp>
    </p:spTree>
    <p:extLst>
      <p:ext uri="{BB962C8B-B14F-4D97-AF65-F5344CB8AC3E}">
        <p14:creationId xmlns:p14="http://schemas.microsoft.com/office/powerpoint/2010/main" val="312933993"/>
      </p:ext>
    </p:extLst>
  </p:cSld>
</p:sld>
</file>

<file path=ppt/slides/slide1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C3E78F1-C90D-4823-A9D3-5DA2B37BF0CE}"/>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補足：回転・Vine・ノンパラメトリック</a:t>
            </a:r>
          </a:p>
        </p:txBody>
      </p:sp>
      <p:sp>
        <p:nvSpPr>
          <p:cNvPr id="2" name="">
            <a:extLst xmlns:a="http://schemas.openxmlformats.org/drawingml/2006/main">
              <a:ext uri="{FF2B5EF4-FFF2-40B4-BE49-F238E27FC236}">
                <a16:creationId xmlns:a16="http://schemas.microsoft.com/office/drawing/2014/main" id="{18910CA7-F040-468D-9AAB-1E1C71565367}"/>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12761E3-B0DD-4FBA-97CC-9B57FC8D56A6}"/>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単一の家族では足りない関係を、別の構成で扱う。</a:t>
            </a:r>
          </a:p>
        </p:txBody>
      </p:sp>
      <p:sp>
        <p:nvSpPr>
          <p:cNvPr id="4" name="">
            <a:extLst xmlns:a="http://schemas.openxmlformats.org/drawingml/2006/main">
              <a:ext uri="{FF2B5EF4-FFF2-40B4-BE49-F238E27FC236}">
                <a16:creationId xmlns:a16="http://schemas.microsoft.com/office/drawing/2014/main" id="{30B606A6-5504-4D65-84D4-65B3A76B4BF3}"/>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補足・種類</a:t>
            </a:r>
          </a:p>
        </p:txBody>
      </p:sp>
      <p:sp>
        <p:nvSpPr>
          <p:cNvPr id="5" name="">
            <a:extLst xmlns:a="http://schemas.openxmlformats.org/drawingml/2006/main">
              <a:ext uri="{FF2B5EF4-FFF2-40B4-BE49-F238E27FC236}">
                <a16:creationId xmlns:a16="http://schemas.microsoft.com/office/drawing/2014/main" id="{4CC2AF50-5451-43F6-9D0D-7610BAB81200}"/>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54</a:t>
            </a:r>
          </a:p>
        </p:txBody>
      </p:sp>
      <p:graphicFrame>
        <p:nvGraphicFramePr>
          <p:cNvPr id="14" name=""/>
          <p:cNvGraphicFramePr/>
          <p:nvPr/>
        </p:nvGraphicFramePr>
        <p:xfrm>
          <a:off xmlns:a="http://schemas.openxmlformats.org/drawingml/2006/main" x="514350" y="2143125"/>
          <a:ext xmlns:a="http://schemas.openxmlformats.org/drawingml/2006/main" cx="11163300" cy="2647950"/>
        </p:xfrm>
        <a:graphic xmlns:a="http://schemas.openxmlformats.org/drawingml/2006/main">
          <a:graphicData uri="http://schemas.openxmlformats.org/drawingml/2006/table">
            <a:tbl>
              <a:tblPr/>
              <a:tblGrid>
                <a:gridCol w="3721100"/>
                <a:gridCol w="3721100"/>
                <a:gridCol w="3721100"/>
              </a:tblGrid>
              <a:tr h="661988">
                <a:tc>
                  <a:txBody>
                    <a:bodyPr/>
                    <a:lstStyle/>
                    <a:p>
                      <a:pPr algn="ctr"/>
                      <a:r>
                        <a:rPr sz="1950" b="1">
                          <a:solidFill>
                            <a:srgbClr val="2E7D5B"/>
                          </a:solidFill>
                          <a:latin typeface="Noto Sans JP"/>
                          <a:ea typeface="Noto Sans JP"/>
                          <a:cs typeface="Noto Sans JP"/>
                        </a:rPr>
                        <a:t>構成</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特徴</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注意点</a:t>
                      </a:r>
                    </a:p>
                  </a:txBody>
                  <a:tcPr marL="91440" marR="91440" marT="45720" marB="45720" anchor="ctr">
                    <a:solidFill>
                      <a:srgbClr val="E7F2EC"/>
                    </a:solidFill>
                  </a:tcPr>
                </a:tc>
              </a:tr>
              <a:tr h="661988">
                <a:tc>
                  <a:txBody>
                    <a:bodyPr/>
                    <a:lstStyle/>
                    <a:p>
                      <a:pPr algn="ctr"/>
                      <a:r>
                        <a:rPr sz="1950" b="0">
                          <a:solidFill>
                            <a:srgbClr val="222222"/>
                          </a:solidFill>
                          <a:latin typeface="Noto Sans JP"/>
                          <a:ea typeface="Noto Sans JP"/>
                          <a:cs typeface="Noto Sans JP"/>
                        </a:rPr>
                        <a:t>回転コピュラ</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依存の強いコーナーを変える</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90°・180°・270°で意味が異なる</a:t>
                      </a:r>
                    </a:p>
                  </a:txBody>
                  <a:tcPr marL="91440" marR="91440" marT="45720" marB="45720" anchor="ctr">
                    <a:solidFill>
                      <a:srgbClr val="FFFFFF"/>
                    </a:solidFill>
                  </a:tcPr>
                </a:tc>
              </a:tr>
              <a:tr h="661988">
                <a:tc>
                  <a:txBody>
                    <a:bodyPr/>
                    <a:lstStyle/>
                    <a:p>
                      <a:pPr algn="ctr"/>
                      <a:r>
                        <a:rPr sz="1950" b="0">
                          <a:solidFill>
                            <a:srgbClr val="222222"/>
                          </a:solidFill>
                          <a:latin typeface="Noto Sans JP"/>
                          <a:ea typeface="Noto Sans JP"/>
                          <a:cs typeface="Noto Sans JP"/>
                        </a:rPr>
                        <a:t>Vine</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ペアごとに別の家族を組合せる</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構造・家族選択と条件付き計算が複雑</a:t>
                      </a:r>
                    </a:p>
                  </a:txBody>
                  <a:tcPr marL="91440" marR="91440" marT="45720" marB="45720" anchor="ctr">
                    <a:solidFill>
                      <a:srgbClr val="F6F6F6"/>
                    </a:solidFill>
                  </a:tcPr>
                </a:tc>
              </a:tr>
              <a:tr h="661988">
                <a:tc>
                  <a:txBody>
                    <a:bodyPr/>
                    <a:lstStyle/>
                    <a:p>
                      <a:pPr algn="ctr"/>
                      <a:r>
                        <a:rPr sz="1950" b="0">
                          <a:solidFill>
                            <a:srgbClr val="222222"/>
                          </a:solidFill>
                          <a:latin typeface="Noto Sans JP"/>
                          <a:ea typeface="Noto Sans JP"/>
                          <a:cs typeface="Noto Sans JP"/>
                        </a:rPr>
                        <a:t>経験 / 平滑化コピュラ</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特定家族の形を強く仮定しない</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十分な標本が必要。高次元で疎になる</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C67CF583-58C1-4B06-B3CD-A62DD4FB6A02}"/>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C8EF504-9908-4633-867C-B4735F8FEFB5}"/>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柔軟さと、サンプル数・推定の安定性・計算量を比較する</a:t>
            </a:r>
          </a:p>
        </p:txBody>
      </p:sp>
    </p:spTree>
    <p:extLst>
      <p:ext uri="{BB962C8B-B14F-4D97-AF65-F5344CB8AC3E}">
        <p14:creationId xmlns:p14="http://schemas.microsoft.com/office/powerpoint/2010/main" val="248049636"/>
      </p:ext>
    </p:extLst>
  </p:cSld>
</p:sld>
</file>

<file path=ppt/slides/slide1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A30EF34-5C52-4BEE-80A4-B8D0CCA20E06}"/>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補足：順序変数とは？</a:t>
            </a:r>
          </a:p>
        </p:txBody>
      </p:sp>
      <p:sp>
        <p:nvSpPr>
          <p:cNvPr id="2" name="">
            <a:extLst xmlns:a="http://schemas.openxmlformats.org/drawingml/2006/main">
              <a:ext uri="{FF2B5EF4-FFF2-40B4-BE49-F238E27FC236}">
                <a16:creationId xmlns:a16="http://schemas.microsoft.com/office/drawing/2014/main" id="{FF190D53-A59E-4EB3-B522-2EFEA72A8825}"/>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EBE601C-5A40-47F7-8A29-EBE8674A70D3}"/>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順番はあるが、カテゴリ間の差が同じとは限らない変数。</a:t>
            </a:r>
          </a:p>
        </p:txBody>
      </p:sp>
      <p:sp>
        <p:nvSpPr>
          <p:cNvPr id="4" name="">
            <a:extLst xmlns:a="http://schemas.openxmlformats.org/drawingml/2006/main">
              <a:ext uri="{FF2B5EF4-FFF2-40B4-BE49-F238E27FC236}">
                <a16:creationId xmlns:a16="http://schemas.microsoft.com/office/drawing/2014/main" id="{52CB9BD8-3792-4D53-B32A-8ACF2071607C}"/>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補足・先行研究</a:t>
            </a:r>
          </a:p>
        </p:txBody>
      </p:sp>
      <p:sp>
        <p:nvSpPr>
          <p:cNvPr id="5" name="">
            <a:extLst xmlns:a="http://schemas.openxmlformats.org/drawingml/2006/main">
              <a:ext uri="{FF2B5EF4-FFF2-40B4-BE49-F238E27FC236}">
                <a16:creationId xmlns:a16="http://schemas.microsoft.com/office/drawing/2014/main" id="{267CA42B-6ED5-4A30-817A-5065D0605E49}"/>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55</a:t>
            </a:r>
          </a:p>
        </p:txBody>
      </p:sp>
      <p:graphicFrame>
        <p:nvGraphicFramePr>
          <p:cNvPr id="15" name=""/>
          <p:cNvGraphicFramePr/>
          <p:nvPr/>
        </p:nvGraphicFramePr>
        <p:xfrm>
          <a:off xmlns:a="http://schemas.openxmlformats.org/drawingml/2006/main" x="514350" y="2076450"/>
          <a:ext xmlns:a="http://schemas.openxmlformats.org/drawingml/2006/main" cx="11163300" cy="2466975"/>
        </p:xfrm>
        <a:graphic xmlns:a="http://schemas.openxmlformats.org/drawingml/2006/main">
          <a:graphicData uri="http://schemas.openxmlformats.org/drawingml/2006/table">
            <a:tbl>
              <a:tblPr/>
              <a:tblGrid>
                <a:gridCol w="3721100"/>
                <a:gridCol w="3721100"/>
                <a:gridCol w="3721100"/>
              </a:tblGrid>
              <a:tr h="616744">
                <a:tc>
                  <a:txBody>
                    <a:bodyPr/>
                    <a:lstStyle/>
                    <a:p>
                      <a:pPr algn="ctr"/>
                      <a:r>
                        <a:rPr sz="2025" b="1">
                          <a:solidFill>
                            <a:srgbClr val="2E7D5B"/>
                          </a:solidFill>
                          <a:latin typeface="Noto Sans JP"/>
                          <a:ea typeface="Noto Sans JP"/>
                          <a:cs typeface="Noto Sans JP"/>
                        </a:rPr>
                        <a:t>型</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例</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考えるべきこと</a:t>
                      </a:r>
                    </a:p>
                  </a:txBody>
                  <a:tcPr marL="91440" marR="91440" marT="45720" marB="45720" anchor="ctr">
                    <a:solidFill>
                      <a:srgbClr val="E7F2EC"/>
                    </a:solidFill>
                  </a:tcPr>
                </a:tc>
              </a:tr>
              <a:tr h="616744">
                <a:tc>
                  <a:txBody>
                    <a:bodyPr/>
                    <a:lstStyle/>
                    <a:p>
                      <a:pPr algn="ctr"/>
                      <a:r>
                        <a:rPr sz="2025" b="0">
                          <a:solidFill>
                            <a:srgbClr val="222222"/>
                          </a:solidFill>
                          <a:latin typeface="Noto Sans JP"/>
                          <a:ea typeface="Noto Sans JP"/>
                          <a:cs typeface="Noto Sans JP"/>
                        </a:rPr>
                        <a:t>連続</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身長・体重</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値と差が意味を持つ</a:t>
                      </a:r>
                    </a:p>
                  </a:txBody>
                  <a:tcPr marL="91440" marR="91440" marT="45720" marB="45720" anchor="ctr">
                    <a:solidFill>
                      <a:srgbClr val="FFFFFF"/>
                    </a:solidFill>
                  </a:tcPr>
                </a:tc>
              </a:tr>
              <a:tr h="616744">
                <a:tc>
                  <a:txBody>
                    <a:bodyPr/>
                    <a:lstStyle/>
                    <a:p>
                      <a:pPr algn="ctr"/>
                      <a:r>
                        <a:rPr sz="2025" b="0">
                          <a:solidFill>
                            <a:srgbClr val="222222"/>
                          </a:solidFill>
                          <a:latin typeface="Noto Sans JP"/>
                          <a:ea typeface="Noto Sans JP"/>
                          <a:cs typeface="Noto Sans JP"/>
                        </a:rPr>
                        <a:t>順序</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満足度：低・中・高 / 評価1〜5</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大小の順番はある。間隔は保証されない。</a:t>
                      </a:r>
                    </a:p>
                  </a:txBody>
                  <a:tcPr marL="91440" marR="91440" marT="45720" marB="45720" anchor="ctr">
                    <a:solidFill>
                      <a:srgbClr val="F6F6F6"/>
                    </a:solidFill>
                  </a:tcPr>
                </a:tc>
              </a:tr>
              <a:tr h="616744">
                <a:tc>
                  <a:txBody>
                    <a:bodyPr/>
                    <a:lstStyle/>
                    <a:p>
                      <a:pPr algn="ctr"/>
                      <a:r>
                        <a:rPr sz="2025" b="0">
                          <a:solidFill>
                            <a:srgbClr val="222222"/>
                          </a:solidFill>
                          <a:latin typeface="Noto Sans JP"/>
                          <a:ea typeface="Noto Sans JP"/>
                          <a:cs typeface="Noto Sans JP"/>
                        </a:rPr>
                        <a:t>名義</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血液型・地域名</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自然な大小の順序がない</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EBEA60F4-9FB5-468A-91C7-17A04ABFACB5}"/>
              </a:ext>
            </a:extLst>
          </p:cNvPr>
          <p:cNvSpPr>
            <a:spLocks xmlns:a="http://schemas.openxmlformats.org/drawingml/2006/main" noGrp="1"/>
          </p:cNvSpPr>
          <p:nvPr/>
        </p:nvSpPr>
        <p:spPr>
          <a:xfrm xmlns:a="http://schemas.openxmlformats.org/drawingml/2006/main">
            <a:off x="619125" y="48101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B6777"/>
                </a:solidFill>
                <a:latin typeface="Noto Sans JP"/>
                <a:ea typeface="Noto Sans JP"/>
                <a:cs typeface="Noto Sans JP"/>
              </a:defRPr>
            </a:pPr>
            <a:r>
              <a:rPr sz="2100" b="1">
                <a:solidFill>
                  <a:srgbClr val="2B6777"/>
                </a:solidFill>
                <a:latin typeface="Noto Sans JP"/>
                <a:ea typeface="Noto Sans JP"/>
                <a:cs typeface="Noto Sans JP"/>
              </a:rPr>
              <a:t>順序モデルの例：Z ≤ τ₁なら「低」、τ₁ &lt; Z ≤ τ₂なら「中」。</a:t>
            </a:r>
          </a:p>
        </p:txBody>
      </p:sp>
      <p:sp>
        <p:nvSpPr>
          <p:cNvPr id="8" name="">
            <a:extLst xmlns:a="http://schemas.openxmlformats.org/drawingml/2006/main">
              <a:ext uri="{FF2B5EF4-FFF2-40B4-BE49-F238E27FC236}">
                <a16:creationId xmlns:a16="http://schemas.microsoft.com/office/drawing/2014/main" id="{5F13EDD4-4621-46E4-B0EB-A94FC0747A09}"/>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67646A7-D083-4742-840A-590ABC78FCD6}"/>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今の連続特徴用の実装を、カテゴリへそのまま広げない</a:t>
            </a:r>
          </a:p>
        </p:txBody>
      </p:sp>
    </p:spTree>
    <p:extLst>
      <p:ext uri="{BB962C8B-B14F-4D97-AF65-F5344CB8AC3E}">
        <p14:creationId xmlns:p14="http://schemas.microsoft.com/office/powerpoint/2010/main" val="764548195"/>
      </p:ext>
    </p:extLst>
  </p:cSld>
</p:sld>
</file>

<file path=ppt/slides/slide1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862BE8F-584A-4B17-BBA8-0A23F8944E1D}"/>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補足：混合型の欠損補完研究との接続</a:t>
            </a:r>
          </a:p>
        </p:txBody>
      </p:sp>
      <p:sp>
        <p:nvSpPr>
          <p:cNvPr id="2" name="">
            <a:extLst xmlns:a="http://schemas.openxmlformats.org/drawingml/2006/main">
              <a:ext uri="{FF2B5EF4-FFF2-40B4-BE49-F238E27FC236}">
                <a16:creationId xmlns:a16="http://schemas.microsoft.com/office/drawing/2014/main" id="{CA7859DE-496F-4F98-A0A0-71D442886373}"/>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C568450-2728-4630-896A-A8449353081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Zhao &amp; Udell (2020)：Gaussian copulaで連続・順序変数を補完。</a:t>
            </a:r>
          </a:p>
        </p:txBody>
      </p:sp>
      <p:sp>
        <p:nvSpPr>
          <p:cNvPr id="4" name="">
            <a:extLst xmlns:a="http://schemas.openxmlformats.org/drawingml/2006/main">
              <a:ext uri="{FF2B5EF4-FFF2-40B4-BE49-F238E27FC236}">
                <a16:creationId xmlns:a16="http://schemas.microsoft.com/office/drawing/2014/main" id="{80B018DE-BE73-437E-B54D-F88F28A5009E}"/>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補足・先行研究</a:t>
            </a:r>
          </a:p>
        </p:txBody>
      </p:sp>
      <p:sp>
        <p:nvSpPr>
          <p:cNvPr id="5" name="">
            <a:extLst xmlns:a="http://schemas.openxmlformats.org/drawingml/2006/main">
              <a:ext uri="{FF2B5EF4-FFF2-40B4-BE49-F238E27FC236}">
                <a16:creationId xmlns:a16="http://schemas.microsoft.com/office/drawing/2014/main" id="{D4BDCED1-069C-4E09-8D7B-4C1966B1E96E}"/>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56</a:t>
            </a:r>
          </a:p>
        </p:txBody>
      </p:sp>
      <p:sp>
        <p:nvSpPr>
          <p:cNvPr id="6" name="">
            <a:extLst xmlns:a="http://schemas.openxmlformats.org/drawingml/2006/main">
              <a:ext uri="{FF2B5EF4-FFF2-40B4-BE49-F238E27FC236}">
                <a16:creationId xmlns:a16="http://schemas.microsoft.com/office/drawing/2014/main" id="{8B371EF7-C991-4243-8527-79D330D26E4F}"/>
              </a:ext>
            </a:extLst>
          </p:cNvPr>
          <p:cNvSpPr>
            <a:spLocks xmlns:a="http://schemas.openxmlformats.org/drawingml/2006/main" noGrp="1"/>
          </p:cNvSpPr>
          <p:nvPr/>
        </p:nvSpPr>
        <p:spPr>
          <a:xfrm xmlns:a="http://schemas.openxmlformats.org/drawingml/2006/main">
            <a:off x="552450" y="1943100"/>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AB30766C-65EA-40D6-AFE9-7CE102A99553}"/>
              </a:ext>
            </a:extLst>
          </p:cNvPr>
          <p:cNvSpPr>
            <a:spLocks xmlns:a="http://schemas.openxmlformats.org/drawingml/2006/main" noGrp="1"/>
          </p:cNvSpPr>
          <p:nvPr/>
        </p:nvSpPr>
        <p:spPr>
          <a:xfrm xmlns:a="http://schemas.openxmlformats.org/drawingml/2006/main">
            <a:off x="1257300" y="1943100"/>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背景：実データには連続値と、順序カテゴリ、欠損が混在する。</a:t>
            </a:r>
          </a:p>
        </p:txBody>
      </p:sp>
      <p:sp>
        <p:nvSpPr>
          <p:cNvPr id="8" name="">
            <a:extLst xmlns:a="http://schemas.openxmlformats.org/drawingml/2006/main">
              <a:ext uri="{FF2B5EF4-FFF2-40B4-BE49-F238E27FC236}">
                <a16:creationId xmlns:a16="http://schemas.microsoft.com/office/drawing/2014/main" id="{74D87BE2-54F9-4E0E-9FB7-A1663747E992}"/>
              </a:ext>
            </a:extLst>
          </p:cNvPr>
          <p:cNvSpPr>
            <a:spLocks xmlns:a="http://schemas.openxmlformats.org/drawingml/2006/main" noGrp="1"/>
          </p:cNvSpPr>
          <p:nvPr/>
        </p:nvSpPr>
        <p:spPr>
          <a:xfrm xmlns:a="http://schemas.openxmlformats.org/drawingml/2006/main">
            <a:off x="552450" y="2752725"/>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A691AE3D-01B3-4125-94B2-2FFC0DD2B9CB}"/>
              </a:ext>
            </a:extLst>
          </p:cNvPr>
          <p:cNvSpPr>
            <a:spLocks xmlns:a="http://schemas.openxmlformats.org/drawingml/2006/main" noGrp="1"/>
          </p:cNvSpPr>
          <p:nvPr/>
        </p:nvSpPr>
        <p:spPr>
          <a:xfrm xmlns:a="http://schemas.openxmlformats.org/drawingml/2006/main">
            <a:off x="1257300" y="2752725"/>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手法：各型を潜在正規の値／区間として扱い、EMで依存を推定。</a:t>
            </a:r>
          </a:p>
        </p:txBody>
      </p:sp>
      <p:sp>
        <p:nvSpPr>
          <p:cNvPr id="10" name="">
            <a:extLst xmlns:a="http://schemas.openxmlformats.org/drawingml/2006/main">
              <a:ext uri="{FF2B5EF4-FFF2-40B4-BE49-F238E27FC236}">
                <a16:creationId xmlns:a16="http://schemas.microsoft.com/office/drawing/2014/main" id="{E98F5EAA-3F03-467B-BA22-344B3BDEBC6D}"/>
              </a:ext>
            </a:extLst>
          </p:cNvPr>
          <p:cNvSpPr>
            <a:spLocks xmlns:a="http://schemas.openxmlformats.org/drawingml/2006/main" noGrp="1"/>
          </p:cNvSpPr>
          <p:nvPr/>
        </p:nvSpPr>
        <p:spPr>
          <a:xfrm xmlns:a="http://schemas.openxmlformats.org/drawingml/2006/main">
            <a:off x="552450" y="3562350"/>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0075833F-9FEE-4B73-8817-83285AEB3FB8}"/>
              </a:ext>
            </a:extLst>
          </p:cNvPr>
          <p:cNvSpPr>
            <a:spLocks xmlns:a="http://schemas.openxmlformats.org/drawingml/2006/main" noGrp="1"/>
          </p:cNvSpPr>
          <p:nvPr/>
        </p:nvSpPr>
        <p:spPr>
          <a:xfrm xmlns:a="http://schemas.openxmlformats.org/drawingml/2006/main">
            <a:off x="1257300" y="3562350"/>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目的：観測値を条件に、欠損値を補う。</a:t>
            </a:r>
          </a:p>
        </p:txBody>
      </p:sp>
      <p:sp>
        <p:nvSpPr>
          <p:cNvPr id="12" name="">
            <a:extLst xmlns:a="http://schemas.openxmlformats.org/drawingml/2006/main">
              <a:ext uri="{FF2B5EF4-FFF2-40B4-BE49-F238E27FC236}">
                <a16:creationId xmlns:a16="http://schemas.microsoft.com/office/drawing/2014/main" id="{3069F034-79D1-43C5-8B83-2C9AA76C9D93}"/>
              </a:ext>
            </a:extLst>
          </p:cNvPr>
          <p:cNvSpPr>
            <a:spLocks xmlns:a="http://schemas.openxmlformats.org/drawingml/2006/main" noGrp="1"/>
          </p:cNvSpPr>
          <p:nvPr/>
        </p:nvSpPr>
        <p:spPr>
          <a:xfrm xmlns:a="http://schemas.openxmlformats.org/drawingml/2006/main">
            <a:off x="552450" y="4371975"/>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0BB81459-552D-49AF-93A9-83C2D368E8E0}"/>
              </a:ext>
            </a:extLst>
          </p:cNvPr>
          <p:cNvSpPr>
            <a:spLocks xmlns:a="http://schemas.openxmlformats.org/drawingml/2006/main" noGrp="1"/>
          </p:cNvSpPr>
          <p:nvPr/>
        </p:nvSpPr>
        <p:spPr>
          <a:xfrm xmlns:a="http://schemas.openxmlformats.org/drawingml/2006/main">
            <a:off x="1257300" y="4371975"/>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本研究：条件付けと型の扱いを参考にし、補完から拡張へつなぐ。</a:t>
            </a:r>
          </a:p>
        </p:txBody>
      </p:sp>
      <p:sp>
        <p:nvSpPr>
          <p:cNvPr id="14" name="">
            <a:extLst xmlns:a="http://schemas.openxmlformats.org/drawingml/2006/main">
              <a:ext uri="{FF2B5EF4-FFF2-40B4-BE49-F238E27FC236}">
                <a16:creationId xmlns:a16="http://schemas.microsoft.com/office/drawing/2014/main" id="{9B83AFFC-C1DF-4D5D-A682-2A654E2DBF8E}"/>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97F70C4-BEAF-48AD-979B-A5A7B9D9B21C}"/>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接続できるのは生成の設計。欠損補完の結果は、拡張の効果の証明ではない</a:t>
            </a:r>
          </a:p>
        </p:txBody>
      </p:sp>
    </p:spTree>
    <p:extLst>
      <p:ext uri="{BB962C8B-B14F-4D97-AF65-F5344CB8AC3E}">
        <p14:creationId xmlns:p14="http://schemas.microsoft.com/office/powerpoint/2010/main" val="701707540"/>
      </p:ext>
    </p:extLst>
  </p:cSld>
</p:sld>
</file>

<file path=ppt/slides/slide1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D9FE14F-2340-41C4-9B42-01004F6290C2}"/>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補足：説明可能性の研究との接続</a:t>
            </a:r>
          </a:p>
        </p:txBody>
      </p:sp>
      <p:sp>
        <p:nvSpPr>
          <p:cNvPr id="2" name="">
            <a:extLst xmlns:a="http://schemas.openxmlformats.org/drawingml/2006/main">
              <a:ext uri="{FF2B5EF4-FFF2-40B4-BE49-F238E27FC236}">
                <a16:creationId xmlns:a16="http://schemas.microsoft.com/office/drawing/2014/main" id="{E08597B5-32B1-4596-BE11-66ED4808D7DA}"/>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5989A62-DBA8-4E38-BA78-DE0C0304866C}"/>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Aas, Jullum &amp; Løland (2021)：依存を考慮したShapley値の近似。</a:t>
            </a:r>
          </a:p>
        </p:txBody>
      </p:sp>
      <p:sp>
        <p:nvSpPr>
          <p:cNvPr id="4" name="">
            <a:extLst xmlns:a="http://schemas.openxmlformats.org/drawingml/2006/main">
              <a:ext uri="{FF2B5EF4-FFF2-40B4-BE49-F238E27FC236}">
                <a16:creationId xmlns:a16="http://schemas.microsoft.com/office/drawing/2014/main" id="{499127B3-6E3A-42A1-851C-7AD5F5BBE63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補足・先行研究</a:t>
            </a:r>
          </a:p>
        </p:txBody>
      </p:sp>
      <p:sp>
        <p:nvSpPr>
          <p:cNvPr id="5" name="">
            <a:extLst xmlns:a="http://schemas.openxmlformats.org/drawingml/2006/main">
              <a:ext uri="{FF2B5EF4-FFF2-40B4-BE49-F238E27FC236}">
                <a16:creationId xmlns:a16="http://schemas.microsoft.com/office/drawing/2014/main" id="{88684A52-DDFD-44FF-83AA-65BDD4C233AE}"/>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57</a:t>
            </a:r>
          </a:p>
        </p:txBody>
      </p:sp>
      <p:sp>
        <p:nvSpPr>
          <p:cNvPr id="6" name="">
            <a:extLst xmlns:a="http://schemas.openxmlformats.org/drawingml/2006/main">
              <a:ext uri="{FF2B5EF4-FFF2-40B4-BE49-F238E27FC236}">
                <a16:creationId xmlns:a16="http://schemas.microsoft.com/office/drawing/2014/main" id="{32927D33-C822-4F23-8AB9-ABC79859CA9F}"/>
              </a:ext>
            </a:extLst>
          </p:cNvPr>
          <p:cNvSpPr>
            <a:spLocks xmlns:a="http://schemas.openxmlformats.org/drawingml/2006/main" noGrp="1"/>
          </p:cNvSpPr>
          <p:nvPr/>
        </p:nvSpPr>
        <p:spPr>
          <a:xfrm xmlns:a="http://schemas.openxmlformats.org/drawingml/2006/main">
            <a:off x="552450" y="1943100"/>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7268AB0A-5E5A-4B33-BB80-D06326726584}"/>
              </a:ext>
            </a:extLst>
          </p:cNvPr>
          <p:cNvSpPr>
            <a:spLocks xmlns:a="http://schemas.openxmlformats.org/drawingml/2006/main" noGrp="1"/>
          </p:cNvSpPr>
          <p:nvPr/>
        </p:nvSpPr>
        <p:spPr>
          <a:xfrm xmlns:a="http://schemas.openxmlformats.org/drawingml/2006/main">
            <a:off x="1257300" y="1943100"/>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背景：一部特徴を固定し、残りを無条件に取ると、不自然な行を作り得る。</a:t>
            </a:r>
          </a:p>
        </p:txBody>
      </p:sp>
      <p:sp>
        <p:nvSpPr>
          <p:cNvPr id="8" name="">
            <a:extLst xmlns:a="http://schemas.openxmlformats.org/drawingml/2006/main">
              <a:ext uri="{FF2B5EF4-FFF2-40B4-BE49-F238E27FC236}">
                <a16:creationId xmlns:a16="http://schemas.microsoft.com/office/drawing/2014/main" id="{80E6A73F-2C87-400B-AC2B-EF73DD21F7A7}"/>
              </a:ext>
            </a:extLst>
          </p:cNvPr>
          <p:cNvSpPr>
            <a:spLocks xmlns:a="http://schemas.openxmlformats.org/drawingml/2006/main" noGrp="1"/>
          </p:cNvSpPr>
          <p:nvPr/>
        </p:nvSpPr>
        <p:spPr>
          <a:xfrm xmlns:a="http://schemas.openxmlformats.org/drawingml/2006/main">
            <a:off x="552450" y="2752725"/>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CFE2B3B8-C5D9-40AC-A593-626BF1817180}"/>
              </a:ext>
            </a:extLst>
          </p:cNvPr>
          <p:cNvSpPr>
            <a:spLocks xmlns:a="http://schemas.openxmlformats.org/drawingml/2006/main" noGrp="1"/>
          </p:cNvSpPr>
          <p:nvPr/>
        </p:nvSpPr>
        <p:spPr>
          <a:xfrm xmlns:a="http://schemas.openxmlformats.org/drawingml/2006/main">
            <a:off x="1257300" y="2752725"/>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手法：条件付き分布をGaussian / copula / empirical等で近似。</a:t>
            </a:r>
          </a:p>
        </p:txBody>
      </p:sp>
      <p:sp>
        <p:nvSpPr>
          <p:cNvPr id="10" name="">
            <a:extLst xmlns:a="http://schemas.openxmlformats.org/drawingml/2006/main">
              <a:ext uri="{FF2B5EF4-FFF2-40B4-BE49-F238E27FC236}">
                <a16:creationId xmlns:a16="http://schemas.microsoft.com/office/drawing/2014/main" id="{26111AFB-5BE7-4B76-BB56-B7ECA6D5FBED}"/>
              </a:ext>
            </a:extLst>
          </p:cNvPr>
          <p:cNvSpPr>
            <a:spLocks xmlns:a="http://schemas.openxmlformats.org/drawingml/2006/main" noGrp="1"/>
          </p:cNvSpPr>
          <p:nvPr/>
        </p:nvSpPr>
        <p:spPr>
          <a:xfrm xmlns:a="http://schemas.openxmlformats.org/drawingml/2006/main">
            <a:off x="552450" y="3562350"/>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25C0CDD5-B405-41A5-8E87-87AC244516AB}"/>
              </a:ext>
            </a:extLst>
          </p:cNvPr>
          <p:cNvSpPr>
            <a:spLocks xmlns:a="http://schemas.openxmlformats.org/drawingml/2006/main" noGrp="1"/>
          </p:cNvSpPr>
          <p:nvPr/>
        </p:nvSpPr>
        <p:spPr>
          <a:xfrm xmlns:a="http://schemas.openxmlformats.org/drawingml/2006/main">
            <a:off x="1257300" y="3562350"/>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目的：特徴依存を考慮した、個別予測の説明を計算する。</a:t>
            </a:r>
          </a:p>
        </p:txBody>
      </p:sp>
      <p:sp>
        <p:nvSpPr>
          <p:cNvPr id="12" name="">
            <a:extLst xmlns:a="http://schemas.openxmlformats.org/drawingml/2006/main">
              <a:ext uri="{FF2B5EF4-FFF2-40B4-BE49-F238E27FC236}">
                <a16:creationId xmlns:a16="http://schemas.microsoft.com/office/drawing/2014/main" id="{956D96BF-600E-49A0-ABC6-BD1F1422B0EB}"/>
              </a:ext>
            </a:extLst>
          </p:cNvPr>
          <p:cNvSpPr>
            <a:spLocks xmlns:a="http://schemas.openxmlformats.org/drawingml/2006/main" noGrp="1"/>
          </p:cNvSpPr>
          <p:nvPr/>
        </p:nvSpPr>
        <p:spPr>
          <a:xfrm xmlns:a="http://schemas.openxmlformats.org/drawingml/2006/main">
            <a:off x="552450" y="4371975"/>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54A59DC8-8741-4165-B3FA-C763A018C723}"/>
              </a:ext>
            </a:extLst>
          </p:cNvPr>
          <p:cNvSpPr>
            <a:spLocks xmlns:a="http://schemas.openxmlformats.org/drawingml/2006/main" noGrp="1"/>
          </p:cNvSpPr>
          <p:nvPr/>
        </p:nvSpPr>
        <p:spPr>
          <a:xfrm xmlns:a="http://schemas.openxmlformats.org/drawingml/2006/main">
            <a:off x="1257300" y="4371975"/>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本研究：残す列を条件に生成する発想を、学習用拡張へ移す。</a:t>
            </a:r>
          </a:p>
        </p:txBody>
      </p:sp>
      <p:sp>
        <p:nvSpPr>
          <p:cNvPr id="14" name="">
            <a:extLst xmlns:a="http://schemas.openxmlformats.org/drawingml/2006/main">
              <a:ext uri="{FF2B5EF4-FFF2-40B4-BE49-F238E27FC236}">
                <a16:creationId xmlns:a16="http://schemas.microsoft.com/office/drawing/2014/main" id="{0BBC6C92-10CF-4026-96B9-3B2670354455}"/>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38B1A06-0475-4E38-97F6-FF09153571BA}"/>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同じ条件付き生成でも、目的と評価指標は異なる</a:t>
            </a:r>
          </a:p>
        </p:txBody>
      </p:sp>
    </p:spTree>
    <p:extLst>
      <p:ext uri="{BB962C8B-B14F-4D97-AF65-F5344CB8AC3E}">
        <p14:creationId xmlns:p14="http://schemas.microsoft.com/office/powerpoint/2010/main" val="202532368"/>
      </p:ext>
    </p:extLst>
  </p:cSld>
</p:sld>
</file>

<file path=ppt/slides/slide1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30BD7BB-7948-4AC5-9E88-F759B8FEB848}"/>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補足：先行研究2との比較で言える範囲</a:t>
            </a:r>
          </a:p>
        </p:txBody>
      </p:sp>
      <p:sp>
        <p:nvSpPr>
          <p:cNvPr id="2" name="">
            <a:extLst xmlns:a="http://schemas.openxmlformats.org/drawingml/2006/main">
              <a:ext uri="{FF2B5EF4-FFF2-40B4-BE49-F238E27FC236}">
                <a16:creationId xmlns:a16="http://schemas.microsoft.com/office/drawing/2014/main" id="{23A7CB12-A1B9-4A24-89A2-B5E0F11C0892}"/>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F497A5C-C425-47D7-A09E-54DC2DE818A5}"/>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クラス条件付き置換と、特徴依存の条件付き置換は条件が違う。</a:t>
            </a:r>
          </a:p>
        </p:txBody>
      </p:sp>
      <p:sp>
        <p:nvSpPr>
          <p:cNvPr id="4" name="">
            <a:extLst xmlns:a="http://schemas.openxmlformats.org/drawingml/2006/main">
              <a:ext uri="{FF2B5EF4-FFF2-40B4-BE49-F238E27FC236}">
                <a16:creationId xmlns:a16="http://schemas.microsoft.com/office/drawing/2014/main" id="{95E6AD4D-77A6-4D92-BA58-F19A66B2CBFB}"/>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補足・実験</a:t>
            </a:r>
          </a:p>
        </p:txBody>
      </p:sp>
      <p:sp>
        <p:nvSpPr>
          <p:cNvPr id="5" name="">
            <a:extLst xmlns:a="http://schemas.openxmlformats.org/drawingml/2006/main">
              <a:ext uri="{FF2B5EF4-FFF2-40B4-BE49-F238E27FC236}">
                <a16:creationId xmlns:a16="http://schemas.microsoft.com/office/drawing/2014/main" id="{71F599E8-D50C-42BE-A5D5-8D31FBAD454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58</a:t>
            </a:r>
          </a:p>
        </p:txBody>
      </p:sp>
      <p:graphicFrame>
        <p:nvGraphicFramePr>
          <p:cNvPr id="14" name=""/>
          <p:cNvGraphicFramePr/>
          <p:nvPr/>
        </p:nvGraphicFramePr>
        <p:xfrm>
          <a:off xmlns:a="http://schemas.openxmlformats.org/drawingml/2006/main" x="514350" y="1933575"/>
          <a:ext xmlns:a="http://schemas.openxmlformats.org/drawingml/2006/main" cx="11163300" cy="3333750"/>
        </p:xfrm>
        <a:graphic xmlns:a="http://schemas.openxmlformats.org/drawingml/2006/main">
          <a:graphicData uri="http://schemas.openxmlformats.org/drawingml/2006/table">
            <a:tbl>
              <a:tblPr/>
              <a:tblGrid>
                <a:gridCol w="3721100"/>
                <a:gridCol w="3721100"/>
                <a:gridCol w="3721100"/>
              </a:tblGrid>
              <a:tr h="666750">
                <a:tc>
                  <a:txBody>
                    <a:bodyPr/>
                    <a:lstStyle/>
                    <a:p>
                      <a:pPr algn="ctr"/>
                      <a:r>
                        <a:rPr sz="1800" b="1">
                          <a:solidFill>
                            <a:srgbClr val="2E7D5B"/>
                          </a:solidFill>
                          <a:latin typeface="Noto Sans JP"/>
                          <a:ea typeface="Noto Sans JP"/>
                          <a:cs typeface="Noto Sans JP"/>
                        </a:rPr>
                        <a:t>観点</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クラス条件付き法</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今回のGaussian copula</a:t>
                      </a:r>
                    </a:p>
                  </a:txBody>
                  <a:tcPr marL="91440" marR="91440" marT="45720" marB="45720" anchor="ctr">
                    <a:solidFill>
                      <a:srgbClr val="E7F2EC"/>
                    </a:solidFill>
                  </a:tcPr>
                </a:tc>
              </a:tr>
              <a:tr h="666750">
                <a:tc>
                  <a:txBody>
                    <a:bodyPr/>
                    <a:lstStyle/>
                    <a:p>
                      <a:pPr algn="ctr"/>
                      <a:r>
                        <a:rPr sz="1800" b="0">
                          <a:solidFill>
                            <a:srgbClr val="222222"/>
                          </a:solidFill>
                          <a:latin typeface="Noto Sans JP"/>
                          <a:ea typeface="Noto Sans JP"/>
                          <a:cs typeface="Noto Sans JP"/>
                        </a:rPr>
                        <a:t>条件</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真／擬似クラス</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残した特徴の値</a:t>
                      </a:r>
                    </a:p>
                  </a:txBody>
                  <a:tcPr marL="91440" marR="91440" marT="45720" marB="45720" anchor="ctr">
                    <a:solidFill>
                      <a:srgbClr val="FFFFFF"/>
                    </a:solidFill>
                  </a:tcPr>
                </a:tc>
              </a:tr>
              <a:tr h="666750">
                <a:tc>
                  <a:txBody>
                    <a:bodyPr/>
                    <a:lstStyle/>
                    <a:p>
                      <a:pPr algn="ctr"/>
                      <a:r>
                        <a:rPr sz="1800" b="0">
                          <a:solidFill>
                            <a:srgbClr val="222222"/>
                          </a:solidFill>
                          <a:latin typeface="Noto Sans JP"/>
                          <a:ea typeface="Noto Sans JP"/>
                          <a:cs typeface="Noto Sans JP"/>
                        </a:rPr>
                        <a:t>強み</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同じクラス内の候補を使う</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特徴間の依存を使える</a:t>
                      </a:r>
                    </a:p>
                  </a:txBody>
                  <a:tcPr marL="91440" marR="91440" marT="45720" marB="45720" anchor="ctr">
                    <a:solidFill>
                      <a:srgbClr val="F6F6F6"/>
                    </a:solidFill>
                  </a:tcPr>
                </a:tc>
              </a:tr>
              <a:tr h="666750">
                <a:tc>
                  <a:txBody>
                    <a:bodyPr/>
                    <a:lstStyle/>
                    <a:p>
                      <a:pPr algn="ctr"/>
                      <a:r>
                        <a:rPr sz="1800" b="0">
                          <a:solidFill>
                            <a:srgbClr val="222222"/>
                          </a:solidFill>
                          <a:latin typeface="Noto Sans JP"/>
                          <a:ea typeface="Noto Sans JP"/>
                          <a:cs typeface="Noto Sans JP"/>
                        </a:rPr>
                        <a:t>課題</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擬似クラス誤りの影響</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全体分布からの生成はクラス保持を保証しない</a:t>
                      </a:r>
                    </a:p>
                  </a:txBody>
                  <a:tcPr marL="91440" marR="91440" marT="45720" marB="45720" anchor="ctr">
                    <a:solidFill>
                      <a:srgbClr val="FFFFFF"/>
                    </a:solidFill>
                  </a:tcPr>
                </a:tc>
              </a:tr>
              <a:tr h="666750">
                <a:tc>
                  <a:txBody>
                    <a:bodyPr/>
                    <a:lstStyle/>
                    <a:p>
                      <a:pPr algn="ctr"/>
                      <a:r>
                        <a:rPr sz="1800" b="0">
                          <a:solidFill>
                            <a:srgbClr val="222222"/>
                          </a:solidFill>
                          <a:latin typeface="Noto Sans JP"/>
                          <a:ea typeface="Noto Sans JP"/>
                          <a:cs typeface="Noto Sans JP"/>
                        </a:rPr>
                        <a:t>対照の解釈</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目的関数・前学習も異なる</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置換器の効果はVIME内で分離する</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DC2BE3A4-1302-452A-9709-13DA8306AE61}"/>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1FA3CF6-9271-4431-89BD-370A9F2AE57B}"/>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「擬似ラベル不要」と「クラスを保つ」は、同じ意味ではない</a:t>
            </a:r>
          </a:p>
        </p:txBody>
      </p:sp>
    </p:spTree>
    <p:extLst>
      <p:ext uri="{BB962C8B-B14F-4D97-AF65-F5344CB8AC3E}">
        <p14:creationId xmlns:p14="http://schemas.microsoft.com/office/powerpoint/2010/main" val="1234718424"/>
      </p:ext>
    </p:extLst>
  </p:cSld>
</p:sld>
</file>

<file path=ppt/slides/slide1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1C10905-EDBE-458C-92CF-E66AD3166DA5}"/>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補足：評価指標の意味</a:t>
            </a:r>
          </a:p>
        </p:txBody>
      </p:sp>
      <p:sp>
        <p:nvSpPr>
          <p:cNvPr id="2" name="">
            <a:extLst xmlns:a="http://schemas.openxmlformats.org/drawingml/2006/main">
              <a:ext uri="{FF2B5EF4-FFF2-40B4-BE49-F238E27FC236}">
                <a16:creationId xmlns:a16="http://schemas.microsoft.com/office/drawing/2014/main" id="{A7B5DC2B-F240-44A7-A0FC-B3EBFDBAAB7C}"/>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9ED53BE-C04F-4787-90A7-59895ABCC0C5}"/>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クラス数・不均衡・確率の順位を分けて評価する。</a:t>
            </a:r>
          </a:p>
        </p:txBody>
      </p:sp>
      <p:sp>
        <p:nvSpPr>
          <p:cNvPr id="4" name="">
            <a:extLst xmlns:a="http://schemas.openxmlformats.org/drawingml/2006/main">
              <a:ext uri="{FF2B5EF4-FFF2-40B4-BE49-F238E27FC236}">
                <a16:creationId xmlns:a16="http://schemas.microsoft.com/office/drawing/2014/main" id="{9B6592EA-CECF-427A-AA40-8CEE41CD89BB}"/>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補足・実験</a:t>
            </a:r>
          </a:p>
        </p:txBody>
      </p:sp>
      <p:sp>
        <p:nvSpPr>
          <p:cNvPr id="5" name="">
            <a:extLst xmlns:a="http://schemas.openxmlformats.org/drawingml/2006/main">
              <a:ext uri="{FF2B5EF4-FFF2-40B4-BE49-F238E27FC236}">
                <a16:creationId xmlns:a16="http://schemas.microsoft.com/office/drawing/2014/main" id="{FEF9D3E6-2A4A-4817-9701-126549D24BF1}"/>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59</a:t>
            </a:r>
          </a:p>
        </p:txBody>
      </p:sp>
      <p:graphicFrame>
        <p:nvGraphicFramePr>
          <p:cNvPr id="14" name=""/>
          <p:cNvGraphicFramePr/>
          <p:nvPr/>
        </p:nvGraphicFramePr>
        <p:xfrm>
          <a:off xmlns:a="http://schemas.openxmlformats.org/drawingml/2006/main" x="514350" y="2019300"/>
          <a:ext xmlns:a="http://schemas.openxmlformats.org/drawingml/2006/main" cx="11163300" cy="2847975"/>
        </p:xfrm>
        <a:graphic xmlns:a="http://schemas.openxmlformats.org/drawingml/2006/main">
          <a:graphicData uri="http://schemas.openxmlformats.org/drawingml/2006/table">
            <a:tbl>
              <a:tblPr/>
              <a:tblGrid>
                <a:gridCol w="2667000"/>
                <a:gridCol w="8496300"/>
              </a:tblGrid>
              <a:tr h="569595">
                <a:tc>
                  <a:txBody>
                    <a:bodyPr/>
                    <a:lstStyle/>
                    <a:p>
                      <a:pPr algn="ctr"/>
                      <a:r>
                        <a:rPr sz="2025" b="1">
                          <a:solidFill>
                            <a:srgbClr val="2E7D5B"/>
                          </a:solidFill>
                          <a:latin typeface="Noto Sans JP"/>
                          <a:ea typeface="Noto Sans JP"/>
                          <a:cs typeface="Noto Sans JP"/>
                        </a:rPr>
                        <a:t>指標</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何を見るか</a:t>
                      </a:r>
                    </a:p>
                  </a:txBody>
                  <a:tcPr marL="91440" marR="91440" marT="45720" marB="45720" anchor="ctr">
                    <a:solidFill>
                      <a:srgbClr val="E7F2EC"/>
                    </a:solidFill>
                  </a:tcPr>
                </a:tc>
              </a:tr>
              <a:tr h="569595">
                <a:tc>
                  <a:txBody>
                    <a:bodyPr/>
                    <a:lstStyle/>
                    <a:p>
                      <a:pPr algn="ctr"/>
                      <a:r>
                        <a:rPr sz="2025" b="0">
                          <a:solidFill>
                            <a:srgbClr val="222222"/>
                          </a:solidFill>
                          <a:latin typeface="Noto Sans JP"/>
                          <a:ea typeface="Noto Sans JP"/>
                          <a:cs typeface="Noto Sans JP"/>
                        </a:rPr>
                        <a:t>ROC-AUC（主指標）</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予測スコアで正例を負例より高く並べられるか</a:t>
                      </a:r>
                    </a:p>
                  </a:txBody>
                  <a:tcPr marL="91440" marR="91440" marT="45720" marB="45720" anchor="ctr">
                    <a:solidFill>
                      <a:srgbClr val="FFFFFF"/>
                    </a:solidFill>
                  </a:tcPr>
                </a:tc>
              </a:tr>
              <a:tr h="569595">
                <a:tc>
                  <a:txBody>
                    <a:bodyPr/>
                    <a:lstStyle/>
                    <a:p>
                      <a:pPr algn="ctr"/>
                      <a:r>
                        <a:rPr sz="2025" b="0">
                          <a:solidFill>
                            <a:srgbClr val="222222"/>
                          </a:solidFill>
                          <a:latin typeface="Noto Sans JP"/>
                          <a:ea typeface="Noto Sans JP"/>
                          <a:cs typeface="Noto Sans JP"/>
                        </a:rPr>
                        <a:t>Balanced accuracy</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各クラスの再現率を同じ重みで平均</a:t>
                      </a:r>
                    </a:p>
                  </a:txBody>
                  <a:tcPr marL="91440" marR="91440" marT="45720" marB="45720" anchor="ctr">
                    <a:solidFill>
                      <a:srgbClr val="F6F6F6"/>
                    </a:solidFill>
                  </a:tcPr>
                </a:tc>
              </a:tr>
              <a:tr h="569595">
                <a:tc>
                  <a:txBody>
                    <a:bodyPr/>
                    <a:lstStyle/>
                    <a:p>
                      <a:pPr algn="ctr"/>
                      <a:r>
                        <a:rPr sz="2025" b="0">
                          <a:solidFill>
                            <a:srgbClr val="222222"/>
                          </a:solidFill>
                          <a:latin typeface="Noto Sans JP"/>
                          <a:ea typeface="Noto Sans JP"/>
                          <a:cs typeface="Noto Sans JP"/>
                        </a:rPr>
                        <a:t>Macro-F1</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各クラスの適合率と再現率のバランスを平均</a:t>
                      </a:r>
                    </a:p>
                  </a:txBody>
                  <a:tcPr marL="91440" marR="91440" marT="45720" marB="45720" anchor="ctr">
                    <a:solidFill>
                      <a:srgbClr val="FFFFFF"/>
                    </a:solidFill>
                  </a:tcPr>
                </a:tc>
              </a:tr>
              <a:tr h="569595">
                <a:tc>
                  <a:txBody>
                    <a:bodyPr/>
                    <a:lstStyle/>
                    <a:p>
                      <a:pPr algn="ctr"/>
                      <a:r>
                        <a:rPr sz="2025" b="0">
                          <a:solidFill>
                            <a:srgbClr val="222222"/>
                          </a:solidFill>
                          <a:latin typeface="Noto Sans JP"/>
                          <a:ea typeface="Noto Sans JP"/>
                          <a:cs typeface="Noto Sans JP"/>
                        </a:rPr>
                        <a:t>Accuracy</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全体の正解割合。多数クラスの影響を受ける</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8FCEE379-D274-467F-A99A-5D6367ADA5CA}"/>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B411645-1DE1-4650-A245-95BC278CADB1}"/>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AUCの小さな平均差だけで、拡張の有用性を結論しない</a:t>
            </a:r>
          </a:p>
        </p:txBody>
      </p:sp>
    </p:spTree>
    <p:extLst>
      <p:ext uri="{BB962C8B-B14F-4D97-AF65-F5344CB8AC3E}">
        <p14:creationId xmlns:p14="http://schemas.microsoft.com/office/powerpoint/2010/main" val="1884188266"/>
      </p:ext>
    </p:extLst>
  </p:cSld>
</p:sld>
</file>

<file path=ppt/slides/slide1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94AE457-205D-40C6-AF0E-B6F03ED128B5}"/>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補足：保存結果の追加対照</a:t>
            </a:r>
          </a:p>
        </p:txBody>
      </p:sp>
      <p:sp>
        <p:nvSpPr>
          <p:cNvPr id="2" name="">
            <a:extLst xmlns:a="http://schemas.openxmlformats.org/drawingml/2006/main">
              <a:ext uri="{FF2B5EF4-FFF2-40B4-BE49-F238E27FC236}">
                <a16:creationId xmlns:a16="http://schemas.microsoft.com/office/drawing/2014/main" id="{ABE61A8E-85B2-4F99-B3DB-AF7D09F4E039}"/>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44C25DF-B485-4587-8F9F-A29F7E000A4B}"/>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公式クラス条件付き対照学習は、ランダムマスク設定の参考比較。</a:t>
            </a:r>
          </a:p>
        </p:txBody>
      </p:sp>
      <p:sp>
        <p:nvSpPr>
          <p:cNvPr id="4" name="">
            <a:extLst xmlns:a="http://schemas.openxmlformats.org/drawingml/2006/main">
              <a:ext uri="{FF2B5EF4-FFF2-40B4-BE49-F238E27FC236}">
                <a16:creationId xmlns:a16="http://schemas.microsoft.com/office/drawing/2014/main" id="{1FD40E1D-827D-4C9C-B65E-0348D5F7CE0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補足・実験</a:t>
            </a:r>
          </a:p>
        </p:txBody>
      </p:sp>
      <p:sp>
        <p:nvSpPr>
          <p:cNvPr id="5" name="">
            <a:extLst xmlns:a="http://schemas.openxmlformats.org/drawingml/2006/main">
              <a:ext uri="{FF2B5EF4-FFF2-40B4-BE49-F238E27FC236}">
                <a16:creationId xmlns:a16="http://schemas.microsoft.com/office/drawing/2014/main" id="{752D30F5-31EB-40D4-9D29-34CB8CF05580}"/>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60</a:t>
            </a:r>
          </a:p>
        </p:txBody>
      </p:sp>
      <p:graphicFrame>
        <p:nvGraphicFramePr>
          <p:cNvPr id="15" name=""/>
          <p:cNvGraphicFramePr/>
          <p:nvPr/>
        </p:nvGraphicFramePr>
        <p:xfrm>
          <a:off xmlns:a="http://schemas.openxmlformats.org/drawingml/2006/main" x="514350" y="2085975"/>
          <a:ext xmlns:a="http://schemas.openxmlformats.org/drawingml/2006/main" cx="11163300" cy="2390775"/>
        </p:xfrm>
        <a:graphic xmlns:a="http://schemas.openxmlformats.org/drawingml/2006/main">
          <a:graphicData uri="http://schemas.openxmlformats.org/drawingml/2006/table">
            <a:tbl>
              <a:tblPr/>
              <a:tblGrid>
                <a:gridCol w="2790825"/>
                <a:gridCol w="2790825"/>
                <a:gridCol w="2790825"/>
                <a:gridCol w="2790825"/>
              </a:tblGrid>
              <a:tr h="796925">
                <a:tc>
                  <a:txBody>
                    <a:bodyPr/>
                    <a:lstStyle/>
                    <a:p>
                      <a:pPr algn="ctr"/>
                      <a:r>
                        <a:rPr sz="1875" b="1">
                          <a:solidFill>
                            <a:srgbClr val="2E7D5B"/>
                          </a:solidFill>
                          <a:latin typeface="Noto Sans JP"/>
                          <a:ea typeface="Noto Sans JP"/>
                          <a:cs typeface="Noto Sans JP"/>
                        </a:rPr>
                        <a:t>データ / AUC</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VIME列置換</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VIME copula</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クラス条件付き対照学習</a:t>
                      </a:r>
                    </a:p>
                  </a:txBody>
                  <a:tcPr marL="91440" marR="91440" marT="45720" marB="45720" anchor="ctr">
                    <a:solidFill>
                      <a:srgbClr val="E7F2EC"/>
                    </a:solidFill>
                  </a:tcPr>
                </a:tc>
              </a:tr>
              <a:tr h="796925">
                <a:tc>
                  <a:txBody>
                    <a:bodyPr/>
                    <a:lstStyle/>
                    <a:p>
                      <a:pPr algn="ctr"/>
                      <a:r>
                        <a:rPr sz="1875" b="0">
                          <a:solidFill>
                            <a:srgbClr val="222222"/>
                          </a:solidFill>
                          <a:latin typeface="Noto Sans JP"/>
                          <a:ea typeface="Noto Sans JP"/>
                          <a:cs typeface="Noto Sans JP"/>
                        </a:rPr>
                        <a:t>Breast Cancer</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0.970 ± 0.012</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0.973 ± 0.017</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0.827 ± 0.084</a:t>
                      </a:r>
                    </a:p>
                  </a:txBody>
                  <a:tcPr marL="91440" marR="91440" marT="45720" marB="45720" anchor="ctr">
                    <a:solidFill>
                      <a:srgbClr val="FFFFFF"/>
                    </a:solidFill>
                  </a:tcPr>
                </a:tc>
              </a:tr>
              <a:tr h="796925">
                <a:tc>
                  <a:txBody>
                    <a:bodyPr/>
                    <a:lstStyle/>
                    <a:p>
                      <a:pPr algn="ctr"/>
                      <a:r>
                        <a:rPr sz="1875" b="0">
                          <a:solidFill>
                            <a:srgbClr val="222222"/>
                          </a:solidFill>
                          <a:latin typeface="Noto Sans JP"/>
                          <a:ea typeface="Noto Sans JP"/>
                          <a:cs typeface="Noto Sans JP"/>
                        </a:rPr>
                        <a:t>Wine</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0.826 ± 0.068</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0.847 ± 0.130</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0.890 ± 0.077</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74A287F8-0E8E-44A8-873F-C2DA4A434EBC}"/>
              </a:ext>
            </a:extLst>
          </p:cNvPr>
          <p:cNvSpPr>
            <a:spLocks xmlns:a="http://schemas.openxmlformats.org/drawingml/2006/main" noGrp="1"/>
          </p:cNvSpPr>
          <p:nvPr/>
        </p:nvSpPr>
        <p:spPr>
          <a:xfrm xmlns:a="http://schemas.openxmlformats.org/drawingml/2006/main">
            <a:off x="619125" y="478155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条件付き生成が一律に優れる、という結果ではない。</a:t>
            </a:r>
          </a:p>
        </p:txBody>
      </p:sp>
      <p:sp>
        <p:nvSpPr>
          <p:cNvPr id="8" name="">
            <a:extLst xmlns:a="http://schemas.openxmlformats.org/drawingml/2006/main">
              <a:ext uri="{FF2B5EF4-FFF2-40B4-BE49-F238E27FC236}">
                <a16:creationId xmlns:a16="http://schemas.microsoft.com/office/drawing/2014/main" id="{2F4BDF64-DC86-42C1-BBDD-2B089D0327C2}"/>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574097F-3D65-49E2-9D0D-7BA3D8242B4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第三法との差には、置換器以外の違いも含まれる</a:t>
            </a:r>
          </a:p>
        </p:txBody>
      </p:sp>
    </p:spTree>
    <p:extLst>
      <p:ext uri="{BB962C8B-B14F-4D97-AF65-F5344CB8AC3E}">
        <p14:creationId xmlns:p14="http://schemas.microsoft.com/office/powerpoint/2010/main" val="1589046222"/>
      </p:ext>
    </p:extLst>
  </p:cSld>
</p:sld>
</file>

<file path=ppt/slides/slide1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C23BDE4-25D0-4ECF-95BB-AC5623E900E6}"/>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補足：研究で答える「なぜ？」</a:t>
            </a:r>
          </a:p>
        </p:txBody>
      </p:sp>
      <p:sp>
        <p:nvSpPr>
          <p:cNvPr id="2" name="">
            <a:extLst xmlns:a="http://schemas.openxmlformats.org/drawingml/2006/main">
              <a:ext uri="{FF2B5EF4-FFF2-40B4-BE49-F238E27FC236}">
                <a16:creationId xmlns:a16="http://schemas.microsoft.com/office/drawing/2014/main" id="{96486CB9-AEB9-4DC9-A29C-E483DD7C318E}"/>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E897918-8E48-40CD-8B34-1ECA32D4B7DE}"/>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意図と、現在の証拠を混同せずに答える。</a:t>
            </a:r>
          </a:p>
        </p:txBody>
      </p:sp>
      <p:sp>
        <p:nvSpPr>
          <p:cNvPr id="4" name="">
            <a:extLst xmlns:a="http://schemas.openxmlformats.org/drawingml/2006/main">
              <a:ext uri="{FF2B5EF4-FFF2-40B4-BE49-F238E27FC236}">
                <a16:creationId xmlns:a16="http://schemas.microsoft.com/office/drawing/2014/main" id="{284C2D42-37AB-4B7F-9542-34EE50891D56}"/>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補足・質疑</a:t>
            </a:r>
          </a:p>
        </p:txBody>
      </p:sp>
      <p:sp>
        <p:nvSpPr>
          <p:cNvPr id="5" name="">
            <a:extLst xmlns:a="http://schemas.openxmlformats.org/drawingml/2006/main">
              <a:ext uri="{FF2B5EF4-FFF2-40B4-BE49-F238E27FC236}">
                <a16:creationId xmlns:a16="http://schemas.microsoft.com/office/drawing/2014/main" id="{D3E00882-04D0-43DC-91F3-2694BC50C7B8}"/>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61</a:t>
            </a:r>
          </a:p>
        </p:txBody>
      </p:sp>
      <p:graphicFrame>
        <p:nvGraphicFramePr>
          <p:cNvPr id="14" name=""/>
          <p:cNvGraphicFramePr/>
          <p:nvPr/>
        </p:nvGraphicFramePr>
        <p:xfrm>
          <a:off xmlns:a="http://schemas.openxmlformats.org/drawingml/2006/main" x="514350" y="1981200"/>
          <a:ext xmlns:a="http://schemas.openxmlformats.org/drawingml/2006/main" cx="11163300" cy="3248025"/>
        </p:xfrm>
        <a:graphic xmlns:a="http://schemas.openxmlformats.org/drawingml/2006/main">
          <a:graphicData uri="http://schemas.openxmlformats.org/drawingml/2006/table">
            <a:tbl>
              <a:tblPr/>
              <a:tblGrid>
                <a:gridCol w="2667000"/>
                <a:gridCol w="8496300"/>
              </a:tblGrid>
              <a:tr h="649605">
                <a:tc>
                  <a:txBody>
                    <a:bodyPr/>
                    <a:lstStyle/>
                    <a:p>
                      <a:pPr algn="ctr"/>
                      <a:r>
                        <a:rPr sz="1875" b="1">
                          <a:solidFill>
                            <a:srgbClr val="2E7D5B"/>
                          </a:solidFill>
                          <a:latin typeface="Noto Sans JP"/>
                          <a:ea typeface="Noto Sans JP"/>
                          <a:cs typeface="Noto Sans JP"/>
                        </a:rPr>
                        <a:t>問い</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現時点の答え</a:t>
                      </a:r>
                    </a:p>
                  </a:txBody>
                  <a:tcPr marL="91440" marR="91440" marT="45720" marB="45720" anchor="ctr">
                    <a:solidFill>
                      <a:srgbClr val="E7F2EC"/>
                    </a:solidFill>
                  </a:tcPr>
                </a:tc>
              </a:tr>
              <a:tr h="649605">
                <a:tc>
                  <a:txBody>
                    <a:bodyPr/>
                    <a:lstStyle/>
                    <a:p>
                      <a:pPr algn="ctr"/>
                      <a:r>
                        <a:rPr sz="1875" b="0">
                          <a:solidFill>
                            <a:srgbClr val="222222"/>
                          </a:solidFill>
                          <a:latin typeface="Noto Sans JP"/>
                          <a:ea typeface="Noto Sans JP"/>
                          <a:cs typeface="Noto Sans JP"/>
                        </a:rPr>
                        <a:t>なぜコピュラ？</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周辺の形と依存を分け、観測列を条件に生成するため。</a:t>
                      </a:r>
                    </a:p>
                  </a:txBody>
                  <a:tcPr marL="91440" marR="91440" marT="45720" marB="45720" anchor="ctr">
                    <a:solidFill>
                      <a:srgbClr val="FFFFFF"/>
                    </a:solidFill>
                  </a:tcPr>
                </a:tc>
              </a:tr>
              <a:tr h="649605">
                <a:tc>
                  <a:txBody>
                    <a:bodyPr/>
                    <a:lstStyle/>
                    <a:p>
                      <a:pPr algn="ctr"/>
                      <a:r>
                        <a:rPr sz="1875" b="0">
                          <a:solidFill>
                            <a:srgbClr val="222222"/>
                          </a:solidFill>
                          <a:latin typeface="Noto Sans JP"/>
                          <a:ea typeface="Noto Sans JP"/>
                          <a:cs typeface="Noto Sans JP"/>
                        </a:rPr>
                        <a:t>なぜGaussian？</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多変量の条件付き分布が計算でき、比較を始めやすいため。</a:t>
                      </a:r>
                    </a:p>
                  </a:txBody>
                  <a:tcPr marL="91440" marR="91440" marT="45720" marB="45720" anchor="ctr">
                    <a:solidFill>
                      <a:srgbClr val="F6F6F6"/>
                    </a:solidFill>
                  </a:tcPr>
                </a:tc>
              </a:tr>
              <a:tr h="649605">
                <a:tc>
                  <a:txBody>
                    <a:bodyPr/>
                    <a:lstStyle/>
                    <a:p>
                      <a:pPr algn="ctr"/>
                      <a:r>
                        <a:rPr sz="1875" b="0">
                          <a:solidFill>
                            <a:srgbClr val="222222"/>
                          </a:solidFill>
                          <a:latin typeface="Noto Sans JP"/>
                          <a:ea typeface="Noto Sans JP"/>
                          <a:cs typeface="Noto Sans JP"/>
                        </a:rPr>
                        <a:t>なぜラベルなし？</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依存推定は特徴の組でできる。ただしラベル保持は別問題。</a:t>
                      </a:r>
                    </a:p>
                  </a:txBody>
                  <a:tcPr marL="91440" marR="91440" marT="45720" marB="45720" anchor="ctr">
                    <a:solidFill>
                      <a:srgbClr val="FFFFFF"/>
                    </a:solidFill>
                  </a:tcPr>
                </a:tc>
              </a:tr>
              <a:tr h="649605">
                <a:tc>
                  <a:txBody>
                    <a:bodyPr/>
                    <a:lstStyle/>
                    <a:p>
                      <a:pPr algn="ctr"/>
                      <a:r>
                        <a:rPr sz="1875" b="0">
                          <a:solidFill>
                            <a:srgbClr val="222222"/>
                          </a:solidFill>
                          <a:latin typeface="Noto Sans JP"/>
                          <a:ea typeface="Noto Sans JP"/>
                          <a:cs typeface="Noto Sans JP"/>
                        </a:rPr>
                        <a:t>なぜ性能がまだ不確か？</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少数データ・seed、モデルの仮定、拡張強度を検証中。</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F9850F71-B261-43AF-B08B-1BF23DB8FF9E}"/>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14F22B8-15B1-4719-989B-6EB1F22062B0}"/>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教授・先輩に相談したい点：生成品質とクラス保持をどう評価するか</a:t>
            </a:r>
          </a:p>
        </p:txBody>
      </p:sp>
    </p:spTree>
    <p:extLst>
      <p:ext uri="{BB962C8B-B14F-4D97-AF65-F5344CB8AC3E}">
        <p14:creationId xmlns:p14="http://schemas.microsoft.com/office/powerpoint/2010/main" val="1609682913"/>
      </p:ext>
    </p:extLst>
  </p:cSld>
</p:sld>
</file>

<file path=ppt/slides/slide1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3E05E80-457B-45C6-9E64-FFE7CD1F85ED}"/>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補足：裾依存係数の定義</a:t>
            </a:r>
          </a:p>
        </p:txBody>
      </p:sp>
      <p:sp>
        <p:nvSpPr>
          <p:cNvPr id="2" name="">
            <a:extLst xmlns:a="http://schemas.openxmlformats.org/drawingml/2006/main">
              <a:ext uri="{FF2B5EF4-FFF2-40B4-BE49-F238E27FC236}">
                <a16:creationId xmlns:a16="http://schemas.microsoft.com/office/drawing/2014/main" id="{C47B01EE-77BF-4CA9-A58F-7018B6F9771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0FFE231-151A-4BA0-978E-CCDA6D8F6643}"/>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極端な条件での確率を、端まで近づけた極限。</a:t>
            </a:r>
          </a:p>
        </p:txBody>
      </p:sp>
      <p:sp>
        <p:nvSpPr>
          <p:cNvPr id="4" name="">
            <a:extLst xmlns:a="http://schemas.openxmlformats.org/drawingml/2006/main">
              <a:ext uri="{FF2B5EF4-FFF2-40B4-BE49-F238E27FC236}">
                <a16:creationId xmlns:a16="http://schemas.microsoft.com/office/drawing/2014/main" id="{A9CEEC84-00A8-4633-B033-F502B680EDE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E9EF542D-24A7-4013-8C7E-1AA0E0A1F3FD}"/>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62</a:t>
            </a:r>
          </a:p>
        </p:txBody>
      </p:sp>
      <p:sp>
        <p:nvSpPr>
          <p:cNvPr id="6" name="">
            <a:extLst xmlns:a="http://schemas.openxmlformats.org/drawingml/2006/main">
              <a:ext uri="{FF2B5EF4-FFF2-40B4-BE49-F238E27FC236}">
                <a16:creationId xmlns:a16="http://schemas.microsoft.com/office/drawing/2014/main" id="{C3B5125C-A41E-42F4-B373-C26675DF58AB}"/>
              </a:ext>
            </a:extLst>
          </p:cNvPr>
          <p:cNvSpPr>
            <a:spLocks xmlns:a="http://schemas.openxmlformats.org/drawingml/2006/main" noGrp="1"/>
          </p:cNvSpPr>
          <p:nvPr/>
        </p:nvSpPr>
        <p:spPr>
          <a:xfrm xmlns:a="http://schemas.openxmlformats.org/drawingml/2006/main">
            <a:off x="514350" y="19716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B45271B-A296-46B9-8E8F-2ADBACD00B17}"/>
              </a:ext>
            </a:extLst>
          </p:cNvPr>
          <p:cNvSpPr>
            <a:spLocks xmlns:a="http://schemas.openxmlformats.org/drawingml/2006/main" noGrp="1"/>
          </p:cNvSpPr>
          <p:nvPr/>
        </p:nvSpPr>
        <p:spPr>
          <a:xfrm xmlns:a="http://schemas.openxmlformats.org/drawingml/2006/main">
            <a:off x="704850" y="20669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925" b="1">
                <a:solidFill>
                  <a:srgbClr val="2B6777"/>
                </a:solidFill>
                <a:latin typeface="Noto Sans JP"/>
                <a:ea typeface="Noto Sans JP"/>
                <a:cs typeface="Noto Sans JP"/>
              </a:defRPr>
            </a:pPr>
            <a:r>
              <a:rPr sz="2925" b="1">
                <a:solidFill>
                  <a:srgbClr val="2B6777"/>
                </a:solidFill>
                <a:latin typeface="Noto Sans JP"/>
                <a:ea typeface="Noto Sans JP"/>
                <a:cs typeface="Noto Sans JP"/>
              </a:rPr>
              <a:t>λL = lim(q → 0) P(V ≤ q | U ≤ q)</a:t>
            </a:r>
          </a:p>
        </p:txBody>
      </p:sp>
      <p:sp>
        <p:nvSpPr>
          <p:cNvPr id="8" name="">
            <a:extLst xmlns:a="http://schemas.openxmlformats.org/drawingml/2006/main">
              <a:ext uri="{FF2B5EF4-FFF2-40B4-BE49-F238E27FC236}">
                <a16:creationId xmlns:a16="http://schemas.microsoft.com/office/drawing/2014/main" id="{A461AEAF-8F20-47D1-8728-936EB9A0B742}"/>
              </a:ext>
            </a:extLst>
          </p:cNvPr>
          <p:cNvSpPr>
            <a:spLocks xmlns:a="http://schemas.openxmlformats.org/drawingml/2006/main" noGrp="1"/>
          </p:cNvSpPr>
          <p:nvPr/>
        </p:nvSpPr>
        <p:spPr>
          <a:xfrm xmlns:a="http://schemas.openxmlformats.org/drawingml/2006/main">
            <a:off x="514350" y="32956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F874F54-937E-49EC-915C-DA48D719208D}"/>
              </a:ext>
            </a:extLst>
          </p:cNvPr>
          <p:cNvSpPr>
            <a:spLocks xmlns:a="http://schemas.openxmlformats.org/drawingml/2006/main" noGrp="1"/>
          </p:cNvSpPr>
          <p:nvPr/>
        </p:nvSpPr>
        <p:spPr>
          <a:xfrm xmlns:a="http://schemas.openxmlformats.org/drawingml/2006/main">
            <a:off x="704850" y="33909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925" b="1">
                <a:solidFill>
                  <a:srgbClr val="2B6777"/>
                </a:solidFill>
                <a:latin typeface="Noto Sans JP"/>
                <a:ea typeface="Noto Sans JP"/>
                <a:cs typeface="Noto Sans JP"/>
              </a:defRPr>
            </a:pPr>
            <a:r>
              <a:rPr sz="2925" b="1">
                <a:solidFill>
                  <a:srgbClr val="2B6777"/>
                </a:solidFill>
                <a:latin typeface="Noto Sans JP"/>
                <a:ea typeface="Noto Sans JP"/>
                <a:cs typeface="Noto Sans JP"/>
              </a:rPr>
              <a:t>λU = lim(q → 1) P(V &gt; q | U &gt; q)</a:t>
            </a:r>
          </a:p>
        </p:txBody>
      </p:sp>
      <p:sp>
        <p:nvSpPr>
          <p:cNvPr id="10" name="">
            <a:extLst xmlns:a="http://schemas.openxmlformats.org/drawingml/2006/main">
              <a:ext uri="{FF2B5EF4-FFF2-40B4-BE49-F238E27FC236}">
                <a16:creationId xmlns:a16="http://schemas.microsoft.com/office/drawing/2014/main" id="{646C8B99-4801-4A13-B7E4-FC5E70253506}"/>
              </a:ext>
            </a:extLst>
          </p:cNvPr>
          <p:cNvSpPr>
            <a:spLocks xmlns:a="http://schemas.openxmlformats.org/drawingml/2006/main" noGrp="1"/>
          </p:cNvSpPr>
          <p:nvPr/>
        </p:nvSpPr>
        <p:spPr>
          <a:xfrm xmlns:a="http://schemas.openxmlformats.org/drawingml/2006/main">
            <a:off x="619125" y="4733925"/>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例：q = 0.99 で共発生があることと、極限が正であることは別。</a:t>
            </a:r>
          </a:p>
        </p:txBody>
      </p:sp>
      <p:sp>
        <p:nvSpPr>
          <p:cNvPr id="11" name="">
            <a:extLst xmlns:a="http://schemas.openxmlformats.org/drawingml/2006/main">
              <a:ext uri="{FF2B5EF4-FFF2-40B4-BE49-F238E27FC236}">
                <a16:creationId xmlns:a16="http://schemas.microsoft.com/office/drawing/2014/main" id="{8C15F223-41B7-4976-B9D4-1F37B6DE0042}"/>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0BECB8B-AE06-4145-B9D9-4125E812951F}"/>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「裾依存が0」を「極端な領域でも独立」と解釈しない</a:t>
            </a:r>
          </a:p>
        </p:txBody>
      </p:sp>
    </p:spTree>
    <p:extLst>
      <p:ext uri="{BB962C8B-B14F-4D97-AF65-F5344CB8AC3E}">
        <p14:creationId xmlns:p14="http://schemas.microsoft.com/office/powerpoint/2010/main" val="2008625645"/>
      </p:ext>
    </p:extLst>
  </p:cSld>
</p:sld>
</file>

<file path=ppt/slides/slide1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255BBE6-2107-4271-94CA-A3277F61CABC}"/>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補足：VIMEで学習させる対象</a:t>
            </a:r>
          </a:p>
        </p:txBody>
      </p:sp>
      <p:sp>
        <p:nvSpPr>
          <p:cNvPr id="2" name="">
            <a:extLst xmlns:a="http://schemas.openxmlformats.org/drawingml/2006/main">
              <a:ext uri="{FF2B5EF4-FFF2-40B4-BE49-F238E27FC236}">
                <a16:creationId xmlns:a16="http://schemas.microsoft.com/office/drawing/2014/main" id="{C9285854-66AD-41F1-8AC8-016EA02C960E}"/>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5A176C6-FA7B-43F9-9FCA-A014D5F32AB4}"/>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生成の品質だけでなく、学習課題との組合せが結果を決める。</a:t>
            </a:r>
          </a:p>
        </p:txBody>
      </p:sp>
      <p:sp>
        <p:nvSpPr>
          <p:cNvPr id="4" name="">
            <a:extLst xmlns:a="http://schemas.openxmlformats.org/drawingml/2006/main">
              <a:ext uri="{FF2B5EF4-FFF2-40B4-BE49-F238E27FC236}">
                <a16:creationId xmlns:a16="http://schemas.microsoft.com/office/drawing/2014/main" id="{4E438076-D4CF-4DA9-9AB3-017D56B56580}"/>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補足・実装</a:t>
            </a:r>
          </a:p>
        </p:txBody>
      </p:sp>
      <p:sp>
        <p:nvSpPr>
          <p:cNvPr id="5" name="">
            <a:extLst xmlns:a="http://schemas.openxmlformats.org/drawingml/2006/main">
              <a:ext uri="{FF2B5EF4-FFF2-40B4-BE49-F238E27FC236}">
                <a16:creationId xmlns:a16="http://schemas.microsoft.com/office/drawing/2014/main" id="{851765B4-3AC7-44DA-BAA3-6C07CB8008CF}"/>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63</a:t>
            </a:r>
          </a:p>
        </p:txBody>
      </p:sp>
      <p:graphicFrame>
        <p:nvGraphicFramePr>
          <p:cNvPr id="14" name=""/>
          <p:cNvGraphicFramePr/>
          <p:nvPr/>
        </p:nvGraphicFramePr>
        <p:xfrm>
          <a:off xmlns:a="http://schemas.openxmlformats.org/drawingml/2006/main" x="514350" y="2000250"/>
          <a:ext xmlns:a="http://schemas.openxmlformats.org/drawingml/2006/main" cx="11163300" cy="3267075"/>
        </p:xfrm>
        <a:graphic xmlns:a="http://schemas.openxmlformats.org/drawingml/2006/main">
          <a:graphicData uri="http://schemas.openxmlformats.org/drawingml/2006/table">
            <a:tbl>
              <a:tblPr/>
              <a:tblGrid>
                <a:gridCol w="2667000"/>
                <a:gridCol w="8496300"/>
              </a:tblGrid>
              <a:tr h="653415">
                <a:tc>
                  <a:txBody>
                    <a:bodyPr/>
                    <a:lstStyle/>
                    <a:p>
                      <a:pPr algn="ctr"/>
                      <a:r>
                        <a:rPr sz="1875" b="1">
                          <a:solidFill>
                            <a:srgbClr val="2E7D5B"/>
                          </a:solidFill>
                          <a:latin typeface="Noto Sans JP"/>
                          <a:ea typeface="Noto Sans JP"/>
                          <a:cs typeface="Noto Sans JP"/>
                        </a:rPr>
                        <a:t>段階</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入力・学習目標</a:t>
                      </a:r>
                    </a:p>
                  </a:txBody>
                  <a:tcPr marL="91440" marR="91440" marT="45720" marB="45720" anchor="ctr">
                    <a:solidFill>
                      <a:srgbClr val="E7F2EC"/>
                    </a:solidFill>
                  </a:tcPr>
                </a:tc>
              </a:tr>
              <a:tr h="653415">
                <a:tc>
                  <a:txBody>
                    <a:bodyPr/>
                    <a:lstStyle/>
                    <a:p>
                      <a:pPr algn="ctr"/>
                      <a:r>
                        <a:rPr sz="1875" b="0">
                          <a:solidFill>
                            <a:srgbClr val="222222"/>
                          </a:solidFill>
                          <a:latin typeface="Noto Sans JP"/>
                          <a:ea typeface="Noto Sans JP"/>
                          <a:cs typeface="Noto Sans JP"/>
                        </a:rPr>
                        <a:t>自己教師あり：マスク推定</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置換後の行から、実際に値が変わった位置を予測（BCE）</a:t>
                      </a:r>
                    </a:p>
                  </a:txBody>
                  <a:tcPr marL="91440" marR="91440" marT="45720" marB="45720" anchor="ctr">
                    <a:solidFill>
                      <a:srgbClr val="FFFFFF"/>
                    </a:solidFill>
                  </a:tcPr>
                </a:tc>
              </a:tr>
              <a:tr h="653415">
                <a:tc>
                  <a:txBody>
                    <a:bodyPr/>
                    <a:lstStyle/>
                    <a:p>
                      <a:pPr algn="ctr"/>
                      <a:r>
                        <a:rPr sz="1875" b="0">
                          <a:solidFill>
                            <a:srgbClr val="222222"/>
                          </a:solidFill>
                          <a:latin typeface="Noto Sans JP"/>
                          <a:ea typeface="Noto Sans JP"/>
                          <a:cs typeface="Noto Sans JP"/>
                        </a:rPr>
                        <a:t>自己教師あり：元値復元</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置換後の行から、元の行の値を復元（MSE、重み2）</a:t>
                      </a:r>
                    </a:p>
                  </a:txBody>
                  <a:tcPr marL="91440" marR="91440" marT="45720" marB="45720" anchor="ctr">
                    <a:solidFill>
                      <a:srgbClr val="F6F6F6"/>
                    </a:solidFill>
                  </a:tcPr>
                </a:tc>
              </a:tr>
              <a:tr h="653415">
                <a:tc>
                  <a:txBody>
                    <a:bodyPr/>
                    <a:lstStyle/>
                    <a:p>
                      <a:pPr algn="ctr"/>
                      <a:r>
                        <a:rPr sz="1875" b="0">
                          <a:solidFill>
                            <a:srgbClr val="222222"/>
                          </a:solidFill>
                          <a:latin typeface="Noto Sans JP"/>
                          <a:ea typeface="Noto Sans JP"/>
                          <a:cs typeface="Noto Sans JP"/>
                        </a:rPr>
                        <a:t>半教師あり：分類</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ラベルあり行の正解クラスを予測（交差エントロピー）</a:t>
                      </a:r>
                    </a:p>
                  </a:txBody>
                  <a:tcPr marL="91440" marR="91440" marT="45720" marB="45720" anchor="ctr">
                    <a:solidFill>
                      <a:srgbClr val="FFFFFF"/>
                    </a:solidFill>
                  </a:tcPr>
                </a:tc>
              </a:tr>
              <a:tr h="653415">
                <a:tc>
                  <a:txBody>
                    <a:bodyPr/>
                    <a:lstStyle/>
                    <a:p>
                      <a:pPr algn="ctr"/>
                      <a:r>
                        <a:rPr sz="1875" b="0">
                          <a:solidFill>
                            <a:srgbClr val="222222"/>
                          </a:solidFill>
                          <a:latin typeface="Noto Sans JP"/>
                          <a:ea typeface="Noto Sans JP"/>
                          <a:cs typeface="Noto Sans JP"/>
                        </a:rPr>
                        <a:t>半教師あり：一貫性</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同じ行の3拡張で、予測logitのばらつきを抑える</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480B55E7-8224-46AA-9461-A4CE5A961ADE}"/>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3EB6A29-2EA8-4015-9504-2DDFEC3FD51C}"/>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自然な置換でも、課題が簡単すぎる／意味が変わるなら効果は保証されない</a:t>
            </a:r>
          </a:p>
        </p:txBody>
      </p:sp>
    </p:spTree>
    <p:extLst>
      <p:ext uri="{BB962C8B-B14F-4D97-AF65-F5344CB8AC3E}">
        <p14:creationId xmlns:p14="http://schemas.microsoft.com/office/powerpoint/2010/main" val="1340746190"/>
      </p:ext>
    </p:extLst>
  </p:cSld>
</p:sld>
</file>

<file path=ppt/slides/slide1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12BB4AC-EDDD-4650-AA67-39D0E508D3F1}"/>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補足：実装の呼び出しのイメージ</a:t>
            </a:r>
          </a:p>
        </p:txBody>
      </p:sp>
      <p:sp>
        <p:nvSpPr>
          <p:cNvPr id="2" name="">
            <a:extLst xmlns:a="http://schemas.openxmlformats.org/drawingml/2006/main">
              <a:ext uri="{FF2B5EF4-FFF2-40B4-BE49-F238E27FC236}">
                <a16:creationId xmlns:a16="http://schemas.microsoft.com/office/drawing/2014/main" id="{5EBAB9EA-A7B5-4220-8A86-673631F71E2F}"/>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DE59BC4-EFC2-48F0-B562-311715FE60C0}"/>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学習時に分布を覚え、拡張時に同じ生成器を呼ぶ。</a:t>
            </a:r>
          </a:p>
        </p:txBody>
      </p:sp>
      <p:sp>
        <p:nvSpPr>
          <p:cNvPr id="4" name="">
            <a:extLst xmlns:a="http://schemas.openxmlformats.org/drawingml/2006/main">
              <a:ext uri="{FF2B5EF4-FFF2-40B4-BE49-F238E27FC236}">
                <a16:creationId xmlns:a16="http://schemas.microsoft.com/office/drawing/2014/main" id="{7403AAA7-08E7-46D7-9CD5-6B3B63FE898B}"/>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補足・実装</a:t>
            </a:r>
          </a:p>
        </p:txBody>
      </p:sp>
      <p:sp>
        <p:nvSpPr>
          <p:cNvPr id="5" name="">
            <a:extLst xmlns:a="http://schemas.openxmlformats.org/drawingml/2006/main">
              <a:ext uri="{FF2B5EF4-FFF2-40B4-BE49-F238E27FC236}">
                <a16:creationId xmlns:a16="http://schemas.microsoft.com/office/drawing/2014/main" id="{19303B5E-41EC-4E28-8916-215711B51257}"/>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64</a:t>
            </a:r>
          </a:p>
        </p:txBody>
      </p:sp>
      <p:sp>
        <p:nvSpPr>
          <p:cNvPr id="6" name="">
            <a:extLst xmlns:a="http://schemas.openxmlformats.org/drawingml/2006/main">
              <a:ext uri="{FF2B5EF4-FFF2-40B4-BE49-F238E27FC236}">
                <a16:creationId xmlns:a16="http://schemas.microsoft.com/office/drawing/2014/main" id="{3E8349F0-D4EE-4D55-A864-1BD8B7A9663D}"/>
              </a:ext>
            </a:extLst>
          </p:cNvPr>
          <p:cNvSpPr>
            <a:spLocks xmlns:a="http://schemas.openxmlformats.org/drawingml/2006/main" noGrp="1"/>
          </p:cNvSpPr>
          <p:nvPr/>
        </p:nvSpPr>
        <p:spPr>
          <a:xfrm xmlns:a="http://schemas.openxmlformats.org/drawingml/2006/main">
            <a:off x="514350" y="1981200"/>
            <a:ext cx="11163300" cy="33718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F7CA183-2389-46A6-A916-D9EAD482DD56}"/>
              </a:ext>
            </a:extLst>
          </p:cNvPr>
          <p:cNvSpPr>
            <a:spLocks xmlns:a="http://schemas.openxmlformats.org/drawingml/2006/main" noGrp="1"/>
          </p:cNvSpPr>
          <p:nvPr/>
        </p:nvSpPr>
        <p:spPr>
          <a:xfrm xmlns:a="http://schemas.openxmlformats.org/drawingml/2006/main">
            <a:off x="762000" y="2209800"/>
            <a:ext cx="1066800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0">
                <a:solidFill>
                  <a:srgbClr val="2B6777"/>
                </a:solidFill>
                <a:latin typeface="Noto Sans JP"/>
                <a:ea typeface="Noto Sans JP"/>
                <a:cs typeface="Noto Sans JP"/>
              </a:defRPr>
            </a:pPr>
            <a:r>
              <a:rPr sz="2175" b="0">
                <a:solidFill>
                  <a:srgbClr val="2B6777"/>
                </a:solidFill>
                <a:latin typeface="Noto Sans JP"/>
                <a:ea typeface="Noto Sans JP"/>
                <a:cs typeface="Noto Sans JP"/>
              </a:rPr>
              <a:t>copula = GaussianCopulaCorruptor()</a:t>
            </a:r>
          </a:p>
          <a:p xmlns:a="http://schemas.openxmlformats.org/drawingml/2006/main">
            <a:pPr algn="l">
              <a:defRPr sz="2175" b="0">
                <a:solidFill>
                  <a:srgbClr val="2B6777"/>
                </a:solidFill>
                <a:latin typeface="Noto Sans JP"/>
                <a:ea typeface="Noto Sans JP"/>
                <a:cs typeface="Noto Sans JP"/>
              </a:defRPr>
            </a:pPr>
            <a:r>
              <a:rPr sz="2175" b="0">
                <a:solidFill>
                  <a:srgbClr val="2B6777"/>
                </a:solidFill>
                <a:latin typeface="Noto Sans JP"/>
                <a:ea typeface="Noto Sans JP"/>
                <a:cs typeface="Noto Sans JP"/>
              </a:rPr>
              <a:t>copula.fit(x_unlabeled_train)</a:t>
            </a:r>
          </a:p>
          <a:p xmlns:a="http://schemas.openxmlformats.org/drawingml/2006/main">
            <a:pPr algn="l">
              <a:defRPr sz="2175" b="0">
                <a:solidFill>
                  <a:srgbClr val="2B6777"/>
                </a:solidFill>
                <a:latin typeface="Noto Sans JP"/>
                <a:ea typeface="Noto Sans JP"/>
                <a:cs typeface="Noto Sans JP"/>
              </a:defRPr>
            </a:pPr>
            <a:r>
              <a:rPr sz="2175" b="0">
                <a:solidFill>
                  <a:srgbClr val="2B6777"/>
                </a:solidFill>
                <a:latin typeface="Noto Sans JP"/>
                <a:ea typeface="Noto Sans JP"/>
                <a:cs typeface="Noto Sans JP"/>
              </a:rPr>
              <a:t>mask = rng.random(x.shape) &lt; 0.4</a:t>
            </a:r>
          </a:p>
          <a:p xmlns:a="http://schemas.openxmlformats.org/drawingml/2006/main">
            <a:pPr algn="l">
              <a:defRPr sz="2175" b="0">
                <a:solidFill>
                  <a:srgbClr val="2B6777"/>
                </a:solidFill>
                <a:latin typeface="Noto Sans JP"/>
                <a:ea typeface="Noto Sans JP"/>
                <a:cs typeface="Noto Sans JP"/>
              </a:defRPr>
            </a:pPr>
            <a:r>
              <a:rPr sz="2175" b="0">
                <a:solidFill>
                  <a:srgbClr val="2B6777"/>
                </a:solidFill>
                <a:latin typeface="Noto Sans JP"/>
                <a:ea typeface="Noto Sans JP"/>
                <a:cs typeface="Noto Sans JP"/>
              </a:rPr>
              <a:t>x_aug = copula(x, mask, rng)</a:t>
            </a:r>
          </a:p>
        </p:txBody>
      </p:sp>
      <p:sp>
        <p:nvSpPr>
          <p:cNvPr id="8" name="">
            <a:extLst xmlns:a="http://schemas.openxmlformats.org/drawingml/2006/main">
              <a:ext uri="{FF2B5EF4-FFF2-40B4-BE49-F238E27FC236}">
                <a16:creationId xmlns:a16="http://schemas.microsoft.com/office/drawing/2014/main" id="{4278662F-138A-4FDF-A8DA-ACDF2612D6E0}"/>
              </a:ext>
            </a:extLst>
          </p:cNvPr>
          <p:cNvSpPr>
            <a:spLocks xmlns:a="http://schemas.openxmlformats.org/drawingml/2006/main" noGrp="1"/>
          </p:cNvSpPr>
          <p:nvPr/>
        </p:nvSpPr>
        <p:spPr>
          <a:xfrm xmlns:a="http://schemas.openxmlformats.org/drawingml/2006/main">
            <a:off x="723900" y="481012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1">
                <a:solidFill>
                  <a:srgbClr val="222222"/>
                </a:solidFill>
                <a:latin typeface="Noto Sans JP"/>
                <a:ea typeface="Noto Sans JP"/>
                <a:cs typeface="Noto Sans JP"/>
              </a:defRPr>
            </a:pPr>
            <a:r>
              <a:rPr sz="2025" b="1">
                <a:solidFill>
                  <a:srgbClr val="222222"/>
                </a:solidFill>
                <a:latin typeface="Noto Sans JP"/>
                <a:ea typeface="Noto Sans JP"/>
                <a:cs typeface="Noto Sans JP"/>
              </a:rPr>
              <a:t>mask = True の列だけ置換。False の列は、その行の値を維持。</a:t>
            </a:r>
          </a:p>
        </p:txBody>
      </p:sp>
      <p:sp>
        <p:nvSpPr>
          <p:cNvPr id="9" name="">
            <a:extLst xmlns:a="http://schemas.openxmlformats.org/drawingml/2006/main">
              <a:ext uri="{FF2B5EF4-FFF2-40B4-BE49-F238E27FC236}">
                <a16:creationId xmlns:a16="http://schemas.microsoft.com/office/drawing/2014/main" id="{6CBB84D0-9052-48B7-846A-320058469887}"/>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8253853-DA89-4421-BC0A-2D8CD0E1B87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分類の比較では、VIMEClassifierにこの生成器を渡す</a:t>
            </a:r>
          </a:p>
        </p:txBody>
      </p:sp>
    </p:spTree>
    <p:extLst>
      <p:ext uri="{BB962C8B-B14F-4D97-AF65-F5344CB8AC3E}">
        <p14:creationId xmlns:p14="http://schemas.microsoft.com/office/powerpoint/2010/main" val="1994002844"/>
      </p:ext>
    </p:extLst>
  </p:cSld>
</p:sld>
</file>

<file path=ppt/slides/slide1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6A4B609-1830-4A89-A6E8-585A970202AA}"/>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参考文献・実装の根拠</a:t>
            </a:r>
          </a:p>
        </p:txBody>
      </p:sp>
      <p:sp>
        <p:nvSpPr>
          <p:cNvPr id="2" name="">
            <a:extLst xmlns:a="http://schemas.openxmlformats.org/drawingml/2006/main">
              <a:ext uri="{FF2B5EF4-FFF2-40B4-BE49-F238E27FC236}">
                <a16:creationId xmlns:a16="http://schemas.microsoft.com/office/drawing/2014/main" id="{9E40C361-1180-49F3-A11E-C5693AB18674}"/>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62CFDB3-56D7-4E62-8F14-44B0776010D6}"/>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説明の出典と、比較実験のデータを区別する。</a:t>
            </a:r>
          </a:p>
        </p:txBody>
      </p:sp>
      <p:sp>
        <p:nvSpPr>
          <p:cNvPr id="4" name="">
            <a:extLst xmlns:a="http://schemas.openxmlformats.org/drawingml/2006/main">
              <a:ext uri="{FF2B5EF4-FFF2-40B4-BE49-F238E27FC236}">
                <a16:creationId xmlns:a16="http://schemas.microsoft.com/office/drawing/2014/main" id="{71C2BB04-64C0-4AF1-A4D7-A7E9F0783BBD}"/>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参考文献</a:t>
            </a:r>
          </a:p>
        </p:txBody>
      </p:sp>
      <p:sp>
        <p:nvSpPr>
          <p:cNvPr id="5" name="">
            <a:extLst xmlns:a="http://schemas.openxmlformats.org/drawingml/2006/main">
              <a:ext uri="{FF2B5EF4-FFF2-40B4-BE49-F238E27FC236}">
                <a16:creationId xmlns:a16="http://schemas.microsoft.com/office/drawing/2014/main" id="{51BFE014-888F-4057-B312-B297ACCB0619}"/>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65</a:t>
            </a:r>
          </a:p>
        </p:txBody>
      </p:sp>
      <p:sp>
        <p:nvSpPr>
          <p:cNvPr id="6" name="">
            <a:extLst xmlns:a="http://schemas.openxmlformats.org/drawingml/2006/main">
              <a:ext uri="{FF2B5EF4-FFF2-40B4-BE49-F238E27FC236}">
                <a16:creationId xmlns:a16="http://schemas.microsoft.com/office/drawing/2014/main" id="{E1C0627A-E775-41DE-B90C-BF9D3F75BC67}"/>
              </a:ext>
            </a:extLst>
          </p:cNvPr>
          <p:cNvSpPr>
            <a:spLocks xmlns:a="http://schemas.openxmlformats.org/drawingml/2006/main" noGrp="1"/>
          </p:cNvSpPr>
          <p:nvPr/>
        </p:nvSpPr>
        <p:spPr>
          <a:xfrm xmlns:a="http://schemas.openxmlformats.org/drawingml/2006/main">
            <a:off x="628650" y="1952625"/>
            <a:ext cx="10953750"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基礎：Haugh, An Introduction to Copulas ／ Segers, Fundamentals of copulas</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種類：Demarta &amp; McNeil (2005) ／ Czado &amp; Nagler (2022)</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応用：Zhao &amp; Udell (KDD 2020) ／ Aas et al. (2021)</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学習：Yoon et al., VIME (NeurIPS 2020) ／ Cui et al. (2024)</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実装：research-bench/src/tabular_research/corruption.py</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比較：research-bench/scripts/quick_compare.py</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保存結果：research-bench/results/repeated_compare.json</a:t>
            </a:r>
          </a:p>
        </p:txBody>
      </p:sp>
      <p:sp>
        <p:nvSpPr>
          <p:cNvPr id="7" name="">
            <a:extLst xmlns:a="http://schemas.openxmlformats.org/drawingml/2006/main">
              <a:ext uri="{FF2B5EF4-FFF2-40B4-BE49-F238E27FC236}">
                <a16:creationId xmlns:a16="http://schemas.microsoft.com/office/drawing/2014/main" id="{0F70EB31-57C2-482B-9EA9-0ECF0BBF0ACD}"/>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B882842-AC22-4795-9945-1F2E68930A7B}"/>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本文は直感を優先。詳しい定義・数式・出典は補足とノートへ</a:t>
            </a:r>
          </a:p>
        </p:txBody>
      </p:sp>
    </p:spTree>
    <p:extLst>
      <p:ext uri="{BB962C8B-B14F-4D97-AF65-F5344CB8AC3E}">
        <p14:creationId xmlns:p14="http://schemas.microsoft.com/office/powerpoint/2010/main" val="184640868"/>
      </p:ext>
    </p:extLst>
  </p:cSld>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1614</TotalTime>
  <Words>3516</Words>
  <Application>Microsoft Macintosh PowerPoint</Application>
  <PresentationFormat>ワイド画面</PresentationFormat>
  <Paragraphs>403</Paragraphs>
  <Slides>21</Slides>
  <Notes>17</Notes>
  <HiddenSlides>12</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21</vt:i4>
      </vt:variant>
    </vt:vector>
  </HeadingPairs>
  <TitlesOfParts>
    <vt:vector size="28" baseType="lpstr">
      <vt:lpstr>Noto Sans JP</vt:lpstr>
      <vt:lpstr>游ゴシック</vt:lpstr>
      <vt:lpstr>游ゴシック</vt:lpstr>
      <vt:lpstr>游ゴシック Light</vt:lpstr>
      <vt:lpstr>Arial</vt:lpstr>
      <vt:lpstr>Cambria Math</vt:lpstr>
      <vt:lpstr>Office テーマ</vt:lpstr>
      <vt:lpstr>ゼミ発表</vt:lpstr>
      <vt:lpstr>目次</vt:lpstr>
      <vt:lpstr>本研究の問題設定</vt:lpstr>
      <vt:lpstr>本研究の問題設定</vt:lpstr>
      <vt:lpstr>コピュラとは</vt:lpstr>
      <vt:lpstr>PowerPoint プレゼンテーション</vt:lpstr>
      <vt:lpstr>PowerPoint プレゼンテーション</vt:lpstr>
      <vt:lpstr>提案モデル</vt:lpstr>
      <vt:lpstr>PowerPoint プレゼンテーション</vt:lpstr>
      <vt:lpstr>先行研究１</vt:lpstr>
      <vt:lpstr>先行研究１</vt:lpstr>
      <vt:lpstr>先行研究１　自己教師あり学習とは</vt:lpstr>
      <vt:lpstr>先行研究１</vt:lpstr>
      <vt:lpstr>先行研究1　半教師あり学習とは</vt:lpstr>
      <vt:lpstr>先行研究1　半教師あり学習とは</vt:lpstr>
      <vt:lpstr>先行研究１のまとめ</vt:lpstr>
      <vt:lpstr>先行研究２</vt:lpstr>
      <vt:lpstr>先行研究２　事前学習</vt:lpstr>
      <vt:lpstr>先行研究２</vt:lpstr>
      <vt:lpstr>先行研究２　半教師あり学習とは</vt:lpstr>
      <vt:lpstr>先行研究２のまとめ</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光汰 齊藤</dc:creator>
  <cp:lastModifiedBy>光汰 齊藤</cp:lastModifiedBy>
  <cp:revision>1</cp:revision>
  <dcterms:created xsi:type="dcterms:W3CDTF">2026-06-13T00:28:46Z</dcterms:created>
  <dcterms:modified xsi:type="dcterms:W3CDTF">2026-10-04T02:07:33Z</dcterms:modified>
</cp:coreProperties>
</file>