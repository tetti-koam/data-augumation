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pula/theme/theme1.xml" ContentType="application/vnd.openxmlformats-officedocument.theme+xml"/>
  <Override PartName="/ppt/copula/slideMasters/slideMaster1.xml" ContentType="application/vnd.openxmlformats-officedocument.presentationml.slideMaster+xml"/>
  <Override PartName="/ppt/copula/slideMasters/theme/theme2.xml" ContentType="application/vnd.openxmlformats-officedocument.theme+xml"/>
  <Override PartName="/ppt/copula/slideLayouts/slideLayout1.xml" ContentType="application/vnd.openxmlformats-officedocument.presentationml.slideLayout+xml"/>
  <Override PartName="/ppt/copula/notesMasters/notesMaster1.xml" ContentType="application/vnd.openxmlformats-officedocument.presentationml.notesMaster+xml"/>
  <Override PartName="/ppt/copula/notesMasters/theme/theme3.xml" ContentType="application/vnd.openxmlformats-officedocument.theme+xml"/>
  <Override PartName="/ppt/copula/presProps.xml" ContentType="application/vnd.openxmlformats-officedocument.presentationml.presProps+xml"/>
  <Override PartName="/ppt/copula/tableStyles.xml" ContentType="application/vnd.openxmlformats-officedocument.presentationml.tableStyles+xml"/>
  <Override PartName="/ppt/slides/slide101.xml" ContentType="application/vnd.openxmlformats-officedocument.presentationml.slide+xml"/>
  <Override PartName="/ppt/copula/notesSlides/notesSlide1.xml" ContentType="application/vnd.openxmlformats-officedocument.presentationml.notesSlide+xml"/>
  <Override PartName="/ppt/slides/slide102.xml" ContentType="application/vnd.openxmlformats-officedocument.presentationml.slide+xml"/>
  <Override PartName="/ppt/copula/notesSlides/notesSlide2.xml" ContentType="application/vnd.openxmlformats-officedocument.presentationml.notesSlide+xml"/>
  <Override PartName="/ppt/slides/slide103.xml" ContentType="application/vnd.openxmlformats-officedocument.presentationml.slide+xml"/>
  <Override PartName="/ppt/copula/notesSlides/notesSlide3.xml" ContentType="application/vnd.openxmlformats-officedocument.presentationml.notesSlide+xml"/>
  <Override PartName="/ppt/slides/slide104.xml" ContentType="application/vnd.openxmlformats-officedocument.presentationml.slide+xml"/>
  <Override PartName="/ppt/copula/notesSlides/notesSlide4.xml" ContentType="application/vnd.openxmlformats-officedocument.presentationml.notesSlide+xml"/>
  <Override PartName="/ppt/slides/slide105.xml" ContentType="application/vnd.openxmlformats-officedocument.presentationml.slide+xml"/>
  <Override PartName="/ppt/copula/notesSlides/notesSlide5.xml" ContentType="application/vnd.openxmlformats-officedocument.presentationml.notesSlide+xml"/>
  <Override PartName="/ppt/slides/slide106.xml" ContentType="application/vnd.openxmlformats-officedocument.presentationml.slide+xml"/>
  <Override PartName="/ppt/copula/notesSlides/notesSlide6.xml" ContentType="application/vnd.openxmlformats-officedocument.presentationml.notesSlide+xml"/>
  <Override PartName="/ppt/slides/slide107.xml" ContentType="application/vnd.openxmlformats-officedocument.presentationml.slide+xml"/>
  <Override PartName="/ppt/copula/notesSlides/notesSlide7.xml" ContentType="application/vnd.openxmlformats-officedocument.presentationml.notesSlide+xml"/>
  <Override PartName="/ppt/slides/slide108.xml" ContentType="application/vnd.openxmlformats-officedocument.presentationml.slide+xml"/>
  <Override PartName="/ppt/copula/notesSlides/notesSlide8.xml" ContentType="application/vnd.openxmlformats-officedocument.presentationml.notesSlide+xml"/>
  <Override PartName="/ppt/slides/slide109.xml" ContentType="application/vnd.openxmlformats-officedocument.presentationml.slide+xml"/>
  <Override PartName="/ppt/copula/notesSlides/notesSlide9.xml" ContentType="application/vnd.openxmlformats-officedocument.presentationml.notesSlide+xml"/>
  <Override PartName="/ppt/slides/slide110.xml" ContentType="application/vnd.openxmlformats-officedocument.presentationml.slide+xml"/>
  <Override PartName="/ppt/copula/notesSlides/notesSlide10.xml" ContentType="application/vnd.openxmlformats-officedocument.presentationml.notesSlide+xml"/>
  <Override PartName="/ppt/slides/slide111.xml" ContentType="application/vnd.openxmlformats-officedocument.presentationml.slide+xml"/>
  <Override PartName="/ppt/copula/notesSlides/notesSlide11.xml" ContentType="application/vnd.openxmlformats-officedocument.presentationml.notesSlide+xml"/>
  <Override PartName="/ppt/slides/slide112.xml" ContentType="application/vnd.openxmlformats-officedocument.presentationml.slide+xml"/>
  <Override PartName="/ppt/copula/notesSlides/notesSlide12.xml" ContentType="application/vnd.openxmlformats-officedocument.presentationml.notesSlide+xml"/>
  <Override PartName="/ppt/slides/slide113.xml" ContentType="application/vnd.openxmlformats-officedocument.presentationml.slide+xml"/>
  <Override PartName="/ppt/copula/notesSlides/notesSlide13.xml" ContentType="application/vnd.openxmlformats-officedocument.presentationml.notesSlide+xml"/>
  <Override PartName="/ppt/slides/slide114.xml" ContentType="application/vnd.openxmlformats-officedocument.presentationml.slide+xml"/>
  <Override PartName="/ppt/copula/slides/charts/chart1.xml" ContentType="application/vnd.openxmlformats-officedocument.drawingml.chart+xml"/>
  <Override PartName="/ppt/copula/slides/charts/chart2.xml" ContentType="application/vnd.openxmlformats-officedocument.drawingml.chart+xml"/>
  <Override PartName="/ppt/copula/slides/charts/chart3.xml" ContentType="application/vnd.openxmlformats-officedocument.drawingml.chart+xml"/>
  <Override PartName="/ppt/copula/notesSlides/notesSlide14.xml" ContentType="application/vnd.openxmlformats-officedocument.presentationml.notesSlide+xml"/>
  <Override PartName="/ppt/slides/slide115.xml" ContentType="application/vnd.openxmlformats-officedocument.presentationml.slide+xml"/>
  <Override PartName="/ppt/copula/notesSlides/notesSlide15.xml" ContentType="application/vnd.openxmlformats-officedocument.presentationml.notesSlide+xml"/>
  <Override PartName="/ppt/slides/slide116.xml" ContentType="application/vnd.openxmlformats-officedocument.presentationml.slide+xml"/>
  <Override PartName="/ppt/copula/notesSlides/notesSlide16.xml" ContentType="application/vnd.openxmlformats-officedocument.presentationml.notesSlide+xml"/>
  <Override PartName="/ppt/slides/slide117.xml" ContentType="application/vnd.openxmlformats-officedocument.presentationml.slide+xml"/>
  <Override PartName="/ppt/copula/notesSlides/notesSlide17.xml" ContentType="application/vnd.openxmlformats-officedocument.presentationml.notesSlide+xml"/>
  <Override PartName="/ppt/slides/slide118.xml" ContentType="application/vnd.openxmlformats-officedocument.presentationml.slide+xml"/>
  <Override PartName="/ppt/copula/notesSlides/notesSlide18.xml" ContentType="application/vnd.openxmlformats-officedocument.presentationml.notesSlide+xml"/>
  <Override PartName="/ppt/slides/slide119.xml" ContentType="application/vnd.openxmlformats-officedocument.presentationml.slide+xml"/>
  <Override PartName="/ppt/copula/notesSlides/notesSlide19.xml" ContentType="application/vnd.openxmlformats-officedocument.presentationml.notesSlide+xml"/>
  <Override PartName="/ppt/slides/slide120.xml" ContentType="application/vnd.openxmlformats-officedocument.presentationml.slide+xml"/>
  <Override PartName="/ppt/copula/notesSlides/notesSlide20.xml" ContentType="application/vnd.openxmlformats-officedocument.presentationml.notesSlide+xml"/>
  <Override PartName="/ppt/slides/slide121.xml" ContentType="application/vnd.openxmlformats-officedocument.presentationml.slide+xml"/>
  <Override PartName="/ppt/copula/notesSlides/notesSlide21.xml" ContentType="application/vnd.openxmlformats-officedocument.presentationml.notesSlide+xml"/>
  <Override PartName="/ppt/slides/slide122.xml" ContentType="application/vnd.openxmlformats-officedocument.presentationml.slide+xml"/>
  <Override PartName="/ppt/copula/notesSlides/notesSlide22.xml" ContentType="application/vnd.openxmlformats-officedocument.presentationml.notesSlide+xml"/>
  <Override PartName="/ppt/slides/slide123.xml" ContentType="application/vnd.openxmlformats-officedocument.presentationml.slide+xml"/>
  <Override PartName="/ppt/copula/notesSlides/notesSlide23.xml" ContentType="application/vnd.openxmlformats-officedocument.presentationml.notesSlide+xml"/>
  <Override PartName="/ppt/slides/slide124.xml" ContentType="application/vnd.openxmlformats-officedocument.presentationml.slide+xml"/>
  <Override PartName="/ppt/copula/notesSlides/notesSlide24.xml" ContentType="application/vnd.openxmlformats-officedocument.presentationml.notesSlide+xml"/>
  <Override PartName="/ppt/slides/slide125.xml" ContentType="application/vnd.openxmlformats-officedocument.presentationml.slide+xml"/>
  <Override PartName="/ppt/copula/notesSlides/notesSlide25.xml" ContentType="application/vnd.openxmlformats-officedocument.presentationml.notesSlide+xml"/>
  <Override PartName="/ppt/slides/slide126.xml" ContentType="application/vnd.openxmlformats-officedocument.presentationml.slide+xml"/>
  <Override PartName="/ppt/copula/notesSlides/notesSlide26.xml" ContentType="application/vnd.openxmlformats-officedocument.presentationml.notesSlide+xml"/>
  <Override PartName="/ppt/slides/slide127.xml" ContentType="application/vnd.openxmlformats-officedocument.presentationml.slide+xml"/>
  <Override PartName="/ppt/copula/notesSlides/notesSlide27.xml" ContentType="application/vnd.openxmlformats-officedocument.presentationml.notesSlide+xml"/>
  <Override PartName="/ppt/slides/slide128.xml" ContentType="application/vnd.openxmlformats-officedocument.presentationml.slide+xml"/>
  <Override PartName="/ppt/copula/notesSlides/notesSlide28.xml" ContentType="application/vnd.openxmlformats-officedocument.presentationml.notesSlide+xml"/>
  <Override PartName="/ppt/slides/slide129.xml" ContentType="application/vnd.openxmlformats-officedocument.presentationml.slide+xml"/>
  <Override PartName="/ppt/copula/notesSlides/notesSlide29.xml" ContentType="application/vnd.openxmlformats-officedocument.presentationml.notesSlide+xml"/>
  <Override PartName="/ppt/slides/slide130.xml" ContentType="application/vnd.openxmlformats-officedocument.presentationml.slide+xml"/>
  <Override PartName="/ppt/copula/notesSlides/notesSlide30.xml" ContentType="application/vnd.openxmlformats-officedocument.presentationml.notesSlide+xml"/>
  <Override PartName="/ppt/slides/slide131.xml" ContentType="application/vnd.openxmlformats-officedocument.presentationml.slide+xml"/>
  <Override PartName="/ppt/copula/notesSlides/notesSlide31.xml" ContentType="application/vnd.openxmlformats-officedocument.presentationml.notesSlide+xml"/>
  <Override PartName="/ppt/slides/slide132.xml" ContentType="application/vnd.openxmlformats-officedocument.presentationml.slide+xml"/>
  <Override PartName="/ppt/copula/notesSlides/notesSlide32.xml" ContentType="application/vnd.openxmlformats-officedocument.presentationml.notesSlide+xml"/>
  <Override PartName="/ppt/slides/slide133.xml" ContentType="application/vnd.openxmlformats-officedocument.presentationml.slide+xml"/>
  <Override PartName="/ppt/copula/notesSlides/notesSlide33.xml" ContentType="application/vnd.openxmlformats-officedocument.presentationml.notesSlide+xml"/>
  <Override PartName="/ppt/slides/slide134.xml" ContentType="application/vnd.openxmlformats-officedocument.presentationml.slide+xml"/>
  <Override PartName="/ppt/copula/notesSlides/notesSlide34.xml" ContentType="application/vnd.openxmlformats-officedocument.presentationml.notesSlide+xml"/>
  <Override PartName="/ppt/slides/slide135.xml" ContentType="application/vnd.openxmlformats-officedocument.presentationml.slide+xml"/>
  <Override PartName="/ppt/copula/notesSlides/notesSlide35.xml" ContentType="application/vnd.openxmlformats-officedocument.presentationml.notesSlide+xml"/>
  <Override PartName="/ppt/slides/slide136.xml" ContentType="application/vnd.openxmlformats-officedocument.presentationml.slide+xml"/>
  <Override PartName="/ppt/copula/notesSlides/notesSlide36.xml" ContentType="application/vnd.openxmlformats-officedocument.presentationml.notesSlide+xml"/>
  <Override PartName="/ppt/slides/slide137.xml" ContentType="application/vnd.openxmlformats-officedocument.presentationml.slide+xml"/>
  <Override PartName="/ppt/copula/notesSlides/notesSlide37.xml" ContentType="application/vnd.openxmlformats-officedocument.presentationml.notesSlide+xml"/>
  <Override PartName="/ppt/slides/slide138.xml" ContentType="application/vnd.openxmlformats-officedocument.presentationml.slide+xml"/>
  <Override PartName="/ppt/copula/notesSlides/notesSlide38.xml" ContentType="application/vnd.openxmlformats-officedocument.presentationml.notesSlide+xml"/>
  <Override PartName="/ppt/slides/slide139.xml" ContentType="application/vnd.openxmlformats-officedocument.presentationml.slide+xml"/>
  <Override PartName="/ppt/copula/notesSlides/notesSlide39.xml" ContentType="application/vnd.openxmlformats-officedocument.presentationml.notesSlide+xml"/>
  <Override PartName="/ppt/slides/slide140.xml" ContentType="application/vnd.openxmlformats-officedocument.presentationml.slide+xml"/>
  <Override PartName="/ppt/copula/notesSlides/notesSlide40.xml" ContentType="application/vnd.openxmlformats-officedocument.presentationml.notesSlide+xml"/>
  <Override PartName="/ppt/slides/slide141.xml" ContentType="application/vnd.openxmlformats-officedocument.presentationml.slide+xml"/>
  <Override PartName="/ppt/copula/notesSlides/notesSlide41.xml" ContentType="application/vnd.openxmlformats-officedocument.presentationml.notesSlide+xml"/>
  <Override PartName="/ppt/slides/slide142.xml" ContentType="application/vnd.openxmlformats-officedocument.presentationml.slide+xml"/>
  <Override PartName="/ppt/copula/notesSlides/notesSlide42.xml" ContentType="application/vnd.openxmlformats-officedocument.presentationml.notesSlide+xml"/>
  <Override PartName="/ppt/slides/slide143.xml" ContentType="application/vnd.openxmlformats-officedocument.presentationml.slide+xml"/>
  <Override PartName="/ppt/copula/notesSlides/notesSlide43.xml" ContentType="application/vnd.openxmlformats-officedocument.presentationml.notesSlide+xml"/>
  <Override PartName="/ppt/slides/slide144.xml" ContentType="application/vnd.openxmlformats-officedocument.presentationml.slide+xml"/>
  <Override PartName="/ppt/copula/notesSlides/notesSlide44.xml" ContentType="application/vnd.openxmlformats-officedocument.presentationml.notesSlide+xml"/>
  <Override PartName="/ppt/slides/slide145.xml" ContentType="application/vnd.openxmlformats-officedocument.presentationml.slide+xml"/>
  <Override PartName="/ppt/copula/notesSlides/notesSlide4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5000" r:id="rIdCopula2"/>
  </p:sldMasterIdLst>
  <p:notesMasterIdLst>
    <p:notesMasterId r:id="rId23"/>
    <p:notesMasterId r:id="rIdCopula3"/>
  </p:notesMasterIdLst>
  <p:sldIdLst>
    <p:sldId id="256" r:id="rId2"/>
    <p:sldId id="257" r:id="rId3"/>
    <p:sldId id="296" r:id="rId4"/>
    <p:sldId id="315" r:id="rId5"/>
    <p:sldId id="1000" r:id="rIdCopula6"/>
    <p:sldId id="1001" r:id="rIdCopula7"/>
    <p:sldId id="1002" r:id="rIdCopula8"/>
    <p:sldId id="1003" r:id="rIdCopula9"/>
    <p:sldId id="1004" r:id="rIdCopula10"/>
    <p:sldId id="1005" r:id="rIdCopula11"/>
    <p:sldId id="1006" r:id="rIdCopula12"/>
    <p:sldId id="1007" r:id="rIdCopula13"/>
    <p:sldId id="1008" r:id="rIdCopula14"/>
    <p:sldId id="1009" r:id="rIdCopula15"/>
    <p:sldId id="1010" r:id="rIdCopula16"/>
    <p:sldId id="1011" r:id="rIdCopula17"/>
    <p:sldId id="1012" r:id="rIdCopula18"/>
    <p:sldId id="1013" r:id="rIdCopula19"/>
    <p:sldId id="1014" r:id="rIdCopula20"/>
    <p:sldId id="1015" r:id="rIdCopula21"/>
    <p:sldId id="1016" r:id="rIdCopula22"/>
    <p:sldId id="1017" r:id="rIdCopula23"/>
    <p:sldId id="1018" r:id="rIdCopula24"/>
    <p:sldId id="1019" r:id="rIdCopula25"/>
    <p:sldId id="1020" r:id="rIdCopula26"/>
    <p:sldId id="1021" r:id="rIdCopula27"/>
    <p:sldId id="1022" r:id="rIdCopula28"/>
    <p:sldId id="1023" r:id="rIdCopula29"/>
    <p:sldId id="1024" r:id="rIdCopula30"/>
    <p:sldId id="1025" r:id="rIdCopula31"/>
    <p:sldId id="1026" r:id="rIdCopula32"/>
    <p:sldId id="1027" r:id="rIdCopula33"/>
    <p:sldId id="1028" r:id="rIdCopula34"/>
    <p:sldId id="1029" r:id="rIdCopula35"/>
    <p:sldId id="1030" r:id="rIdCopula36"/>
    <p:sldId id="1031" r:id="rIdCopula37"/>
    <p:sldId id="1032" r:id="rIdCopula38"/>
    <p:sldId id="1033" r:id="rIdCopula39"/>
    <p:sldId id="1034" r:id="rIdCopula40"/>
    <p:sldId id="1035" r:id="rIdCopula41"/>
    <p:sldId id="1036" r:id="rIdCopula42"/>
    <p:sldId id="1037" r:id="rIdCopula43"/>
    <p:sldId id="1038" r:id="rIdCopula44"/>
    <p:sldId id="1039" r:id="rIdCopula45"/>
    <p:sldId id="1040" r:id="rIdCopula46"/>
    <p:sldId id="1041" r:id="rIdCopula47"/>
    <p:sldId id="1042" r:id="rIdCopula48"/>
    <p:sldId id="1043" r:id="rIdCopula49"/>
    <p:sldId id="1044" r:id="rIdCopula5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FF9797"/>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p:restoredTop sz="77945" autoAdjust="0"/>
  </p:normalViewPr>
  <p:slideViewPr>
    <p:cSldViewPr snapToGrid="0">
      <p:cViewPr varScale="1">
        <p:scale>
          <a:sx n="97" d="100"/>
          <a:sy n="97" d="100"/>
        </p:scale>
        <p:origin x="16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24" Type="http://schemas.openxmlformats.org/officeDocument/2006/relationships/presProps" Target="presProps.xml"/><Relationship Id="rId5" Type="http://schemas.openxmlformats.org/officeDocument/2006/relationships/slide" Target="slides/slide4.xml"/><Relationship Id="rId23" Type="http://schemas.openxmlformats.org/officeDocument/2006/relationships/notesMaster" Target="notesMasters/notesMaster1.xml"/><Relationship Id="rId28" Type="http://schemas.microsoft.com/office/2016/11/relationships/changesInfo" Target="changesInfos/changesInfo1.xml"/><Relationship Id="rId4" Type="http://schemas.openxmlformats.org/officeDocument/2006/relationships/slide" Target="slides/slide3.xml"/><Relationship Id="rId27" Type="http://schemas.openxmlformats.org/officeDocument/2006/relationships/tableStyles" Target="tableStyles.xml"/><Relationship Id="rIdCopula1" Type="http://schemas.openxmlformats.org/officeDocument/2006/relationships/theme" Target="copula/theme/theme1.xml"/><Relationship Id="rIdCopula2" Type="http://schemas.openxmlformats.org/officeDocument/2006/relationships/slideMaster" Target="copula/slideMasters/slideMaster1.xml"/><Relationship Id="rIdCopula3" Type="http://schemas.openxmlformats.org/officeDocument/2006/relationships/notesMaster" Target="copula/notesMasters/notesMaster1.xml"/><Relationship Id="rIdCopula4" Type="http://schemas.openxmlformats.org/officeDocument/2006/relationships/presProps" Target="copula/presProps.xml"/><Relationship Id="rIdCopula5" Type="http://schemas.openxmlformats.org/officeDocument/2006/relationships/tableStyles" Target="copula/tableStyles.xml"/><Relationship Id="rIdCopula6" Type="http://schemas.openxmlformats.org/officeDocument/2006/relationships/slide" Target="slides/slide101.xml"/><Relationship Id="rIdCopula7" Type="http://schemas.openxmlformats.org/officeDocument/2006/relationships/slide" Target="slides/slide102.xml"/><Relationship Id="rIdCopula8" Type="http://schemas.openxmlformats.org/officeDocument/2006/relationships/slide" Target="slides/slide103.xml"/><Relationship Id="rIdCopula9" Type="http://schemas.openxmlformats.org/officeDocument/2006/relationships/slide" Target="slides/slide104.xml"/><Relationship Id="rIdCopula10" Type="http://schemas.openxmlformats.org/officeDocument/2006/relationships/slide" Target="slides/slide105.xml"/><Relationship Id="rIdCopula11" Type="http://schemas.openxmlformats.org/officeDocument/2006/relationships/slide" Target="slides/slide106.xml"/><Relationship Id="rIdCopula12" Type="http://schemas.openxmlformats.org/officeDocument/2006/relationships/slide" Target="slides/slide107.xml"/><Relationship Id="rIdCopula13" Type="http://schemas.openxmlformats.org/officeDocument/2006/relationships/slide" Target="slides/slide108.xml"/><Relationship Id="rIdCopula14" Type="http://schemas.openxmlformats.org/officeDocument/2006/relationships/slide" Target="slides/slide109.xml"/><Relationship Id="rIdCopula15" Type="http://schemas.openxmlformats.org/officeDocument/2006/relationships/slide" Target="slides/slide110.xml"/><Relationship Id="rIdCopula16" Type="http://schemas.openxmlformats.org/officeDocument/2006/relationships/slide" Target="slides/slide111.xml"/><Relationship Id="rIdCopula17" Type="http://schemas.openxmlformats.org/officeDocument/2006/relationships/slide" Target="slides/slide112.xml"/><Relationship Id="rIdCopula18" Type="http://schemas.openxmlformats.org/officeDocument/2006/relationships/slide" Target="slides/slide113.xml"/><Relationship Id="rIdCopula19" Type="http://schemas.openxmlformats.org/officeDocument/2006/relationships/slide" Target="slides/slide114.xml"/><Relationship Id="rIdCopula20" Type="http://schemas.openxmlformats.org/officeDocument/2006/relationships/slide" Target="slides/slide115.xml"/><Relationship Id="rIdCopula21" Type="http://schemas.openxmlformats.org/officeDocument/2006/relationships/slide" Target="slides/slide116.xml"/><Relationship Id="rIdCopula22" Type="http://schemas.openxmlformats.org/officeDocument/2006/relationships/slide" Target="slides/slide117.xml"/><Relationship Id="rIdCopula23" Type="http://schemas.openxmlformats.org/officeDocument/2006/relationships/slide" Target="slides/slide118.xml"/><Relationship Id="rIdCopula24" Type="http://schemas.openxmlformats.org/officeDocument/2006/relationships/slide" Target="slides/slide119.xml"/><Relationship Id="rIdCopula25" Type="http://schemas.openxmlformats.org/officeDocument/2006/relationships/slide" Target="slides/slide120.xml"/><Relationship Id="rIdCopula26" Type="http://schemas.openxmlformats.org/officeDocument/2006/relationships/slide" Target="slides/slide121.xml"/><Relationship Id="rIdCopula27" Type="http://schemas.openxmlformats.org/officeDocument/2006/relationships/slide" Target="slides/slide122.xml"/><Relationship Id="rIdCopula28" Type="http://schemas.openxmlformats.org/officeDocument/2006/relationships/slide" Target="slides/slide123.xml"/><Relationship Id="rIdCopula29" Type="http://schemas.openxmlformats.org/officeDocument/2006/relationships/slide" Target="slides/slide124.xml"/><Relationship Id="rIdCopula30" Type="http://schemas.openxmlformats.org/officeDocument/2006/relationships/slide" Target="slides/slide125.xml"/><Relationship Id="rIdCopula31" Type="http://schemas.openxmlformats.org/officeDocument/2006/relationships/slide" Target="slides/slide126.xml"/><Relationship Id="rIdCopula32" Type="http://schemas.openxmlformats.org/officeDocument/2006/relationships/slide" Target="slides/slide127.xml"/><Relationship Id="rIdCopula33" Type="http://schemas.openxmlformats.org/officeDocument/2006/relationships/slide" Target="slides/slide128.xml"/><Relationship Id="rIdCopula34" Type="http://schemas.openxmlformats.org/officeDocument/2006/relationships/slide" Target="slides/slide129.xml"/><Relationship Id="rIdCopula35" Type="http://schemas.openxmlformats.org/officeDocument/2006/relationships/slide" Target="slides/slide130.xml"/><Relationship Id="rIdCopula36" Type="http://schemas.openxmlformats.org/officeDocument/2006/relationships/slide" Target="slides/slide131.xml"/><Relationship Id="rIdCopula37" Type="http://schemas.openxmlformats.org/officeDocument/2006/relationships/slide" Target="slides/slide132.xml"/><Relationship Id="rIdCopula38" Type="http://schemas.openxmlformats.org/officeDocument/2006/relationships/slide" Target="slides/slide133.xml"/><Relationship Id="rIdCopula39" Type="http://schemas.openxmlformats.org/officeDocument/2006/relationships/slide" Target="slides/slide134.xml"/><Relationship Id="rIdCopula40" Type="http://schemas.openxmlformats.org/officeDocument/2006/relationships/slide" Target="slides/slide135.xml"/><Relationship Id="rIdCopula41" Type="http://schemas.openxmlformats.org/officeDocument/2006/relationships/slide" Target="slides/slide136.xml"/><Relationship Id="rIdCopula42" Type="http://schemas.openxmlformats.org/officeDocument/2006/relationships/slide" Target="slides/slide137.xml"/><Relationship Id="rIdCopula43" Type="http://schemas.openxmlformats.org/officeDocument/2006/relationships/slide" Target="slides/slide138.xml"/><Relationship Id="rIdCopula44" Type="http://schemas.openxmlformats.org/officeDocument/2006/relationships/slide" Target="slides/slide139.xml"/><Relationship Id="rIdCopula45" Type="http://schemas.openxmlformats.org/officeDocument/2006/relationships/slide" Target="slides/slide140.xml"/><Relationship Id="rIdCopula46" Type="http://schemas.openxmlformats.org/officeDocument/2006/relationships/slide" Target="slides/slide141.xml"/><Relationship Id="rIdCopula47" Type="http://schemas.openxmlformats.org/officeDocument/2006/relationships/slide" Target="slides/slide142.xml"/><Relationship Id="rIdCopula48" Type="http://schemas.openxmlformats.org/officeDocument/2006/relationships/slide" Target="slides/slide143.xml"/><Relationship Id="rIdCopula49" Type="http://schemas.openxmlformats.org/officeDocument/2006/relationships/slide" Target="slides/slide144.xml"/><Relationship Id="rIdCopula50" Type="http://schemas.openxmlformats.org/officeDocument/2006/relationships/slide" Target="slides/slide1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光汰 齊藤" userId="50845e5bd7423914" providerId="LiveId" clId="{6C757DE9-355C-4ED3-A569-31F5B9354D0F}"/>
    <pc:docChg chg="undo custSel addSld delSld modSld sldOrd">
      <pc:chgData name="光汰 齊藤" userId="50845e5bd7423914" providerId="LiveId" clId="{6C757DE9-355C-4ED3-A569-31F5B9354D0F}" dt="2026-09-12T03:53:16.293" v="9788" actId="20577"/>
      <pc:docMkLst>
        <pc:docMk/>
      </pc:docMkLst>
      <pc:sldChg chg="modNotesTx">
        <pc:chgData name="光汰 齊藤" userId="50845e5bd7423914" providerId="LiveId" clId="{6C757DE9-355C-4ED3-A569-31F5B9354D0F}" dt="2026-09-12T03:11:40.641" v="9225" actId="20577"/>
        <pc:sldMkLst>
          <pc:docMk/>
          <pc:sldMk cId="338026499" sldId="256"/>
        </pc:sldMkLst>
      </pc:sldChg>
      <pc:sldChg chg="addSp delSp mod modNotesTx">
        <pc:chgData name="光汰 齊藤" userId="50845e5bd7423914" providerId="LiveId" clId="{6C757DE9-355C-4ED3-A569-31F5B9354D0F}" dt="2026-09-12T03:11:57.049" v="9249" actId="20577"/>
        <pc:sldMkLst>
          <pc:docMk/>
          <pc:sldMk cId="4154883763" sldId="257"/>
        </pc:sldMkLst>
      </pc:sldChg>
      <pc:sldChg chg="modSp mod modNotesTx">
        <pc:chgData name="光汰 齊藤" userId="50845e5bd7423914" providerId="LiveId" clId="{6C757DE9-355C-4ED3-A569-31F5B9354D0F}" dt="2026-09-12T03:13:38.572" v="9324" actId="20577"/>
        <pc:sldMkLst>
          <pc:docMk/>
          <pc:sldMk cId="3141176618" sldId="274"/>
        </pc:sldMkLst>
        <pc:spChg chg="mod">
          <ac:chgData name="光汰 齊藤" userId="50845e5bd7423914" providerId="LiveId" clId="{6C757DE9-355C-4ED3-A569-31F5B9354D0F}" dt="2026-09-11T05:27:46.850" v="636" actId="20577"/>
          <ac:spMkLst>
            <pc:docMk/>
            <pc:sldMk cId="3141176618" sldId="274"/>
            <ac:spMk id="3" creationId="{8A4E69F2-E7A6-6A33-C1C3-4EB6E23649AD}"/>
          </ac:spMkLst>
        </pc:spChg>
      </pc:sldChg>
      <pc:sldChg chg="modSp mod modNotesTx">
        <pc:chgData name="光汰 齊藤" userId="50845e5bd7423914" providerId="LiveId" clId="{6C757DE9-355C-4ED3-A569-31F5B9354D0F}" dt="2026-09-12T03:14:30.974" v="9376" actId="20577"/>
        <pc:sldMkLst>
          <pc:docMk/>
          <pc:sldMk cId="1845202054" sldId="289"/>
        </pc:sldMkLst>
        <pc:spChg chg="mod">
          <ac:chgData name="光汰 齊藤" userId="50845e5bd7423914" providerId="LiveId" clId="{6C757DE9-355C-4ED3-A569-31F5B9354D0F}" dt="2026-09-11T05:27:30.727" v="624"/>
          <ac:spMkLst>
            <pc:docMk/>
            <pc:sldMk cId="1845202054" sldId="289"/>
            <ac:spMk id="2" creationId="{834D5114-4933-017A-51FA-79F0D17C9017}"/>
          </ac:spMkLst>
        </pc:spChg>
        <pc:spChg chg="mod">
          <ac:chgData name="光汰 齊藤" userId="50845e5bd7423914" providerId="LiveId" clId="{6C757DE9-355C-4ED3-A569-31F5B9354D0F}" dt="2026-09-11T15:25:17.756" v="7595" actId="1076"/>
          <ac:spMkLst>
            <pc:docMk/>
            <pc:sldMk cId="1845202054" sldId="289"/>
            <ac:spMk id="4" creationId="{868B797A-D6E7-F29B-D45F-72D1D5FD66A7}"/>
          </ac:spMkLst>
        </pc:spChg>
        <pc:spChg chg="mod">
          <ac:chgData name="光汰 齊藤" userId="50845e5bd7423914" providerId="LiveId" clId="{6C757DE9-355C-4ED3-A569-31F5B9354D0F}" dt="2026-09-11T15:26:05.732" v="7596" actId="14100"/>
          <ac:spMkLst>
            <pc:docMk/>
            <pc:sldMk cId="1845202054" sldId="289"/>
            <ac:spMk id="67" creationId="{0051D913-0BDE-36FF-BF5F-81D182A2B9F4}"/>
          </ac:spMkLst>
        </pc:spChg>
      </pc:sldChg>
      <pc:sldChg chg="modSp mod modNotesTx">
        <pc:chgData name="光汰 齊藤" userId="50845e5bd7423914" providerId="LiveId" clId="{6C757DE9-355C-4ED3-A569-31F5B9354D0F}" dt="2026-09-12T03:25:37.440" v="9551" actId="20577"/>
        <pc:sldMkLst>
          <pc:docMk/>
          <pc:sldMk cId="2319904379" sldId="290"/>
        </pc:sldMkLst>
        <pc:spChg chg="mod">
          <ac:chgData name="光汰 齊藤" userId="50845e5bd7423914" providerId="LiveId" clId="{6C757DE9-355C-4ED3-A569-31F5B9354D0F}" dt="2026-09-12T03:25:29.446" v="9549" actId="20577"/>
          <ac:spMkLst>
            <pc:docMk/>
            <pc:sldMk cId="2319904379" sldId="290"/>
            <ac:spMk id="11" creationId="{156CEDCA-8EC2-5507-BA12-219CBE5E45D9}"/>
          </ac:spMkLst>
        </pc:spChg>
      </pc:sldChg>
      <pc:sldChg chg="addSp delSp modSp mod modNotesTx">
        <pc:chgData name="光汰 齊藤" userId="50845e5bd7423914" providerId="LiveId" clId="{6C757DE9-355C-4ED3-A569-31F5B9354D0F}" dt="2026-09-12T03:29:07.319" v="9619" actId="20577"/>
        <pc:sldMkLst>
          <pc:docMk/>
          <pc:sldMk cId="1117972738" sldId="291"/>
        </pc:sldMkLst>
        <pc:spChg chg="mod">
          <ac:chgData name="光汰 齊藤" userId="50845e5bd7423914" providerId="LiveId" clId="{6C757DE9-355C-4ED3-A569-31F5B9354D0F}" dt="2026-09-11T05:03:06.389" v="66"/>
          <ac:spMkLst>
            <pc:docMk/>
            <pc:sldMk cId="1117972738" sldId="291"/>
            <ac:spMk id="2" creationId="{DE5F9D73-6512-57D7-A194-404A459A8E3B}"/>
          </ac:spMkLst>
        </pc:spChg>
        <pc:spChg chg="mod">
          <ac:chgData name="光汰 齊藤" userId="50845e5bd7423914" providerId="LiveId" clId="{6C757DE9-355C-4ED3-A569-31F5B9354D0F}" dt="2026-09-11T04:54:15.365" v="4" actId="1035"/>
          <ac:spMkLst>
            <pc:docMk/>
            <pc:sldMk cId="1117972738" sldId="291"/>
            <ac:spMk id="4" creationId="{FA6B674A-69E8-17AB-2515-F633BABCF3C9}"/>
          </ac:spMkLst>
        </pc:spChg>
        <pc:spChg chg="mod">
          <ac:chgData name="光汰 齊藤" userId="50845e5bd7423914" providerId="LiveId" clId="{6C757DE9-355C-4ED3-A569-31F5B9354D0F}" dt="2026-09-11T05:07:02.093" v="312" actId="1076"/>
          <ac:spMkLst>
            <pc:docMk/>
            <pc:sldMk cId="1117972738" sldId="291"/>
            <ac:spMk id="10" creationId="{600FC221-20F2-EBB1-B181-8FEB4F89D82E}"/>
          </ac:spMkLst>
        </pc:spChg>
        <pc:spChg chg="mod">
          <ac:chgData name="光汰 齊藤" userId="50845e5bd7423914" providerId="LiveId" clId="{6C757DE9-355C-4ED3-A569-31F5B9354D0F}" dt="2026-09-11T05:13:50.011" v="409" actId="14100"/>
          <ac:spMkLst>
            <pc:docMk/>
            <pc:sldMk cId="1117972738" sldId="291"/>
            <ac:spMk id="13" creationId="{F4CB5D91-2D4B-45D9-C9DA-15C496830A52}"/>
          </ac:spMkLst>
        </pc:spChg>
        <pc:spChg chg="mod">
          <ac:chgData name="光汰 齊藤" userId="50845e5bd7423914" providerId="LiveId" clId="{6C757DE9-355C-4ED3-A569-31F5B9354D0F}" dt="2026-09-11T05:07:34.731" v="352" actId="1035"/>
          <ac:spMkLst>
            <pc:docMk/>
            <pc:sldMk cId="1117972738" sldId="291"/>
            <ac:spMk id="14" creationId="{DAE75398-13E4-C4C8-87A1-2E89AB0CD46C}"/>
          </ac:spMkLst>
        </pc:spChg>
        <pc:spChg chg="mod">
          <ac:chgData name="光汰 齊藤" userId="50845e5bd7423914" providerId="LiveId" clId="{6C757DE9-355C-4ED3-A569-31F5B9354D0F}" dt="2026-09-11T05:10:05.980" v="353" actId="1076"/>
          <ac:spMkLst>
            <pc:docMk/>
            <pc:sldMk cId="1117972738" sldId="291"/>
            <ac:spMk id="15" creationId="{C9FFC3C8-A31C-D09F-ACBE-1F3F3CA4D95B}"/>
          </ac:spMkLst>
        </pc:spChg>
        <pc:spChg chg="mod">
          <ac:chgData name="光汰 齊藤" userId="50845e5bd7423914" providerId="LiveId" clId="{6C757DE9-355C-4ED3-A569-31F5B9354D0F}" dt="2026-09-12T03:27:58.783" v="9561"/>
          <ac:spMkLst>
            <pc:docMk/>
            <pc:sldMk cId="1117972738" sldId="291"/>
            <ac:spMk id="16" creationId="{5D0D1F29-EA99-79C0-9F16-C05CC074D4DF}"/>
          </ac:spMkLst>
        </pc:spChg>
        <pc:spChg chg="mod">
          <ac:chgData name="光汰 齊藤" userId="50845e5bd7423914" providerId="LiveId" clId="{6C757DE9-355C-4ED3-A569-31F5B9354D0F}" dt="2026-09-11T05:13:07.925" v="404" actId="1037"/>
          <ac:spMkLst>
            <pc:docMk/>
            <pc:sldMk cId="1117972738" sldId="291"/>
            <ac:spMk id="17" creationId="{51B2EFE3-7473-CB03-9998-2C42B446F3EB}"/>
          </ac:spMkLst>
        </pc:spChg>
        <pc:spChg chg="mod">
          <ac:chgData name="光汰 齊藤" userId="50845e5bd7423914" providerId="LiveId" clId="{6C757DE9-355C-4ED3-A569-31F5B9354D0F}" dt="2026-09-11T05:06:11.370" v="207" actId="14100"/>
          <ac:spMkLst>
            <pc:docMk/>
            <pc:sldMk cId="1117972738" sldId="291"/>
            <ac:spMk id="18" creationId="{22D61288-25D9-DFE9-2BDE-56CBFD08EB49}"/>
          </ac:spMkLst>
        </pc:spChg>
        <pc:spChg chg="mod">
          <ac:chgData name="光汰 齊藤" userId="50845e5bd7423914" providerId="LiveId" clId="{6C757DE9-355C-4ED3-A569-31F5B9354D0F}" dt="2026-09-11T05:10:31.314" v="354" actId="1076"/>
          <ac:spMkLst>
            <pc:docMk/>
            <pc:sldMk cId="1117972738" sldId="291"/>
            <ac:spMk id="19" creationId="{5478EA91-C83C-728B-4669-4AC2D1A1A604}"/>
          </ac:spMkLst>
        </pc:spChg>
        <pc:spChg chg="mod">
          <ac:chgData name="光汰 齊藤" userId="50845e5bd7423914" providerId="LiveId" clId="{6C757DE9-355C-4ED3-A569-31F5B9354D0F}" dt="2026-09-11T05:10:58.719" v="360" actId="14100"/>
          <ac:spMkLst>
            <pc:docMk/>
            <pc:sldMk cId="1117972738" sldId="291"/>
            <ac:spMk id="25" creationId="{0B5586C9-8780-A5B6-E6AB-FC51FC7E9B3A}"/>
          </ac:spMkLst>
        </pc:spChg>
        <pc:spChg chg="mod">
          <ac:chgData name="光汰 齊藤" userId="50845e5bd7423914" providerId="LiveId" clId="{6C757DE9-355C-4ED3-A569-31F5B9354D0F}" dt="2026-09-12T03:28:57.097" v="9611"/>
          <ac:spMkLst>
            <pc:docMk/>
            <pc:sldMk cId="1117972738" sldId="291"/>
            <ac:spMk id="26" creationId="{730BD3ED-DAC9-8111-3C9D-01D28483C06D}"/>
          </ac:spMkLst>
        </pc:spChg>
        <pc:spChg chg="add mod">
          <ac:chgData name="光汰 齊藤" userId="50845e5bd7423914" providerId="LiveId" clId="{6C757DE9-355C-4ED3-A569-31F5B9354D0F}" dt="2026-09-11T05:10:05.980" v="353" actId="1076"/>
          <ac:spMkLst>
            <pc:docMk/>
            <pc:sldMk cId="1117972738" sldId="291"/>
            <ac:spMk id="28" creationId="{119EA92E-7FF8-6815-7E53-D44A8FB614B5}"/>
          </ac:spMkLst>
        </pc:spChg>
        <pc:spChg chg="add mod">
          <ac:chgData name="光汰 齊藤" userId="50845e5bd7423914" providerId="LiveId" clId="{6C757DE9-355C-4ED3-A569-31F5B9354D0F}" dt="2026-09-12T03:28:04.081" v="9562" actId="14100"/>
          <ac:spMkLst>
            <pc:docMk/>
            <pc:sldMk cId="1117972738" sldId="291"/>
            <ac:spMk id="30" creationId="{90616B9A-93C3-A950-62B6-F0DB96FA0BD5}"/>
          </ac:spMkLst>
        </pc:spChg>
        <pc:spChg chg="add mod">
          <ac:chgData name="光汰 齊藤" userId="50845e5bd7423914" providerId="LiveId" clId="{6C757DE9-355C-4ED3-A569-31F5B9354D0F}" dt="2026-09-11T05:13:41.992" v="406" actId="1076"/>
          <ac:spMkLst>
            <pc:docMk/>
            <pc:sldMk cId="1117972738" sldId="291"/>
            <ac:spMk id="34" creationId="{BFE36B60-A3C3-E665-E07B-F05E17755466}"/>
          </ac:spMkLst>
        </pc:spChg>
        <pc:graphicFrameChg chg="add mod">
          <ac:chgData name="光汰 齊藤" userId="50845e5bd7423914" providerId="LiveId" clId="{6C757DE9-355C-4ED3-A569-31F5B9354D0F}" dt="2026-09-11T05:13:41.992" v="406" actId="1076"/>
          <ac:graphicFrameMkLst>
            <pc:docMk/>
            <pc:sldMk cId="1117972738" sldId="291"/>
            <ac:graphicFrameMk id="32" creationId="{38240ABC-CAB0-F03C-C76A-CE9390E6948F}"/>
          </ac:graphicFrameMkLst>
        </pc:graphicFrameChg>
      </pc:sldChg>
      <pc:sldChg chg="addSp delSp modSp mod ord modNotesTx">
        <pc:chgData name="光汰 齊藤" userId="50845e5bd7423914" providerId="LiveId" clId="{6C757DE9-355C-4ED3-A569-31F5B9354D0F}" dt="2026-09-12T03:30:07.826" v="9630" actId="20577"/>
        <pc:sldMkLst>
          <pc:docMk/>
          <pc:sldMk cId="754461221" sldId="292"/>
        </pc:sldMkLst>
        <pc:spChg chg="mod">
          <ac:chgData name="光汰 齊藤" userId="50845e5bd7423914" providerId="LiveId" clId="{6C757DE9-355C-4ED3-A569-31F5B9354D0F}" dt="2026-09-11T06:36:54.250" v="1553"/>
          <ac:spMkLst>
            <pc:docMk/>
            <pc:sldMk cId="754461221" sldId="292"/>
            <ac:spMk id="2" creationId="{357C2715-F2A2-D208-A85D-67860B4ACC4B}"/>
          </ac:spMkLst>
        </pc:spChg>
        <pc:spChg chg="add mod">
          <ac:chgData name="光汰 齊藤" userId="50845e5bd7423914" providerId="LiveId" clId="{6C757DE9-355C-4ED3-A569-31F5B9354D0F}" dt="2026-09-11T15:31:29.833" v="7655" actId="1076"/>
          <ac:spMkLst>
            <pc:docMk/>
            <pc:sldMk cId="754461221" sldId="292"/>
            <ac:spMk id="6" creationId="{E26C5694-5933-1B36-2CC1-7451CC5C393D}"/>
          </ac:spMkLst>
        </pc:spChg>
        <pc:spChg chg="add mod">
          <ac:chgData name="光汰 齊藤" userId="50845e5bd7423914" providerId="LiveId" clId="{6C757DE9-355C-4ED3-A569-31F5B9354D0F}" dt="2026-09-11T15:31:15.125" v="7651" actId="1036"/>
          <ac:spMkLst>
            <pc:docMk/>
            <pc:sldMk cId="754461221" sldId="292"/>
            <ac:spMk id="11" creationId="{642AA03B-B185-C90E-4468-6F686AE3271E}"/>
          </ac:spMkLst>
        </pc:spChg>
        <pc:spChg chg="add mod">
          <ac:chgData name="光汰 齊藤" userId="50845e5bd7423914" providerId="LiveId" clId="{6C757DE9-355C-4ED3-A569-31F5B9354D0F}" dt="2026-09-11T15:31:15.125" v="7651" actId="1036"/>
          <ac:spMkLst>
            <pc:docMk/>
            <pc:sldMk cId="754461221" sldId="292"/>
            <ac:spMk id="15" creationId="{8D4AE2CF-2B82-9151-1800-CF5CD7BAFF87}"/>
          </ac:spMkLst>
        </pc:spChg>
        <pc:spChg chg="add mod">
          <ac:chgData name="光汰 齊藤" userId="50845e5bd7423914" providerId="LiveId" clId="{6C757DE9-355C-4ED3-A569-31F5B9354D0F}" dt="2026-09-11T15:34:30.153" v="7657" actId="14100"/>
          <ac:spMkLst>
            <pc:docMk/>
            <pc:sldMk cId="754461221" sldId="292"/>
            <ac:spMk id="19" creationId="{A7BEC913-DE66-5788-839F-EFFAC40F0493}"/>
          </ac:spMkLst>
        </pc:spChg>
        <pc:spChg chg="add mod">
          <ac:chgData name="光汰 齊藤" userId="50845e5bd7423914" providerId="LiveId" clId="{6C757DE9-355C-4ED3-A569-31F5B9354D0F}" dt="2026-09-11T15:31:47.333" v="7656" actId="14100"/>
          <ac:spMkLst>
            <pc:docMk/>
            <pc:sldMk cId="754461221" sldId="292"/>
            <ac:spMk id="21" creationId="{552F6B69-D4B6-C2FB-8746-24B85430B8B5}"/>
          </ac:spMkLst>
        </pc:spChg>
        <pc:spChg chg="add mod">
          <ac:chgData name="光汰 齊藤" userId="50845e5bd7423914" providerId="LiveId" clId="{6C757DE9-355C-4ED3-A569-31F5B9354D0F}" dt="2026-09-11T09:07:23.819" v="3537" actId="1035"/>
          <ac:spMkLst>
            <pc:docMk/>
            <pc:sldMk cId="754461221" sldId="292"/>
            <ac:spMk id="23" creationId="{F3D63764-23FD-68EA-3BF7-93A7D2FB0769}"/>
          </ac:spMkLst>
        </pc:spChg>
        <pc:spChg chg="add mod">
          <ac:chgData name="光汰 齊藤" userId="50845e5bd7423914" providerId="LiveId" clId="{6C757DE9-355C-4ED3-A569-31F5B9354D0F}" dt="2026-09-11T15:31:15.125" v="7651" actId="1036"/>
          <ac:spMkLst>
            <pc:docMk/>
            <pc:sldMk cId="754461221" sldId="292"/>
            <ac:spMk id="29" creationId="{40D1D59C-A5AC-E434-28FD-33B2F061B397}"/>
          </ac:spMkLst>
        </pc:spChg>
        <pc:spChg chg="add mod">
          <ac:chgData name="光汰 齊藤" userId="50845e5bd7423914" providerId="LiveId" clId="{6C757DE9-355C-4ED3-A569-31F5B9354D0F}" dt="2026-09-11T15:31:15.125" v="7651" actId="1036"/>
          <ac:spMkLst>
            <pc:docMk/>
            <pc:sldMk cId="754461221" sldId="292"/>
            <ac:spMk id="31" creationId="{93DBBD8B-B42B-E6DD-1D19-9A0CD86DDE71}"/>
          </ac:spMkLst>
        </pc:spChg>
        <pc:spChg chg="add mod">
          <ac:chgData name="光汰 齊藤" userId="50845e5bd7423914" providerId="LiveId" clId="{6C757DE9-355C-4ED3-A569-31F5B9354D0F}" dt="2026-09-11T15:31:15.125" v="7651" actId="1036"/>
          <ac:spMkLst>
            <pc:docMk/>
            <pc:sldMk cId="754461221" sldId="292"/>
            <ac:spMk id="33" creationId="{67282139-179F-47B0-27C5-0932AD7BB48C}"/>
          </ac:spMkLst>
        </pc:spChg>
        <pc:spChg chg="add mod">
          <ac:chgData name="光汰 齊藤" userId="50845e5bd7423914" providerId="LiveId" clId="{6C757DE9-355C-4ED3-A569-31F5B9354D0F}" dt="2026-09-11T15:31:15.125" v="7651" actId="1036"/>
          <ac:spMkLst>
            <pc:docMk/>
            <pc:sldMk cId="754461221" sldId="292"/>
            <ac:spMk id="35" creationId="{1DE44916-F710-8F5D-E80E-31BBE09EB4FE}"/>
          </ac:spMkLst>
        </pc:spChg>
        <pc:spChg chg="add mod">
          <ac:chgData name="光汰 齊藤" userId="50845e5bd7423914" providerId="LiveId" clId="{6C757DE9-355C-4ED3-A569-31F5B9354D0F}" dt="2026-09-11T09:07:31.500" v="3555" actId="1035"/>
          <ac:spMkLst>
            <pc:docMk/>
            <pc:sldMk cId="754461221" sldId="292"/>
            <ac:spMk id="42" creationId="{4C7A226B-2413-ADA6-28D8-6244E1A4979E}"/>
          </ac:spMkLst>
        </pc:spChg>
        <pc:spChg chg="add mod">
          <ac:chgData name="光汰 齊藤" userId="50845e5bd7423914" providerId="LiveId" clId="{6C757DE9-355C-4ED3-A569-31F5B9354D0F}" dt="2026-09-11T09:07:31.500" v="3555" actId="1035"/>
          <ac:spMkLst>
            <pc:docMk/>
            <pc:sldMk cId="754461221" sldId="292"/>
            <ac:spMk id="44" creationId="{F0FBBE2A-CD72-D9D3-8138-9E4743223311}"/>
          </ac:spMkLst>
        </pc:spChg>
        <pc:spChg chg="add mod">
          <ac:chgData name="光汰 齊藤" userId="50845e5bd7423914" providerId="LiveId" clId="{6C757DE9-355C-4ED3-A569-31F5B9354D0F}" dt="2026-09-11T09:07:31.500" v="3555" actId="1035"/>
          <ac:spMkLst>
            <pc:docMk/>
            <pc:sldMk cId="754461221" sldId="292"/>
            <ac:spMk id="46" creationId="{1CB82D4A-F38B-5A28-F1F8-F4136B98766F}"/>
          </ac:spMkLst>
        </pc:spChg>
        <pc:spChg chg="add mod">
          <ac:chgData name="光汰 齊藤" userId="50845e5bd7423914" providerId="LiveId" clId="{6C757DE9-355C-4ED3-A569-31F5B9354D0F}" dt="2026-09-11T09:07:31.500" v="3555" actId="1035"/>
          <ac:spMkLst>
            <pc:docMk/>
            <pc:sldMk cId="754461221" sldId="292"/>
            <ac:spMk id="48" creationId="{5851AD87-6CAC-172A-AC95-E64A8457C8EC}"/>
          </ac:spMkLst>
        </pc:spChg>
      </pc:sldChg>
      <pc:sldChg chg="addSp modSp mod modNotesTx">
        <pc:chgData name="光汰 齊藤" userId="50845e5bd7423914" providerId="LiveId" clId="{6C757DE9-355C-4ED3-A569-31F5B9354D0F}" dt="2026-09-12T03:49:51.494" v="9712" actId="20577"/>
        <pc:sldMkLst>
          <pc:docMk/>
          <pc:sldMk cId="128889613" sldId="294"/>
        </pc:sldMkLst>
        <pc:spChg chg="mod">
          <ac:chgData name="光汰 齊藤" userId="50845e5bd7423914" providerId="LiveId" clId="{6C757DE9-355C-4ED3-A569-31F5B9354D0F}" dt="2026-09-11T05:27:43.147" v="630" actId="20577"/>
          <ac:spMkLst>
            <pc:docMk/>
            <pc:sldMk cId="128889613" sldId="294"/>
            <ac:spMk id="2" creationId="{6688408A-D1E8-02D1-C682-690BF906E10D}"/>
          </ac:spMkLst>
        </pc:spChg>
        <pc:spChg chg="mod">
          <ac:chgData name="光汰 齊藤" userId="50845e5bd7423914" providerId="LiveId" clId="{6C757DE9-355C-4ED3-A569-31F5B9354D0F}" dt="2026-09-12T03:48:24.762" v="9634"/>
          <ac:spMkLst>
            <pc:docMk/>
            <pc:sldMk cId="128889613" sldId="294"/>
            <ac:spMk id="15" creationId="{6D93B2AC-47C9-E759-BAA6-C856561C267C}"/>
          </ac:spMkLst>
        </pc:spChg>
        <pc:spChg chg="add mod">
          <ac:chgData name="光汰 齊藤" userId="50845e5bd7423914" providerId="LiveId" clId="{6C757DE9-355C-4ED3-A569-31F5B9354D0F}" dt="2026-09-12T03:48:43.650" v="9643" actId="404"/>
          <ac:spMkLst>
            <pc:docMk/>
            <pc:sldMk cId="128889613" sldId="294"/>
            <ac:spMk id="17" creationId="{98388F11-EB18-DF05-13FB-7DCFA591E381}"/>
          </ac:spMkLst>
        </pc:spChg>
      </pc:sldChg>
      <pc:sldChg chg="addSp delSp modSp mod modNotesTx">
        <pc:chgData name="光汰 齊藤" userId="50845e5bd7423914" providerId="LiveId" clId="{6C757DE9-355C-4ED3-A569-31F5B9354D0F}" dt="2026-09-12T03:16:08.691" v="9464" actId="20577"/>
        <pc:sldMkLst>
          <pc:docMk/>
          <pc:sldMk cId="902745780" sldId="296"/>
        </pc:sldMkLst>
        <pc:spChg chg="mod">
          <ac:chgData name="光汰 齊藤" userId="50845e5bd7423914" providerId="LiveId" clId="{6C757DE9-355C-4ED3-A569-31F5B9354D0F}" dt="2026-09-11T10:58:46.551" v="5216" actId="20577"/>
          <ac:spMkLst>
            <pc:docMk/>
            <pc:sldMk cId="902745780" sldId="296"/>
            <ac:spMk id="2" creationId="{CC5B1D69-8333-18EF-27E9-79E17811FBB1}"/>
          </ac:spMkLst>
        </pc:spChg>
        <pc:spChg chg="add mod">
          <ac:chgData name="光汰 齊藤" userId="50845e5bd7423914" providerId="LiveId" clId="{6C757DE9-355C-4ED3-A569-31F5B9354D0F}" dt="2026-09-11T15:38:53.206" v="7727" actId="1076"/>
          <ac:spMkLst>
            <pc:docMk/>
            <pc:sldMk cId="902745780" sldId="296"/>
            <ac:spMk id="4" creationId="{1F16CE5B-42EC-EC1B-0A9B-C3D12B69C693}"/>
          </ac:spMkLst>
        </pc:spChg>
        <pc:spChg chg="add mod">
          <ac:chgData name="光汰 齊藤" userId="50845e5bd7423914" providerId="LiveId" clId="{6C757DE9-355C-4ED3-A569-31F5B9354D0F}" dt="2026-09-11T15:38:24.865" v="7720" actId="14100"/>
          <ac:spMkLst>
            <pc:docMk/>
            <pc:sldMk cId="902745780" sldId="296"/>
            <ac:spMk id="5" creationId="{F2AE2612-4035-2F70-317B-D91D24785F7B}"/>
          </ac:spMkLst>
        </pc:spChg>
        <pc:spChg chg="add mod">
          <ac:chgData name="光汰 齊藤" userId="50845e5bd7423914" providerId="LiveId" clId="{6C757DE9-355C-4ED3-A569-31F5B9354D0F}" dt="2026-09-11T15:37:13.376" v="7694" actId="1035"/>
          <ac:spMkLst>
            <pc:docMk/>
            <pc:sldMk cId="902745780" sldId="296"/>
            <ac:spMk id="7" creationId="{0826BC72-D495-6CD2-13A5-3135C4151587}"/>
          </ac:spMkLst>
        </pc:spChg>
        <pc:spChg chg="add mod">
          <ac:chgData name="光汰 齊藤" userId="50845e5bd7423914" providerId="LiveId" clId="{6C757DE9-355C-4ED3-A569-31F5B9354D0F}" dt="2026-09-11T15:37:05.933" v="7677" actId="1076"/>
          <ac:spMkLst>
            <pc:docMk/>
            <pc:sldMk cId="902745780" sldId="296"/>
            <ac:spMk id="8" creationId="{5CABC38F-2B08-F14D-FFC8-025F448EFCA5}"/>
          </ac:spMkLst>
        </pc:spChg>
        <pc:spChg chg="add mod ord">
          <ac:chgData name="光汰 齊藤" userId="50845e5bd7423914" providerId="LiveId" clId="{6C757DE9-355C-4ED3-A569-31F5B9354D0F}" dt="2026-09-11T15:38:57.518" v="7728" actId="207"/>
          <ac:spMkLst>
            <pc:docMk/>
            <pc:sldMk cId="902745780" sldId="296"/>
            <ac:spMk id="10" creationId="{A9F22044-A94B-488E-F5E2-9EF659B3006C}"/>
          </ac:spMkLst>
        </pc:spChg>
        <pc:spChg chg="add mod">
          <ac:chgData name="光汰 齊藤" userId="50845e5bd7423914" providerId="LiveId" clId="{6C757DE9-355C-4ED3-A569-31F5B9354D0F}" dt="2026-09-11T15:37:13.376" v="7694" actId="1035"/>
          <ac:spMkLst>
            <pc:docMk/>
            <pc:sldMk cId="902745780" sldId="296"/>
            <ac:spMk id="15" creationId="{7B1F59F7-9074-B155-25D6-FF3D8F317D58}"/>
          </ac:spMkLst>
        </pc:spChg>
        <pc:spChg chg="add mod">
          <ac:chgData name="光汰 齊藤" userId="50845e5bd7423914" providerId="LiveId" clId="{6C757DE9-355C-4ED3-A569-31F5B9354D0F}" dt="2026-09-11T15:37:33.178" v="7698" actId="1076"/>
          <ac:spMkLst>
            <pc:docMk/>
            <pc:sldMk cId="902745780" sldId="296"/>
            <ac:spMk id="16" creationId="{FC2B04AB-F4F3-25C0-0A54-D99A699E05CF}"/>
          </ac:spMkLst>
        </pc:spChg>
        <pc:spChg chg="add mod">
          <ac:chgData name="光汰 齊藤" userId="50845e5bd7423914" providerId="LiveId" clId="{6C757DE9-355C-4ED3-A569-31F5B9354D0F}" dt="2026-09-11T15:37:39.271" v="7700" actId="1076"/>
          <ac:spMkLst>
            <pc:docMk/>
            <pc:sldMk cId="902745780" sldId="296"/>
            <ac:spMk id="18" creationId="{0859DBBD-BC15-618F-04AF-82E394234996}"/>
          </ac:spMkLst>
        </pc:spChg>
        <pc:spChg chg="add mod">
          <ac:chgData name="光汰 齊藤" userId="50845e5bd7423914" providerId="LiveId" clId="{6C757DE9-355C-4ED3-A569-31F5B9354D0F}" dt="2026-09-11T15:38:21.881" v="7719" actId="14100"/>
          <ac:spMkLst>
            <pc:docMk/>
            <pc:sldMk cId="902745780" sldId="296"/>
            <ac:spMk id="19" creationId="{CA674223-1B0B-F1BE-7AFD-739A90A422E2}"/>
          </ac:spMkLst>
        </pc:spChg>
        <pc:spChg chg="add mod">
          <ac:chgData name="光汰 齊藤" userId="50845e5bd7423914" providerId="LiveId" clId="{6C757DE9-355C-4ED3-A569-31F5B9354D0F}" dt="2026-09-11T15:37:33.178" v="7698" actId="1076"/>
          <ac:spMkLst>
            <pc:docMk/>
            <pc:sldMk cId="902745780" sldId="296"/>
            <ac:spMk id="26" creationId="{2DD97516-CB1B-7382-C902-6B6E51371275}"/>
          </ac:spMkLst>
        </pc:spChg>
        <pc:spChg chg="add mod">
          <ac:chgData name="光汰 齊藤" userId="50845e5bd7423914" providerId="LiveId" clId="{6C757DE9-355C-4ED3-A569-31F5B9354D0F}" dt="2026-09-11T15:38:11.910" v="7716" actId="20577"/>
          <ac:spMkLst>
            <pc:docMk/>
            <pc:sldMk cId="902745780" sldId="296"/>
            <ac:spMk id="28" creationId="{30AA8FBC-6F9C-18AC-AA86-DE76F9D81985}"/>
          </ac:spMkLst>
        </pc:spChg>
      </pc:sldChg>
      <pc:sldChg chg="modSp mod modNotesTx">
        <pc:chgData name="光汰 齊藤" userId="50845e5bd7423914" providerId="LiveId" clId="{6C757DE9-355C-4ED3-A569-31F5B9354D0F}" dt="2026-09-12T03:13:51.838" v="9338" actId="20577"/>
        <pc:sldMkLst>
          <pc:docMk/>
          <pc:sldMk cId="1240762161" sldId="302"/>
        </pc:sldMkLst>
        <pc:spChg chg="mod">
          <ac:chgData name="光汰 齊藤" userId="50845e5bd7423914" providerId="LiveId" clId="{6C757DE9-355C-4ED3-A569-31F5B9354D0F}" dt="2026-09-11T05:26:58.694" v="551"/>
          <ac:spMkLst>
            <pc:docMk/>
            <pc:sldMk cId="1240762161" sldId="302"/>
            <ac:spMk id="2" creationId="{5EC0E432-2637-442C-986D-27DBC6BE3E34}"/>
          </ac:spMkLst>
        </pc:spChg>
        <pc:spChg chg="mod">
          <ac:chgData name="光汰 齊藤" userId="50845e5bd7423914" providerId="LiveId" clId="{6C757DE9-355C-4ED3-A569-31F5B9354D0F}" dt="2026-09-11T15:22:19.600" v="7589" actId="207"/>
          <ac:spMkLst>
            <pc:docMk/>
            <pc:sldMk cId="1240762161" sldId="302"/>
            <ac:spMk id="30" creationId="{594AC3A8-EBFD-CD74-A9A3-BA39755F6DE6}"/>
          </ac:spMkLst>
        </pc:spChg>
      </pc:sldChg>
      <pc:sldChg chg="addSp modSp mod modNotesTx">
        <pc:chgData name="光汰 齊藤" userId="50845e5bd7423914" providerId="LiveId" clId="{6C757DE9-355C-4ED3-A569-31F5B9354D0F}" dt="2026-09-12T03:14:09.776" v="9362" actId="20577"/>
        <pc:sldMkLst>
          <pc:docMk/>
          <pc:sldMk cId="2737113053" sldId="303"/>
        </pc:sldMkLst>
        <pc:spChg chg="mod">
          <ac:chgData name="光汰 齊藤" userId="50845e5bd7423914" providerId="LiveId" clId="{6C757DE9-355C-4ED3-A569-31F5B9354D0F}" dt="2026-09-11T05:27:21.050" v="601"/>
          <ac:spMkLst>
            <pc:docMk/>
            <pc:sldMk cId="2737113053" sldId="303"/>
            <ac:spMk id="2" creationId="{E7D5D690-F2D3-DF1D-21F0-825BA940F687}"/>
          </ac:spMkLst>
        </pc:spChg>
        <pc:picChg chg="add mod">
          <ac:chgData name="光汰 齊藤" userId="50845e5bd7423914" providerId="LiveId" clId="{6C757DE9-355C-4ED3-A569-31F5B9354D0F}" dt="2026-09-11T15:25:01.032" v="7594" actId="1076"/>
          <ac:picMkLst>
            <pc:docMk/>
            <pc:sldMk cId="2737113053" sldId="303"/>
            <ac:picMk id="5" creationId="{D9A5FD3D-DB35-6A94-F4AE-24C4246C9F1A}"/>
          </ac:picMkLst>
        </pc:picChg>
        <pc:picChg chg="add mod">
          <ac:chgData name="光汰 齊藤" userId="50845e5bd7423914" providerId="LiveId" clId="{6C757DE9-355C-4ED3-A569-31F5B9354D0F}" dt="2026-09-11T15:24:58.406" v="7593" actId="1076"/>
          <ac:picMkLst>
            <pc:docMk/>
            <pc:sldMk cId="2737113053" sldId="303"/>
            <ac:picMk id="7" creationId="{E29DF94C-855C-02F5-A8E4-5B6C73A3EAAD}"/>
          </ac:picMkLst>
        </pc:picChg>
        <pc:picChg chg="add mod">
          <ac:chgData name="光汰 齊藤" userId="50845e5bd7423914" providerId="LiveId" clId="{6C757DE9-355C-4ED3-A569-31F5B9354D0F}" dt="2026-09-11T15:24:47.260" v="7592" actId="1076"/>
          <ac:picMkLst>
            <pc:docMk/>
            <pc:sldMk cId="2737113053" sldId="303"/>
            <ac:picMk id="9" creationId="{841FEAA5-8B73-EDAA-1040-5248A21572EF}"/>
          </ac:picMkLst>
        </pc:picChg>
      </pc:sldChg>
      <pc:sldChg chg="modSp mod modNotesTx">
        <pc:chgData name="光汰 齊藤" userId="50845e5bd7423914" providerId="LiveId" clId="{6C757DE9-355C-4ED3-A569-31F5B9354D0F}" dt="2026-09-12T03:14:03.656" v="9352" actId="20577"/>
        <pc:sldMkLst>
          <pc:docMk/>
          <pc:sldMk cId="548788537" sldId="306"/>
        </pc:sldMkLst>
        <pc:spChg chg="mod">
          <ac:chgData name="光汰 齊藤" userId="50845e5bd7423914" providerId="LiveId" clId="{6C757DE9-355C-4ED3-A569-31F5B9354D0F}" dt="2026-09-11T05:27:52.019" v="642" actId="20577"/>
          <ac:spMkLst>
            <pc:docMk/>
            <pc:sldMk cId="548788537" sldId="306"/>
            <ac:spMk id="3" creationId="{B1C62531-BFF3-0B14-E0FA-9B29C99C2359}"/>
          </ac:spMkLst>
        </pc:spChg>
      </pc:sldChg>
      <pc:sldChg chg="modSp mod modNotesTx">
        <pc:chgData name="光汰 齊藤" userId="50845e5bd7423914" providerId="LiveId" clId="{6C757DE9-355C-4ED3-A569-31F5B9354D0F}" dt="2026-09-12T03:15:35.674" v="9430" actId="20577"/>
        <pc:sldMkLst>
          <pc:docMk/>
          <pc:sldMk cId="2208643470" sldId="307"/>
        </pc:sldMkLst>
        <pc:spChg chg="mod">
          <ac:chgData name="光汰 齊藤" userId="50845e5bd7423914" providerId="LiveId" clId="{6C757DE9-355C-4ED3-A569-31F5B9354D0F}" dt="2026-09-11T05:28:55.585" v="801" actId="20577"/>
          <ac:spMkLst>
            <pc:docMk/>
            <pc:sldMk cId="2208643470" sldId="307"/>
            <ac:spMk id="2" creationId="{15426E59-E2B3-427A-DD55-5496C8CAC960}"/>
          </ac:spMkLst>
        </pc:spChg>
        <pc:spChg chg="mod">
          <ac:chgData name="光汰 齊藤" userId="50845e5bd7423914" providerId="LiveId" clId="{6C757DE9-355C-4ED3-A569-31F5B9354D0F}" dt="2026-09-11T05:15:39.266" v="518" actId="1076"/>
          <ac:spMkLst>
            <pc:docMk/>
            <pc:sldMk cId="2208643470" sldId="307"/>
            <ac:spMk id="21" creationId="{07D79530-5CF0-B103-F599-C7772A93E210}"/>
          </ac:spMkLst>
        </pc:spChg>
        <pc:spChg chg="mod">
          <ac:chgData name="光汰 齊藤" userId="50845e5bd7423914" providerId="LiveId" clId="{6C757DE9-355C-4ED3-A569-31F5B9354D0F}" dt="2026-09-11T05:14:51.273" v="514" actId="208"/>
          <ac:spMkLst>
            <pc:docMk/>
            <pc:sldMk cId="2208643470" sldId="307"/>
            <ac:spMk id="22" creationId="{901CCA82-82EC-4924-7D72-5A5096A4848C}"/>
          </ac:spMkLst>
        </pc:spChg>
        <pc:spChg chg="mod">
          <ac:chgData name="光汰 齊藤" userId="50845e5bd7423914" providerId="LiveId" clId="{6C757DE9-355C-4ED3-A569-31F5B9354D0F}" dt="2026-09-11T05:14:44.088" v="513" actId="207"/>
          <ac:spMkLst>
            <pc:docMk/>
            <pc:sldMk cId="2208643470" sldId="307"/>
            <ac:spMk id="23" creationId="{BD67F7BF-DC76-2A4E-AC28-614A263DEE2E}"/>
          </ac:spMkLst>
        </pc:spChg>
      </pc:sldChg>
      <pc:sldChg chg="addSp modSp mod modNotesTx">
        <pc:chgData name="光汰 齊藤" userId="50845e5bd7423914" providerId="LiveId" clId="{6C757DE9-355C-4ED3-A569-31F5B9354D0F}" dt="2026-09-12T03:50:48.939" v="9755"/>
        <pc:sldMkLst>
          <pc:docMk/>
          <pc:sldMk cId="2587131814" sldId="308"/>
        </pc:sldMkLst>
        <pc:spChg chg="mod">
          <ac:chgData name="光汰 齊藤" userId="50845e5bd7423914" providerId="LiveId" clId="{6C757DE9-355C-4ED3-A569-31F5B9354D0F}" dt="2026-09-11T05:28:28.286" v="730" actId="20577"/>
          <ac:spMkLst>
            <pc:docMk/>
            <pc:sldMk cId="2587131814" sldId="308"/>
            <ac:spMk id="2" creationId="{DD7EC533-4391-EEC9-8470-8506CD168190}"/>
          </ac:spMkLst>
        </pc:spChg>
        <pc:spChg chg="add mod">
          <ac:chgData name="光汰 齊藤" userId="50845e5bd7423914" providerId="LiveId" clId="{6C757DE9-355C-4ED3-A569-31F5B9354D0F}" dt="2026-09-12T03:49:19.890" v="9653" actId="1076"/>
          <ac:spMkLst>
            <pc:docMk/>
            <pc:sldMk cId="2587131814" sldId="308"/>
            <ac:spMk id="5" creationId="{9A4FE896-3610-56E5-50E2-78F94D319081}"/>
          </ac:spMkLst>
        </pc:spChg>
        <pc:spChg chg="mod">
          <ac:chgData name="光汰 齊藤" userId="50845e5bd7423914" providerId="LiveId" clId="{6C757DE9-355C-4ED3-A569-31F5B9354D0F}" dt="2026-09-12T03:50:48.939" v="9755"/>
          <ac:spMkLst>
            <pc:docMk/>
            <pc:sldMk cId="2587131814" sldId="308"/>
            <ac:spMk id="15" creationId="{245D2C31-7383-AACC-ECEB-B819F743C153}"/>
          </ac:spMkLst>
        </pc:spChg>
        <pc:spChg chg="mod">
          <ac:chgData name="光汰 齊藤" userId="50845e5bd7423914" providerId="LiveId" clId="{6C757DE9-355C-4ED3-A569-31F5B9354D0F}" dt="2026-09-11T05:15:26.559" v="516" actId="1076"/>
          <ac:spMkLst>
            <pc:docMk/>
            <pc:sldMk cId="2587131814" sldId="308"/>
            <ac:spMk id="21" creationId="{61AC4A8E-1435-CB7E-5B6C-36DCCDF0B29D}"/>
          </ac:spMkLst>
        </pc:spChg>
      </pc:sldChg>
      <pc:sldChg chg="addSp delSp modSp add mod modNotesTx">
        <pc:chgData name="光汰 齊藤" userId="50845e5bd7423914" providerId="LiveId" clId="{6C757DE9-355C-4ED3-A569-31F5B9354D0F}" dt="2026-09-12T03:15:50.329" v="9443" actId="20577"/>
        <pc:sldMkLst>
          <pc:docMk/>
          <pc:sldMk cId="682351120" sldId="313"/>
        </pc:sldMkLst>
        <pc:spChg chg="mod">
          <ac:chgData name="光汰 齊藤" userId="50845e5bd7423914" providerId="LiveId" clId="{6C757DE9-355C-4ED3-A569-31F5B9354D0F}" dt="2026-09-11T05:29:35.343" v="877"/>
          <ac:spMkLst>
            <pc:docMk/>
            <pc:sldMk cId="682351120" sldId="313"/>
            <ac:spMk id="2" creationId="{30562699-EAA4-91AE-BABB-069799A4C9A5}"/>
          </ac:spMkLst>
        </pc:spChg>
        <pc:spChg chg="add mod">
          <ac:chgData name="光汰 齊藤" userId="50845e5bd7423914" providerId="LiveId" clId="{6C757DE9-355C-4ED3-A569-31F5B9354D0F}" dt="2026-09-11T15:28:42.101" v="7609" actId="207"/>
          <ac:spMkLst>
            <pc:docMk/>
            <pc:sldMk cId="682351120" sldId="313"/>
            <ac:spMk id="6" creationId="{F527E219-10DA-D72A-1E80-DD1A171C7D62}"/>
          </ac:spMkLst>
        </pc:spChg>
        <pc:spChg chg="add mod">
          <ac:chgData name="光汰 齊藤" userId="50845e5bd7423914" providerId="LiveId" clId="{6C757DE9-355C-4ED3-A569-31F5B9354D0F}" dt="2026-09-11T15:27:35.646" v="7605" actId="403"/>
          <ac:spMkLst>
            <pc:docMk/>
            <pc:sldMk cId="682351120" sldId="313"/>
            <ac:spMk id="7" creationId="{4B9ADFE9-7595-2BC9-C7F9-CA4E16973B5D}"/>
          </ac:spMkLst>
        </pc:spChg>
        <pc:spChg chg="add mod">
          <ac:chgData name="光汰 齊藤" userId="50845e5bd7423914" providerId="LiveId" clId="{6C757DE9-355C-4ED3-A569-31F5B9354D0F}" dt="2026-09-11T15:27:48.560" v="7607" actId="403"/>
          <ac:spMkLst>
            <pc:docMk/>
            <pc:sldMk cId="682351120" sldId="313"/>
            <ac:spMk id="9" creationId="{51E91A14-4C2A-B291-9AE6-EB1B04426772}"/>
          </ac:spMkLst>
        </pc:spChg>
        <pc:spChg chg="add mod">
          <ac:chgData name="光汰 齊藤" userId="50845e5bd7423914" providerId="LiveId" clId="{6C757DE9-355C-4ED3-A569-31F5B9354D0F}" dt="2026-09-11T15:28:59.323" v="7613" actId="14100"/>
          <ac:spMkLst>
            <pc:docMk/>
            <pc:sldMk cId="682351120" sldId="313"/>
            <ac:spMk id="10" creationId="{836EBBC4-6F70-B788-37A2-CE4EB47C14AE}"/>
          </ac:spMkLst>
        </pc:spChg>
        <pc:spChg chg="add mod">
          <ac:chgData name="光汰 齊藤" userId="50845e5bd7423914" providerId="LiveId" clId="{6C757DE9-355C-4ED3-A569-31F5B9354D0F}" dt="2026-09-11T15:27:35.646" v="7605" actId="403"/>
          <ac:spMkLst>
            <pc:docMk/>
            <pc:sldMk cId="682351120" sldId="313"/>
            <ac:spMk id="11" creationId="{E062AD5D-D9F5-CAE6-6EE6-28FE52B25505}"/>
          </ac:spMkLst>
        </pc:spChg>
        <pc:spChg chg="add mod">
          <ac:chgData name="光汰 齊藤" userId="50845e5bd7423914" providerId="LiveId" clId="{6C757DE9-355C-4ED3-A569-31F5B9354D0F}" dt="2026-09-11T15:27:48.560" v="7607" actId="403"/>
          <ac:spMkLst>
            <pc:docMk/>
            <pc:sldMk cId="682351120" sldId="313"/>
            <ac:spMk id="13" creationId="{D01105D8-A13F-C270-F774-49A4DDED0FDA}"/>
          </ac:spMkLst>
        </pc:spChg>
        <pc:spChg chg="add mod">
          <ac:chgData name="光汰 齊藤" userId="50845e5bd7423914" providerId="LiveId" clId="{6C757DE9-355C-4ED3-A569-31F5B9354D0F}" dt="2026-09-11T15:30:41.205" v="7621" actId="13822"/>
          <ac:spMkLst>
            <pc:docMk/>
            <pc:sldMk cId="682351120" sldId="313"/>
            <ac:spMk id="16" creationId="{B2AD0FF3-77F6-9072-679C-02F94E04000C}"/>
          </ac:spMkLst>
        </pc:spChg>
        <pc:spChg chg="mod">
          <ac:chgData name="光汰 齊藤" userId="50845e5bd7423914" providerId="LiveId" clId="{6C757DE9-355C-4ED3-A569-31F5B9354D0F}" dt="2026-09-11T05:41:47.462" v="968" actId="164"/>
          <ac:spMkLst>
            <pc:docMk/>
            <pc:sldMk cId="682351120" sldId="313"/>
            <ac:spMk id="37" creationId="{3ABF3F7F-EE47-3E59-E542-EA0AB23426A8}"/>
          </ac:spMkLst>
        </pc:spChg>
        <pc:spChg chg="mod">
          <ac:chgData name="光汰 齊藤" userId="50845e5bd7423914" providerId="LiveId" clId="{6C757DE9-355C-4ED3-A569-31F5B9354D0F}" dt="2026-09-11T05:41:47.462" v="968" actId="164"/>
          <ac:spMkLst>
            <pc:docMk/>
            <pc:sldMk cId="682351120" sldId="313"/>
            <ac:spMk id="42" creationId="{5E011100-DBFE-B296-4A47-FA2AB787E951}"/>
          </ac:spMkLst>
        </pc:spChg>
        <pc:spChg chg="mod">
          <ac:chgData name="光汰 齊藤" userId="50845e5bd7423914" providerId="LiveId" clId="{6C757DE9-355C-4ED3-A569-31F5B9354D0F}" dt="2026-09-11T05:41:47.462" v="968" actId="164"/>
          <ac:spMkLst>
            <pc:docMk/>
            <pc:sldMk cId="682351120" sldId="313"/>
            <ac:spMk id="46" creationId="{198E279E-475D-8470-BEBA-B1327987071E}"/>
          </ac:spMkLst>
        </pc:spChg>
        <pc:spChg chg="mod">
          <ac:chgData name="光汰 齊藤" userId="50845e5bd7423914" providerId="LiveId" clId="{6C757DE9-355C-4ED3-A569-31F5B9354D0F}" dt="2026-09-11T05:41:47.462" v="968" actId="164"/>
          <ac:spMkLst>
            <pc:docMk/>
            <pc:sldMk cId="682351120" sldId="313"/>
            <ac:spMk id="55" creationId="{F50433BF-7267-69F6-604F-1A8E9E4CFA40}"/>
          </ac:spMkLst>
        </pc:spChg>
        <pc:spChg chg="mod">
          <ac:chgData name="光汰 齊藤" userId="50845e5bd7423914" providerId="LiveId" clId="{6C757DE9-355C-4ED3-A569-31F5B9354D0F}" dt="2026-09-11T05:41:47.462" v="968" actId="164"/>
          <ac:spMkLst>
            <pc:docMk/>
            <pc:sldMk cId="682351120" sldId="313"/>
            <ac:spMk id="56" creationId="{1A8BF51A-7840-1A16-19E1-DCF4AFEB90D0}"/>
          </ac:spMkLst>
        </pc:spChg>
        <pc:spChg chg="mod">
          <ac:chgData name="光汰 齊藤" userId="50845e5bd7423914" providerId="LiveId" clId="{6C757DE9-355C-4ED3-A569-31F5B9354D0F}" dt="2026-09-11T05:41:47.462" v="968" actId="164"/>
          <ac:spMkLst>
            <pc:docMk/>
            <pc:sldMk cId="682351120" sldId="313"/>
            <ac:spMk id="58" creationId="{8A8BE97B-3F90-A2DA-3A93-BE37F34BDF94}"/>
          </ac:spMkLst>
        </pc:spChg>
        <pc:spChg chg="mod">
          <ac:chgData name="光汰 齊藤" userId="50845e5bd7423914" providerId="LiveId" clId="{6C757DE9-355C-4ED3-A569-31F5B9354D0F}" dt="2026-09-11T05:41:47.462" v="968" actId="164"/>
          <ac:spMkLst>
            <pc:docMk/>
            <pc:sldMk cId="682351120" sldId="313"/>
            <ac:spMk id="59" creationId="{19298A08-6C09-A748-371D-5D89B717CB74}"/>
          </ac:spMkLst>
        </pc:spChg>
        <pc:spChg chg="mod">
          <ac:chgData name="光汰 齊藤" userId="50845e5bd7423914" providerId="LiveId" clId="{6C757DE9-355C-4ED3-A569-31F5B9354D0F}" dt="2026-09-11T05:41:47.462" v="968" actId="164"/>
          <ac:spMkLst>
            <pc:docMk/>
            <pc:sldMk cId="682351120" sldId="313"/>
            <ac:spMk id="64" creationId="{0046B015-1B8C-D44D-36B0-9E05541F362B}"/>
          </ac:spMkLst>
        </pc:spChg>
        <pc:spChg chg="mod">
          <ac:chgData name="光汰 齊藤" userId="50845e5bd7423914" providerId="LiveId" clId="{6C757DE9-355C-4ED3-A569-31F5B9354D0F}" dt="2026-09-11T05:41:47.462" v="968" actId="164"/>
          <ac:spMkLst>
            <pc:docMk/>
            <pc:sldMk cId="682351120" sldId="313"/>
            <ac:spMk id="65" creationId="{6D5B1C01-7CEF-0694-2A15-034432621793}"/>
          </ac:spMkLst>
        </pc:spChg>
        <pc:spChg chg="mod">
          <ac:chgData name="光汰 齊藤" userId="50845e5bd7423914" providerId="LiveId" clId="{6C757DE9-355C-4ED3-A569-31F5B9354D0F}" dt="2026-09-11T05:41:47.462" v="968" actId="164"/>
          <ac:spMkLst>
            <pc:docMk/>
            <pc:sldMk cId="682351120" sldId="313"/>
            <ac:spMk id="66" creationId="{14CFE632-3F15-5EC4-05BF-44D897A9192E}"/>
          </ac:spMkLst>
        </pc:spChg>
        <pc:grpChg chg="mod">
          <ac:chgData name="光汰 齊藤" userId="50845e5bd7423914" providerId="LiveId" clId="{6C757DE9-355C-4ED3-A569-31F5B9354D0F}" dt="2026-09-11T05:42:15.110" v="970" actId="1076"/>
          <ac:grpSpMkLst>
            <pc:docMk/>
            <pc:sldMk cId="682351120" sldId="313"/>
            <ac:grpSpMk id="5" creationId="{E16B12D5-8955-E136-1C45-31960DF631DF}"/>
          </ac:grpSpMkLst>
        </pc:grpChg>
        <pc:cxnChg chg="add mod">
          <ac:chgData name="光汰 齊藤" userId="50845e5bd7423914" providerId="LiveId" clId="{6C757DE9-355C-4ED3-A569-31F5B9354D0F}" dt="2026-09-11T15:29:48.738" v="7616" actId="17032"/>
          <ac:cxnSpMkLst>
            <pc:docMk/>
            <pc:sldMk cId="682351120" sldId="313"/>
            <ac:cxnSpMk id="14" creationId="{F42C9913-3490-66F3-AA15-6C2FD3983938}"/>
          </ac:cxnSpMkLst>
        </pc:cxnChg>
        <pc:cxnChg chg="add mod">
          <ac:chgData name="光汰 齊藤" userId="50845e5bd7423914" providerId="LiveId" clId="{6C757DE9-355C-4ED3-A569-31F5B9354D0F}" dt="2026-09-11T15:29:59.244" v="7618" actId="1076"/>
          <ac:cxnSpMkLst>
            <pc:docMk/>
            <pc:sldMk cId="682351120" sldId="313"/>
            <ac:cxnSpMk id="15" creationId="{971AF605-A3D9-1E8E-FCF1-B848DC2A525F}"/>
          </ac:cxnSpMkLst>
        </pc:cxnChg>
      </pc:sldChg>
      <pc:sldChg chg="addSp delSp modSp new mod modNotesTx">
        <pc:chgData name="光汰 齊藤" userId="50845e5bd7423914" providerId="LiveId" clId="{6C757DE9-355C-4ED3-A569-31F5B9354D0F}" dt="2026-09-12T03:53:16.293" v="9788" actId="20577"/>
        <pc:sldMkLst>
          <pc:docMk/>
          <pc:sldMk cId="4034522240" sldId="315"/>
        </pc:sldMkLst>
        <pc:spChg chg="mod">
          <ac:chgData name="光汰 齊藤" userId="50845e5bd7423914" providerId="LiveId" clId="{6C757DE9-355C-4ED3-A569-31F5B9354D0F}" dt="2026-09-11T13:42:43.198" v="6165"/>
          <ac:spMkLst>
            <pc:docMk/>
            <pc:sldMk cId="4034522240" sldId="315"/>
            <ac:spMk id="2" creationId="{3E3187AF-53A6-3316-EC1F-7F307167AFCD}"/>
          </ac:spMkLst>
        </pc:spChg>
        <pc:spChg chg="mod">
          <ac:chgData name="光汰 齊藤" userId="50845e5bd7423914" providerId="LiveId" clId="{6C757DE9-355C-4ED3-A569-31F5B9354D0F}" dt="2026-09-11T13:30:44.910" v="6091" actId="790"/>
          <ac:spMkLst>
            <pc:docMk/>
            <pc:sldMk cId="4034522240" sldId="315"/>
            <ac:spMk id="7" creationId="{F3348926-0FE9-A399-7042-C2D175309576}"/>
          </ac:spMkLst>
        </pc:spChg>
        <pc:spChg chg="mod">
          <ac:chgData name="光汰 齊藤" userId="50845e5bd7423914" providerId="LiveId" clId="{6C757DE9-355C-4ED3-A569-31F5B9354D0F}" dt="2026-09-11T13:30:44.910" v="6091" actId="790"/>
          <ac:spMkLst>
            <pc:docMk/>
            <pc:sldMk cId="4034522240" sldId="315"/>
            <ac:spMk id="11" creationId="{CEADEBED-445C-DE66-6919-79CFE9CDC224}"/>
          </ac:spMkLst>
        </pc:spChg>
        <pc:spChg chg="add mod">
          <ac:chgData name="光汰 齊藤" userId="50845e5bd7423914" providerId="LiveId" clId="{6C757DE9-355C-4ED3-A569-31F5B9354D0F}" dt="2026-09-11T13:26:48.141" v="5959" actId="1035"/>
          <ac:spMkLst>
            <pc:docMk/>
            <pc:sldMk cId="4034522240" sldId="315"/>
            <ac:spMk id="51" creationId="{5B984C9F-B969-2057-229F-2C98857E989A}"/>
          </ac:spMkLst>
        </pc:spChg>
        <pc:spChg chg="add mod">
          <ac:chgData name="光汰 齊藤" userId="50845e5bd7423914" providerId="LiveId" clId="{6C757DE9-355C-4ED3-A569-31F5B9354D0F}" dt="2026-09-11T13:26:48.141" v="5959" actId="1035"/>
          <ac:spMkLst>
            <pc:docMk/>
            <pc:sldMk cId="4034522240" sldId="315"/>
            <ac:spMk id="67" creationId="{53918A35-09BA-6A70-3623-F2E69D453932}"/>
          </ac:spMkLst>
        </pc:spChg>
        <pc:spChg chg="mod">
          <ac:chgData name="光汰 齊藤" userId="50845e5bd7423914" providerId="LiveId" clId="{6C757DE9-355C-4ED3-A569-31F5B9354D0F}" dt="2026-09-11T13:30:44.910" v="6091" actId="790"/>
          <ac:spMkLst>
            <pc:docMk/>
            <pc:sldMk cId="4034522240" sldId="315"/>
            <ac:spMk id="73" creationId="{7187536B-F96C-0974-A0F3-8B69F8F5981B}"/>
          </ac:spMkLst>
        </pc:spChg>
        <pc:spChg chg="mod">
          <ac:chgData name="光汰 齊藤" userId="50845e5bd7423914" providerId="LiveId" clId="{6C757DE9-355C-4ED3-A569-31F5B9354D0F}" dt="2026-09-11T13:30:44.910" v="6091" actId="790"/>
          <ac:spMkLst>
            <pc:docMk/>
            <pc:sldMk cId="4034522240" sldId="315"/>
            <ac:spMk id="77" creationId="{87A933C8-DC9D-CE0D-3638-2D70AF1EA101}"/>
          </ac:spMkLst>
        </pc:spChg>
        <pc:spChg chg="add mod">
          <ac:chgData name="光汰 齊藤" userId="50845e5bd7423914" providerId="LiveId" clId="{6C757DE9-355C-4ED3-A569-31F5B9354D0F}" dt="2026-09-11T13:26:48.141" v="5959" actId="1035"/>
          <ac:spMkLst>
            <pc:docMk/>
            <pc:sldMk cId="4034522240" sldId="315"/>
            <ac:spMk id="95" creationId="{C10B1E63-02EC-FDCB-F57E-F9AFBC1D2E8E}"/>
          </ac:spMkLst>
        </pc:spChg>
        <pc:spChg chg="add mod">
          <ac:chgData name="光汰 齊藤" userId="50845e5bd7423914" providerId="LiveId" clId="{6C757DE9-355C-4ED3-A569-31F5B9354D0F}" dt="2026-09-11T13:26:48.141" v="5959" actId="1035"/>
          <ac:spMkLst>
            <pc:docMk/>
            <pc:sldMk cId="4034522240" sldId="315"/>
            <ac:spMk id="113" creationId="{7A18EA87-6529-3B35-4448-1E069A582C4C}"/>
          </ac:spMkLst>
        </pc:spChg>
        <pc:spChg chg="add mod">
          <ac:chgData name="光汰 齊藤" userId="50845e5bd7423914" providerId="LiveId" clId="{6C757DE9-355C-4ED3-A569-31F5B9354D0F}" dt="2026-09-11T13:26:48.141" v="5959" actId="1035"/>
          <ac:spMkLst>
            <pc:docMk/>
            <pc:sldMk cId="4034522240" sldId="315"/>
            <ac:spMk id="115" creationId="{B821663B-33F2-CCE5-814A-15E547A351FA}"/>
          </ac:spMkLst>
        </pc:spChg>
        <pc:spChg chg="add mod">
          <ac:chgData name="光汰 齊藤" userId="50845e5bd7423914" providerId="LiveId" clId="{6C757DE9-355C-4ED3-A569-31F5B9354D0F}" dt="2026-09-11T13:26:48.141" v="5959" actId="1035"/>
          <ac:spMkLst>
            <pc:docMk/>
            <pc:sldMk cId="4034522240" sldId="315"/>
            <ac:spMk id="117" creationId="{89ABEE30-E5F6-87C3-D2F4-DEABEFCE7704}"/>
          </ac:spMkLst>
        </pc:spChg>
        <pc:spChg chg="add mod">
          <ac:chgData name="光汰 齊藤" userId="50845e5bd7423914" providerId="LiveId" clId="{6C757DE9-355C-4ED3-A569-31F5B9354D0F}" dt="2026-09-11T13:26:48.141" v="5959" actId="1035"/>
          <ac:spMkLst>
            <pc:docMk/>
            <pc:sldMk cId="4034522240" sldId="315"/>
            <ac:spMk id="119" creationId="{227DC2A8-C455-9723-63F9-D88F28F3546F}"/>
          </ac:spMkLst>
        </pc:spChg>
        <pc:spChg chg="mod">
          <ac:chgData name="光汰 齊藤" userId="50845e5bd7423914" providerId="LiveId" clId="{6C757DE9-355C-4ED3-A569-31F5B9354D0F}" dt="2026-09-11T13:30:44.910" v="6091" actId="790"/>
          <ac:spMkLst>
            <pc:docMk/>
            <pc:sldMk cId="4034522240" sldId="315"/>
            <ac:spMk id="139" creationId="{EA3F16C6-4DF6-FE4F-70AE-F80B415B10C2}"/>
          </ac:spMkLst>
        </pc:spChg>
        <pc:spChg chg="mod">
          <ac:chgData name="光汰 齊藤" userId="50845e5bd7423914" providerId="LiveId" clId="{6C757DE9-355C-4ED3-A569-31F5B9354D0F}" dt="2026-09-11T13:30:44.910" v="6091" actId="790"/>
          <ac:spMkLst>
            <pc:docMk/>
            <pc:sldMk cId="4034522240" sldId="315"/>
            <ac:spMk id="143" creationId="{CAB7246A-4744-1FAA-E97D-D52CBDF4B548}"/>
          </ac:spMkLst>
        </pc:spChg>
        <pc:spChg chg="add mod">
          <ac:chgData name="光汰 齊藤" userId="50845e5bd7423914" providerId="LiveId" clId="{6C757DE9-355C-4ED3-A569-31F5B9354D0F}" dt="2026-09-11T13:26:48.141" v="5959" actId="1035"/>
          <ac:spMkLst>
            <pc:docMk/>
            <pc:sldMk cId="4034522240" sldId="315"/>
            <ac:spMk id="153" creationId="{CFA11A8B-4960-CCC0-E15C-2D13A9A9AB05}"/>
          </ac:spMkLst>
        </pc:spChg>
        <pc:spChg chg="add mod">
          <ac:chgData name="光汰 齊藤" userId="50845e5bd7423914" providerId="LiveId" clId="{6C757DE9-355C-4ED3-A569-31F5B9354D0F}" dt="2026-09-11T13:26:48.141" v="5959" actId="1035"/>
          <ac:spMkLst>
            <pc:docMk/>
            <pc:sldMk cId="4034522240" sldId="315"/>
            <ac:spMk id="157" creationId="{E0E53822-7B8E-2AB4-160C-FC9BD92C3F46}"/>
          </ac:spMkLst>
        </pc:spChg>
        <pc:spChg chg="add mod">
          <ac:chgData name="光汰 齊藤" userId="50845e5bd7423914" providerId="LiveId" clId="{6C757DE9-355C-4ED3-A569-31F5B9354D0F}" dt="2026-09-11T13:26:48.141" v="5959" actId="1035"/>
          <ac:spMkLst>
            <pc:docMk/>
            <pc:sldMk cId="4034522240" sldId="315"/>
            <ac:spMk id="197" creationId="{64C4490B-33B7-E0E2-1ED4-554C62333351}"/>
          </ac:spMkLst>
        </pc:spChg>
        <pc:spChg chg="mod">
          <ac:chgData name="光汰 齊藤" userId="50845e5bd7423914" providerId="LiveId" clId="{6C757DE9-355C-4ED3-A569-31F5B9354D0F}" dt="2026-09-11T13:30:44.910" v="6091" actId="790"/>
          <ac:spMkLst>
            <pc:docMk/>
            <pc:sldMk cId="4034522240" sldId="315"/>
            <ac:spMk id="209" creationId="{B24D0AC4-1A8F-58DC-3DD2-904DD0DA79D0}"/>
          </ac:spMkLst>
        </pc:spChg>
        <pc:spChg chg="mod">
          <ac:chgData name="光汰 齊藤" userId="50845e5bd7423914" providerId="LiveId" clId="{6C757DE9-355C-4ED3-A569-31F5B9354D0F}" dt="2026-09-11T13:32:43.787" v="6114" actId="14100"/>
          <ac:spMkLst>
            <pc:docMk/>
            <pc:sldMk cId="4034522240" sldId="315"/>
            <ac:spMk id="211" creationId="{E13685EA-85A4-290E-7FFF-4532F2CBA268}"/>
          </ac:spMkLst>
        </pc:spChg>
        <pc:spChg chg="mod">
          <ac:chgData name="光汰 齊藤" userId="50845e5bd7423914" providerId="LiveId" clId="{6C757DE9-355C-4ED3-A569-31F5B9354D0F}" dt="2026-09-11T13:34:46.900" v="6151"/>
          <ac:spMkLst>
            <pc:docMk/>
            <pc:sldMk cId="4034522240" sldId="315"/>
            <ac:spMk id="213" creationId="{F3E15109-8766-2B2C-4273-ED758A362D1E}"/>
          </ac:spMkLst>
        </pc:spChg>
        <pc:spChg chg="mod">
          <ac:chgData name="光汰 齊藤" userId="50845e5bd7423914" providerId="LiveId" clId="{6C757DE9-355C-4ED3-A569-31F5B9354D0F}" dt="2026-09-11T13:32:57.488" v="6118" actId="20577"/>
          <ac:spMkLst>
            <pc:docMk/>
            <pc:sldMk cId="4034522240" sldId="315"/>
            <ac:spMk id="219" creationId="{9E952590-AD1C-99DA-F481-00AC2166688D}"/>
          </ac:spMkLst>
        </pc:spChg>
        <pc:spChg chg="mod">
          <ac:chgData name="光汰 齊藤" userId="50845e5bd7423914" providerId="LiveId" clId="{6C757DE9-355C-4ED3-A569-31F5B9354D0F}" dt="2026-09-12T03:53:16.293" v="9788" actId="20577"/>
          <ac:spMkLst>
            <pc:docMk/>
            <pc:sldMk cId="4034522240" sldId="315"/>
            <ac:spMk id="221" creationId="{14DB4CA5-3BA7-DF79-99EF-9DF27CCDE6D4}"/>
          </ac:spMkLst>
        </pc:spChg>
        <pc:spChg chg="add mod">
          <ac:chgData name="光汰 齊藤" userId="50845e5bd7423914" providerId="LiveId" clId="{6C757DE9-355C-4ED3-A569-31F5B9354D0F}" dt="2026-09-11T13:33:24.027" v="6127" actId="20577"/>
          <ac:spMkLst>
            <pc:docMk/>
            <pc:sldMk cId="4034522240" sldId="315"/>
            <ac:spMk id="229" creationId="{79C789E6-CD8F-E23C-8913-BDC3FCE2B41F}"/>
          </ac:spMkLst>
        </pc:spChg>
        <pc:spChg chg="add mod">
          <ac:chgData name="光汰 齊藤" userId="50845e5bd7423914" providerId="LiveId" clId="{6C757DE9-355C-4ED3-A569-31F5B9354D0F}" dt="2026-09-11T13:42:57.399" v="6167" actId="20577"/>
          <ac:spMkLst>
            <pc:docMk/>
            <pc:sldMk cId="4034522240" sldId="315"/>
            <ac:spMk id="230" creationId="{2E7230DC-B851-C216-920B-2257660EE100}"/>
          </ac:spMkLst>
        </pc:spChg>
      </pc:sldChg>
      <pc:sldChg chg="addSp delSp modSp new mod modNotesTx">
        <pc:chgData name="光汰 齊藤" userId="50845e5bd7423914" providerId="LiveId" clId="{6C757DE9-355C-4ED3-A569-31F5B9354D0F}" dt="2026-09-12T03:16:40.444" v="9502" actId="20577"/>
        <pc:sldMkLst>
          <pc:docMk/>
          <pc:sldMk cId="2129221304" sldId="316"/>
        </pc:sldMkLst>
        <pc:spChg chg="mod">
          <ac:chgData name="光汰 齊藤" userId="50845e5bd7423914" providerId="LiveId" clId="{6C757DE9-355C-4ED3-A569-31F5B9354D0F}" dt="2026-09-11T14:28:43.922" v="6185"/>
          <ac:spMkLst>
            <pc:docMk/>
            <pc:sldMk cId="2129221304" sldId="316"/>
            <ac:spMk id="2" creationId="{59E1EF39-7660-E804-E81B-38D3203E376E}"/>
          </ac:spMkLst>
        </pc:spChg>
        <pc:spChg chg="add mod">
          <ac:chgData name="光汰 齊藤" userId="50845e5bd7423914" providerId="LiveId" clId="{6C757DE9-355C-4ED3-A569-31F5B9354D0F}" dt="2026-09-11T14:38:42.287" v="6458" actId="14100"/>
          <ac:spMkLst>
            <pc:docMk/>
            <pc:sldMk cId="2129221304" sldId="316"/>
            <ac:spMk id="5" creationId="{D1080F94-11A5-7FAE-9561-42BA96681FD8}"/>
          </ac:spMkLst>
        </pc:spChg>
        <pc:spChg chg="add mod">
          <ac:chgData name="光汰 齊藤" userId="50845e5bd7423914" providerId="LiveId" clId="{6C757DE9-355C-4ED3-A569-31F5B9354D0F}" dt="2026-09-11T14:35:33.427" v="6344" actId="20577"/>
          <ac:spMkLst>
            <pc:docMk/>
            <pc:sldMk cId="2129221304" sldId="316"/>
            <ac:spMk id="7" creationId="{8FD66912-CED6-7696-3F0C-A20775E56B72}"/>
          </ac:spMkLst>
        </pc:spChg>
        <pc:spChg chg="add mod">
          <ac:chgData name="光汰 齊藤" userId="50845e5bd7423914" providerId="LiveId" clId="{6C757DE9-355C-4ED3-A569-31F5B9354D0F}" dt="2026-09-11T14:38:52.936" v="6474" actId="1035"/>
          <ac:spMkLst>
            <pc:docMk/>
            <pc:sldMk cId="2129221304" sldId="316"/>
            <ac:spMk id="9" creationId="{0C0ACDC1-C94B-D813-2CBC-76EC7674ACC3}"/>
          </ac:spMkLst>
        </pc:spChg>
        <pc:spChg chg="add mod">
          <ac:chgData name="光汰 齊藤" userId="50845e5bd7423914" providerId="LiveId" clId="{6C757DE9-355C-4ED3-A569-31F5B9354D0F}" dt="2026-09-11T14:38:52.936" v="6474" actId="1035"/>
          <ac:spMkLst>
            <pc:docMk/>
            <pc:sldMk cId="2129221304" sldId="316"/>
            <ac:spMk id="11" creationId="{33EBF3BF-0CC8-78F7-ACF6-AE0AF4E23F1E}"/>
          </ac:spMkLst>
        </pc:spChg>
        <pc:spChg chg="add mod">
          <ac:chgData name="光汰 齊藤" userId="50845e5bd7423914" providerId="LiveId" clId="{6C757DE9-355C-4ED3-A569-31F5B9354D0F}" dt="2026-09-11T14:38:31.735" v="6457" actId="20577"/>
          <ac:spMkLst>
            <pc:docMk/>
            <pc:sldMk cId="2129221304" sldId="316"/>
            <ac:spMk id="13" creationId="{89846D5D-1769-3665-F9B4-E521DA9A7EE5}"/>
          </ac:spMkLst>
        </pc:spChg>
        <pc:spChg chg="add mod">
          <ac:chgData name="光汰 齊藤" userId="50845e5bd7423914" providerId="LiveId" clId="{6C757DE9-355C-4ED3-A569-31F5B9354D0F}" dt="2026-09-11T14:45:27.140" v="7060" actId="1036"/>
          <ac:spMkLst>
            <pc:docMk/>
            <pc:sldMk cId="2129221304" sldId="316"/>
            <ac:spMk id="15" creationId="{31B91A33-BF8B-AE3B-2F03-A9AC628FFB30}"/>
          </ac:spMkLst>
        </pc:spChg>
        <pc:spChg chg="add mod">
          <ac:chgData name="光汰 齊藤" userId="50845e5bd7423914" providerId="LiveId" clId="{6C757DE9-355C-4ED3-A569-31F5B9354D0F}" dt="2026-09-11T14:46:40.612" v="7096" actId="1035"/>
          <ac:spMkLst>
            <pc:docMk/>
            <pc:sldMk cId="2129221304" sldId="316"/>
            <ac:spMk id="17" creationId="{65D4500E-425B-ADCE-713D-370E678D1F62}"/>
          </ac:spMkLst>
        </pc:spChg>
        <pc:spChg chg="add mod">
          <ac:chgData name="光汰 齊藤" userId="50845e5bd7423914" providerId="LiveId" clId="{6C757DE9-355C-4ED3-A569-31F5B9354D0F}" dt="2026-09-11T14:46:43.928" v="7100"/>
          <ac:spMkLst>
            <pc:docMk/>
            <pc:sldMk cId="2129221304" sldId="316"/>
            <ac:spMk id="19" creationId="{459CD66E-D4AE-8A66-488F-78DC91AB84AB}"/>
          </ac:spMkLst>
        </pc:spChg>
        <pc:spChg chg="add mod">
          <ac:chgData name="光汰 齊藤" userId="50845e5bd7423914" providerId="LiveId" clId="{6C757DE9-355C-4ED3-A569-31F5B9354D0F}" dt="2026-09-11T14:45:27.140" v="7060" actId="1036"/>
          <ac:spMkLst>
            <pc:docMk/>
            <pc:sldMk cId="2129221304" sldId="316"/>
            <ac:spMk id="21" creationId="{9E1D8EED-9C93-62EE-1ADA-EBEDED7C472D}"/>
          </ac:spMkLst>
        </pc:spChg>
        <pc:spChg chg="add mod">
          <ac:chgData name="光汰 齊藤" userId="50845e5bd7423914" providerId="LiveId" clId="{6C757DE9-355C-4ED3-A569-31F5B9354D0F}" dt="2026-09-11T14:46:30.162" v="7081" actId="20577"/>
          <ac:spMkLst>
            <pc:docMk/>
            <pc:sldMk cId="2129221304" sldId="316"/>
            <ac:spMk id="23" creationId="{6D9818C0-CB0A-56AD-6E57-0861F86E2BF1}"/>
          </ac:spMkLst>
        </pc:spChg>
        <pc:spChg chg="add mod">
          <ac:chgData name="光汰 齊藤" userId="50845e5bd7423914" providerId="LiveId" clId="{6C757DE9-355C-4ED3-A569-31F5B9354D0F}" dt="2026-09-12T01:51:01.199" v="7969" actId="207"/>
          <ac:spMkLst>
            <pc:docMk/>
            <pc:sldMk cId="2129221304" sldId="316"/>
            <ac:spMk id="25" creationId="{E31AD24D-3AFA-AD82-FEB7-E3675D19B97E}"/>
          </ac:spMkLst>
        </pc:spChg>
      </pc:sldChg>
      <pc:sldChg chg="addSp modSp new mod">
        <pc:chgData name="光汰 齊藤" userId="50845e5bd7423914" providerId="LiveId" clId="{6C757DE9-355C-4ED3-A569-31F5B9354D0F}" dt="2026-09-11T14:47:58.152" v="7204" actId="113"/>
        <pc:sldMkLst>
          <pc:docMk/>
          <pc:sldMk cId="314459443" sldId="319"/>
        </pc:sldMkLst>
        <pc:spChg chg="add mod">
          <ac:chgData name="光汰 齊藤" userId="50845e5bd7423914" providerId="LiveId" clId="{6C757DE9-355C-4ED3-A569-31F5B9354D0F}" dt="2026-09-11T14:47:58.152" v="7204" actId="113"/>
          <ac:spMkLst>
            <pc:docMk/>
            <pc:sldMk cId="314459443" sldId="319"/>
            <ac:spMk id="3" creationId="{8A673C65-F0F0-E1BA-7F5E-BF9ADDD81911}"/>
          </ac:spMkLst>
        </pc:spChg>
      </pc:sldChg>
      <pc:sldChg chg="addSp modSp new mod modNotesTx">
        <pc:chgData name="光汰 齊藤" userId="50845e5bd7423914" providerId="LiveId" clId="{6C757DE9-355C-4ED3-A569-31F5B9354D0F}" dt="2026-09-12T03:16:31.944" v="9493" actId="20577"/>
        <pc:sldMkLst>
          <pc:docMk/>
          <pc:sldMk cId="2005609620" sldId="322"/>
        </pc:sldMkLst>
        <pc:spChg chg="mod">
          <ac:chgData name="光汰 齊藤" userId="50845e5bd7423914" providerId="LiveId" clId="{6C757DE9-355C-4ED3-A569-31F5B9354D0F}" dt="2026-09-12T03:00:53.158" v="8246"/>
          <ac:spMkLst>
            <pc:docMk/>
            <pc:sldMk cId="2005609620" sldId="322"/>
            <ac:spMk id="2" creationId="{F4965C07-10D7-7473-93AC-8DB61A1E9ED1}"/>
          </ac:spMkLst>
        </pc:spChg>
        <pc:spChg chg="add mod">
          <ac:chgData name="光汰 齊藤" userId="50845e5bd7423914" providerId="LiveId" clId="{6C757DE9-355C-4ED3-A569-31F5B9354D0F}" dt="2026-09-12T03:01:35.465" v="8296"/>
          <ac:spMkLst>
            <pc:docMk/>
            <pc:sldMk cId="2005609620" sldId="322"/>
            <ac:spMk id="5" creationId="{C1B6FF00-3A3B-F429-513C-9387C66F98F1}"/>
          </ac:spMkLst>
        </pc:spChg>
        <pc:spChg chg="add mod">
          <ac:chgData name="光汰 齊藤" userId="50845e5bd7423914" providerId="LiveId" clId="{6C757DE9-355C-4ED3-A569-31F5B9354D0F}" dt="2026-09-12T03:02:38.549" v="8448"/>
          <ac:spMkLst>
            <pc:docMk/>
            <pc:sldMk cId="2005609620" sldId="322"/>
            <ac:spMk id="7" creationId="{5C370CC4-DC73-CDB6-2825-892FDFA1C363}"/>
          </ac:spMkLst>
        </pc:spChg>
        <pc:spChg chg="add mod">
          <ac:chgData name="光汰 齊藤" userId="50845e5bd7423914" providerId="LiveId" clId="{6C757DE9-355C-4ED3-A569-31F5B9354D0F}" dt="2026-09-12T03:01:16.602" v="8248" actId="1076"/>
          <ac:spMkLst>
            <pc:docMk/>
            <pc:sldMk cId="2005609620" sldId="322"/>
            <ac:spMk id="9" creationId="{94D511FB-CC64-2B2F-2DD3-70FC10FA942E}"/>
          </ac:spMkLst>
        </pc:spChg>
        <pc:spChg chg="add mod">
          <ac:chgData name="光汰 齊藤" userId="50845e5bd7423914" providerId="LiveId" clId="{6C757DE9-355C-4ED3-A569-31F5B9354D0F}" dt="2026-09-12T03:01:16.602" v="8248" actId="1076"/>
          <ac:spMkLst>
            <pc:docMk/>
            <pc:sldMk cId="2005609620" sldId="322"/>
            <ac:spMk id="11" creationId="{93BDBD52-EA19-045D-1721-613C18D14FA5}"/>
          </ac:spMkLst>
        </pc:spChg>
        <pc:spChg chg="add mod">
          <ac:chgData name="光汰 齊藤" userId="50845e5bd7423914" providerId="LiveId" clId="{6C757DE9-355C-4ED3-A569-31F5B9354D0F}" dt="2026-09-12T03:02:26.419" v="8431"/>
          <ac:spMkLst>
            <pc:docMk/>
            <pc:sldMk cId="2005609620" sldId="322"/>
            <ac:spMk id="12" creationId="{E9B75CFB-F0BA-6EB9-8DFB-9F0EA4BFBBD1}"/>
          </ac:spMkLst>
        </pc:spChg>
        <pc:spChg chg="add mod">
          <ac:chgData name="光汰 齊藤" userId="50845e5bd7423914" providerId="LiveId" clId="{6C757DE9-355C-4ED3-A569-31F5B9354D0F}" dt="2026-09-12T03:04:49.850" v="8683"/>
          <ac:spMkLst>
            <pc:docMk/>
            <pc:sldMk cId="2005609620" sldId="322"/>
            <ac:spMk id="14" creationId="{B433FD89-1ADE-DD9E-3515-FF513B4C414B}"/>
          </ac:spMkLst>
        </pc:spChg>
      </pc:sldChg>
    </pc:docChg>
  </pc:docChgLst>
  <pc:docChgLst>
    <pc:chgData name="光汰 齊藤" userId="50845e5bd7423914" providerId="LiveId" clId="{6CE9B3B8-4FE1-5230-B5E3-C1A3EE15ED22}"/>
    <pc:docChg chg="undo redo custSel addSld delSld modSld sldOrd">
      <pc:chgData name="光汰 齊藤" userId="50845e5bd7423914" providerId="LiveId" clId="{6CE9B3B8-4FE1-5230-B5E3-C1A3EE15ED22}" dt="2026-10-04T02:07:26.488" v="19598" actId="680"/>
      <pc:docMkLst>
        <pc:docMk/>
      </pc:docMkLst>
      <pc:sldChg chg="modSp mod modNotesTx">
        <pc:chgData name="光汰 齊藤" userId="50845e5bd7423914" providerId="LiveId" clId="{6CE9B3B8-4FE1-5230-B5E3-C1A3EE15ED22}" dt="2026-10-04T01:32:14.741" v="19572" actId="20577"/>
        <pc:sldMkLst>
          <pc:docMk/>
          <pc:sldMk cId="338026499" sldId="256"/>
        </pc:sldMkLst>
        <pc:spChg chg="mod">
          <ac:chgData name="光汰 齊藤" userId="50845e5bd7423914" providerId="LiveId" clId="{6CE9B3B8-4FE1-5230-B5E3-C1A3EE15ED22}" dt="2026-10-04T01:29:18.555" v="19510" actId="20577"/>
          <ac:spMkLst>
            <pc:docMk/>
            <pc:sldMk cId="338026499" sldId="256"/>
            <ac:spMk id="2" creationId="{BBAF71C6-17C9-57AB-ECD3-E62D59DC8A04}"/>
          </ac:spMkLst>
        </pc:spChg>
      </pc:sldChg>
      <pc:sldChg chg="addSp delSp modSp mod modNotesTx">
        <pc:chgData name="光汰 齊藤" userId="50845e5bd7423914" providerId="LiveId" clId="{6CE9B3B8-4FE1-5230-B5E3-C1A3EE15ED22}" dt="2026-10-04T01:32:17.819" v="19573" actId="20577"/>
        <pc:sldMkLst>
          <pc:docMk/>
          <pc:sldMk cId="4154883763" sldId="257"/>
        </pc:sldMkLst>
        <pc:spChg chg="add mod">
          <ac:chgData name="光汰 齊藤" userId="50845e5bd7423914" providerId="LiveId" clId="{6CE9B3B8-4FE1-5230-B5E3-C1A3EE15ED22}" dt="2026-09-09T04:22:21.538" v="10150" actId="20577"/>
          <ac:spMkLst>
            <pc:docMk/>
            <pc:sldMk cId="4154883763" sldId="257"/>
            <ac:spMk id="5" creationId="{F0BE491E-0AF2-2FF6-A8B6-AC209FE0B87E}"/>
          </ac:spMkLst>
        </pc:spChg>
      </pc:sldChg>
      <pc:sldChg chg="modSp add del mod ord modShow">
        <pc:chgData name="光汰 齊藤" userId="50845e5bd7423914" providerId="LiveId" clId="{6CE9B3B8-4FE1-5230-B5E3-C1A3EE15ED22}" dt="2026-10-04T01:32:05.499" v="19571" actId="20578"/>
        <pc:sldMkLst>
          <pc:docMk/>
          <pc:sldMk cId="3141176618" sldId="274"/>
        </pc:sldMkLst>
        <pc:spChg chg="mod">
          <ac:chgData name="光汰 齊藤" userId="50845e5bd7423914" providerId="LiveId" clId="{6CE9B3B8-4FE1-5230-B5E3-C1A3EE15ED22}" dt="2026-09-09T09:11:17.681" v="12675"/>
          <ac:spMkLst>
            <pc:docMk/>
            <pc:sldMk cId="3141176618" sldId="274"/>
            <ac:spMk id="3" creationId="{8A4E69F2-E7A6-6A33-C1C3-4EB6E23649AD}"/>
          </ac:spMkLst>
        </pc:spChg>
        <pc:spChg chg="mod">
          <ac:chgData name="光汰 齊藤" userId="50845e5bd7423914" providerId="LiveId" clId="{6CE9B3B8-4FE1-5230-B5E3-C1A3EE15ED22}" dt="2026-09-10T04:45:59.617" v="14780" actId="208"/>
          <ac:spMkLst>
            <pc:docMk/>
            <pc:sldMk cId="3141176618" sldId="274"/>
            <ac:spMk id="7" creationId="{F6DC29CF-E294-A672-DE31-E64B06EA1259}"/>
          </ac:spMkLst>
        </pc:spChg>
        <pc:spChg chg="mod">
          <ac:chgData name="光汰 齊藤" userId="50845e5bd7423914" providerId="LiveId" clId="{6CE9B3B8-4FE1-5230-B5E3-C1A3EE15ED22}" dt="2026-09-10T04:46:18.998" v="14782" actId="207"/>
          <ac:spMkLst>
            <pc:docMk/>
            <pc:sldMk cId="3141176618" sldId="274"/>
            <ac:spMk id="8" creationId="{285F0EF7-8E76-7526-5347-DBAA0A3A08F0}"/>
          </ac:spMkLst>
        </pc:spChg>
        <pc:spChg chg="mod">
          <ac:chgData name="光汰 齊藤" userId="50845e5bd7423914" providerId="LiveId" clId="{6CE9B3B8-4FE1-5230-B5E3-C1A3EE15ED22}" dt="2026-09-10T05:50:43.305" v="15122" actId="20577"/>
          <ac:spMkLst>
            <pc:docMk/>
            <pc:sldMk cId="3141176618" sldId="274"/>
            <ac:spMk id="9" creationId="{9EB02E97-9123-CC8A-7F85-05249294C003}"/>
          </ac:spMkLst>
        </pc:spChg>
        <pc:spChg chg="mod">
          <ac:chgData name="光汰 齊藤" userId="50845e5bd7423914" providerId="LiveId" clId="{6CE9B3B8-4FE1-5230-B5E3-C1A3EE15ED22}" dt="2026-09-10T05:51:02.963" v="15129" actId="207"/>
          <ac:spMkLst>
            <pc:docMk/>
            <pc:sldMk cId="3141176618" sldId="274"/>
            <ac:spMk id="10" creationId="{45194816-83C8-E914-D10B-CF5BB3AA1FF2}"/>
          </ac:spMkLst>
        </pc:spChg>
        <pc:spChg chg="mod">
          <ac:chgData name="光汰 齊藤" userId="50845e5bd7423914" providerId="LiveId" clId="{6CE9B3B8-4FE1-5230-B5E3-C1A3EE15ED22}" dt="2026-09-10T04:45:59.617" v="14780" actId="208"/>
          <ac:spMkLst>
            <pc:docMk/>
            <pc:sldMk cId="3141176618" sldId="274"/>
            <ac:spMk id="11" creationId="{1B6E267C-0DB8-CF94-99DF-800CCA9A5A58}"/>
          </ac:spMkLst>
        </pc:spChg>
        <pc:spChg chg="mod">
          <ac:chgData name="光汰 齊藤" userId="50845e5bd7423914" providerId="LiveId" clId="{6CE9B3B8-4FE1-5230-B5E3-C1A3EE15ED22}" dt="2026-09-10T04:46:18.998" v="14782" actId="207"/>
          <ac:spMkLst>
            <pc:docMk/>
            <pc:sldMk cId="3141176618" sldId="274"/>
            <ac:spMk id="12" creationId="{E3405C53-C4EB-BB75-4DED-6585985BE9D0}"/>
          </ac:spMkLst>
        </pc:spChg>
      </pc:sldChg>
      <pc:sldChg chg="addSp modSp new del mod ord">
        <pc:chgData name="光汰 齊藤" userId="50845e5bd7423914" providerId="LiveId" clId="{6CE9B3B8-4FE1-5230-B5E3-C1A3EE15ED22}" dt="2026-10-04T01:29:24.216" v="19511" actId="2696"/>
        <pc:sldMkLst>
          <pc:docMk/>
          <pc:sldMk cId="2508502882" sldId="287"/>
        </pc:sldMkLst>
      </pc:sldChg>
      <pc:sldChg chg="addSp delSp modSp new add del mod">
        <pc:chgData name="光汰 齊藤" userId="50845e5bd7423914" providerId="LiveId" clId="{6CE9B3B8-4FE1-5230-B5E3-C1A3EE15ED22}" dt="2026-10-04T01:29:45.309" v="19536" actId="2696"/>
        <pc:sldMkLst>
          <pc:docMk/>
          <pc:sldMk cId="825178835" sldId="288"/>
        </pc:sldMkLst>
      </pc:sldChg>
      <pc:sldChg chg="addSp delSp modSp new add del mod ord modShow modNotesTx">
        <pc:chgData name="光汰 齊藤" userId="50845e5bd7423914" providerId="LiveId" clId="{6CE9B3B8-4FE1-5230-B5E3-C1A3EE15ED22}" dt="2026-10-04T01:32:05.499" v="19571" actId="20578"/>
        <pc:sldMkLst>
          <pc:docMk/>
          <pc:sldMk cId="1845202054" sldId="289"/>
        </pc:sldMkLst>
        <pc:spChg chg="mod">
          <ac:chgData name="光汰 齊藤" userId="50845e5bd7423914" providerId="LiveId" clId="{6CE9B3B8-4FE1-5230-B5E3-C1A3EE15ED22}" dt="2026-09-10T03:06:35.647" v="14489" actId="20577"/>
          <ac:spMkLst>
            <pc:docMk/>
            <pc:sldMk cId="1845202054" sldId="289"/>
            <ac:spMk id="2" creationId="{834D5114-4933-017A-51FA-79F0D17C9017}"/>
          </ac:spMkLst>
        </pc:spChg>
        <pc:spChg chg="add mod">
          <ac:chgData name="光汰 齊藤" userId="50845e5bd7423914" providerId="LiveId" clId="{6CE9B3B8-4FE1-5230-B5E3-C1A3EE15ED22}" dt="2026-09-10T06:01:06.398" v="15579" actId="1076"/>
          <ac:spMkLst>
            <pc:docMk/>
            <pc:sldMk cId="1845202054" sldId="289"/>
            <ac:spMk id="4" creationId="{868B797A-D6E7-F29B-D45F-72D1D5FD66A7}"/>
          </ac:spMkLst>
        </pc:spChg>
        <pc:spChg chg="add mod">
          <ac:chgData name="光汰 齊藤" userId="50845e5bd7423914" providerId="LiveId" clId="{6CE9B3B8-4FE1-5230-B5E3-C1A3EE15ED22}" dt="2026-09-10T06:15:01.121" v="15943" actId="164"/>
          <ac:spMkLst>
            <pc:docMk/>
            <pc:sldMk cId="1845202054" sldId="289"/>
            <ac:spMk id="33" creationId="{802445D2-8C83-0672-E2D8-9303AAC8D3F8}"/>
          </ac:spMkLst>
        </pc:spChg>
        <pc:spChg chg="add mod">
          <ac:chgData name="光汰 齊藤" userId="50845e5bd7423914" providerId="LiveId" clId="{6CE9B3B8-4FE1-5230-B5E3-C1A3EE15ED22}" dt="2026-09-10T06:11:47.452" v="15893" actId="164"/>
          <ac:spMkLst>
            <pc:docMk/>
            <pc:sldMk cId="1845202054" sldId="289"/>
            <ac:spMk id="34" creationId="{61000A8F-5260-3C11-F3D4-80D924687E93}"/>
          </ac:spMkLst>
        </pc:spChg>
        <pc:spChg chg="add mod">
          <ac:chgData name="光汰 齊藤" userId="50845e5bd7423914" providerId="LiveId" clId="{6CE9B3B8-4FE1-5230-B5E3-C1A3EE15ED22}" dt="2026-09-10T06:11:52.043" v="15894" actId="164"/>
          <ac:spMkLst>
            <pc:docMk/>
            <pc:sldMk cId="1845202054" sldId="289"/>
            <ac:spMk id="35" creationId="{B373C3E1-9ECF-CC6A-F829-BA56590E3133}"/>
          </ac:spMkLst>
        </pc:spChg>
        <pc:spChg chg="add mod topLvl">
          <ac:chgData name="光汰 齊藤" userId="50845e5bd7423914" providerId="LiveId" clId="{6CE9B3B8-4FE1-5230-B5E3-C1A3EE15ED22}" dt="2026-09-10T06:12:56.136" v="15912" actId="164"/>
          <ac:spMkLst>
            <pc:docMk/>
            <pc:sldMk cId="1845202054" sldId="289"/>
            <ac:spMk id="36" creationId="{B1EFE4B9-1A27-CB5E-E0E0-FEA6A33B01D8}"/>
          </ac:spMkLst>
        </pc:spChg>
        <pc:spChg chg="add mod topLvl">
          <ac:chgData name="光汰 齊藤" userId="50845e5bd7423914" providerId="LiveId" clId="{6CE9B3B8-4FE1-5230-B5E3-C1A3EE15ED22}" dt="2026-09-10T06:16:03.240" v="16060" actId="1076"/>
          <ac:spMkLst>
            <pc:docMk/>
            <pc:sldMk cId="1845202054" sldId="289"/>
            <ac:spMk id="37" creationId="{9914F15F-7A07-4FCD-3479-2FB7ABB72929}"/>
          </ac:spMkLst>
        </pc:spChg>
        <pc:spChg chg="add mod">
          <ac:chgData name="光汰 齊藤" userId="50845e5bd7423914" providerId="LiveId" clId="{6CE9B3B8-4FE1-5230-B5E3-C1A3EE15ED22}" dt="2026-09-10T06:13:18.265" v="15917" actId="164"/>
          <ac:spMkLst>
            <pc:docMk/>
            <pc:sldMk cId="1845202054" sldId="289"/>
            <ac:spMk id="40" creationId="{543F815E-CC02-1B5B-EB08-45D9014419FF}"/>
          </ac:spMkLst>
        </pc:spChg>
        <pc:spChg chg="add mod">
          <ac:chgData name="光汰 齊藤" userId="50845e5bd7423914" providerId="LiveId" clId="{6CE9B3B8-4FE1-5230-B5E3-C1A3EE15ED22}" dt="2026-09-10T06:15:01.121" v="15943" actId="164"/>
          <ac:spMkLst>
            <pc:docMk/>
            <pc:sldMk cId="1845202054" sldId="289"/>
            <ac:spMk id="41" creationId="{F6C60E43-5889-9BD3-F906-F93D4A5E2982}"/>
          </ac:spMkLst>
        </pc:spChg>
        <pc:spChg chg="add mod">
          <ac:chgData name="光汰 齊藤" userId="50845e5bd7423914" providerId="LiveId" clId="{6CE9B3B8-4FE1-5230-B5E3-C1A3EE15ED22}" dt="2026-09-10T06:16:03.240" v="16060" actId="1076"/>
          <ac:spMkLst>
            <pc:docMk/>
            <pc:sldMk cId="1845202054" sldId="289"/>
            <ac:spMk id="42" creationId="{1A93BB47-B73B-AA22-FDD2-73EE18387082}"/>
          </ac:spMkLst>
        </pc:spChg>
        <pc:spChg chg="add mod">
          <ac:chgData name="光汰 齊藤" userId="50845e5bd7423914" providerId="LiveId" clId="{6CE9B3B8-4FE1-5230-B5E3-C1A3EE15ED22}" dt="2026-09-10T06:11:47.452" v="15893" actId="164"/>
          <ac:spMkLst>
            <pc:docMk/>
            <pc:sldMk cId="1845202054" sldId="289"/>
            <ac:spMk id="43" creationId="{F5D2AFBA-2967-01AF-73EE-2824A4ACD1F6}"/>
          </ac:spMkLst>
        </pc:spChg>
        <pc:spChg chg="add mod">
          <ac:chgData name="光汰 齊藤" userId="50845e5bd7423914" providerId="LiveId" clId="{6CE9B3B8-4FE1-5230-B5E3-C1A3EE15ED22}" dt="2026-09-10T06:11:52.043" v="15894" actId="164"/>
          <ac:spMkLst>
            <pc:docMk/>
            <pc:sldMk cId="1845202054" sldId="289"/>
            <ac:spMk id="44" creationId="{F3552AE8-75C6-4F0E-D414-D10FE9898454}"/>
          </ac:spMkLst>
        </pc:spChg>
        <pc:spChg chg="add mod topLvl">
          <ac:chgData name="光汰 齊藤" userId="50845e5bd7423914" providerId="LiveId" clId="{6CE9B3B8-4FE1-5230-B5E3-C1A3EE15ED22}" dt="2026-09-10T06:12:56.136" v="15912" actId="164"/>
          <ac:spMkLst>
            <pc:docMk/>
            <pc:sldMk cId="1845202054" sldId="289"/>
            <ac:spMk id="45" creationId="{A95160E1-4022-7558-BFA2-1043D77FFED9}"/>
          </ac:spMkLst>
        </pc:spChg>
        <pc:spChg chg="add mod topLvl">
          <ac:chgData name="光汰 齊藤" userId="50845e5bd7423914" providerId="LiveId" clId="{6CE9B3B8-4FE1-5230-B5E3-C1A3EE15ED22}" dt="2026-09-10T06:16:03.240" v="16060" actId="1076"/>
          <ac:spMkLst>
            <pc:docMk/>
            <pc:sldMk cId="1845202054" sldId="289"/>
            <ac:spMk id="46" creationId="{EF3B9577-1040-D37F-8B52-E3D279419376}"/>
          </ac:spMkLst>
        </pc:spChg>
        <pc:spChg chg="mod topLvl">
          <ac:chgData name="光汰 齊藤" userId="50845e5bd7423914" providerId="LiveId" clId="{6CE9B3B8-4FE1-5230-B5E3-C1A3EE15ED22}" dt="2026-09-10T06:16:03.240" v="16060" actId="1076"/>
          <ac:spMkLst>
            <pc:docMk/>
            <pc:sldMk cId="1845202054" sldId="289"/>
            <ac:spMk id="55" creationId="{DA2DA8E0-F871-5569-56D7-069F8B9D10F0}"/>
          </ac:spMkLst>
        </pc:spChg>
        <pc:spChg chg="mod topLvl">
          <ac:chgData name="光汰 齊藤" userId="50845e5bd7423914" providerId="LiveId" clId="{6CE9B3B8-4FE1-5230-B5E3-C1A3EE15ED22}" dt="2026-09-10T06:16:03.240" v="16060" actId="1076"/>
          <ac:spMkLst>
            <pc:docMk/>
            <pc:sldMk cId="1845202054" sldId="289"/>
            <ac:spMk id="56" creationId="{27628933-8B61-C324-45B8-D8C345EED12A}"/>
          </ac:spMkLst>
        </pc:spChg>
        <pc:spChg chg="mod topLvl">
          <ac:chgData name="光汰 齊藤" userId="50845e5bd7423914" providerId="LiveId" clId="{6CE9B3B8-4FE1-5230-B5E3-C1A3EE15ED22}" dt="2026-09-10T06:16:03.240" v="16060" actId="1076"/>
          <ac:spMkLst>
            <pc:docMk/>
            <pc:sldMk cId="1845202054" sldId="289"/>
            <ac:spMk id="58" creationId="{6100DF4F-FBA6-96D1-0DE0-004CAFBED060}"/>
          </ac:spMkLst>
        </pc:spChg>
        <pc:spChg chg="mod topLvl">
          <ac:chgData name="光汰 齊藤" userId="50845e5bd7423914" providerId="LiveId" clId="{6CE9B3B8-4FE1-5230-B5E3-C1A3EE15ED22}" dt="2026-09-10T06:16:03.240" v="16060" actId="1076"/>
          <ac:spMkLst>
            <pc:docMk/>
            <pc:sldMk cId="1845202054" sldId="289"/>
            <ac:spMk id="59" creationId="{01B8C80A-428B-AAE1-709E-7ACCD0672F0F}"/>
          </ac:spMkLst>
        </pc:spChg>
        <pc:spChg chg="add mod">
          <ac:chgData name="光汰 齊藤" userId="50845e5bd7423914" providerId="LiveId" clId="{6CE9B3B8-4FE1-5230-B5E3-C1A3EE15ED22}" dt="2026-09-10T06:13:18.265" v="15917" actId="164"/>
          <ac:spMkLst>
            <pc:docMk/>
            <pc:sldMk cId="1845202054" sldId="289"/>
            <ac:spMk id="60" creationId="{E1B6A133-7FD5-3DB0-DC92-EC92E86A2F5D}"/>
          </ac:spMkLst>
        </pc:spChg>
        <pc:spChg chg="add mod">
          <ac:chgData name="光汰 齊藤" userId="50845e5bd7423914" providerId="LiveId" clId="{6CE9B3B8-4FE1-5230-B5E3-C1A3EE15ED22}" dt="2026-09-10T06:16:03.240" v="16060" actId="1076"/>
          <ac:spMkLst>
            <pc:docMk/>
            <pc:sldMk cId="1845202054" sldId="289"/>
            <ac:spMk id="64" creationId="{ABF0D300-58FE-246C-94C4-C9A87DB599A9}"/>
          </ac:spMkLst>
        </pc:spChg>
        <pc:spChg chg="add mod">
          <ac:chgData name="光汰 齊藤" userId="50845e5bd7423914" providerId="LiveId" clId="{6CE9B3B8-4FE1-5230-B5E3-C1A3EE15ED22}" dt="2026-09-10T06:16:03.240" v="16060" actId="1076"/>
          <ac:spMkLst>
            <pc:docMk/>
            <pc:sldMk cId="1845202054" sldId="289"/>
            <ac:spMk id="65" creationId="{1181FEBD-CC92-5832-3FF3-BCA3D92F88CC}"/>
          </ac:spMkLst>
        </pc:spChg>
        <pc:spChg chg="add mod">
          <ac:chgData name="光汰 齊藤" userId="50845e5bd7423914" providerId="LiveId" clId="{6CE9B3B8-4FE1-5230-B5E3-C1A3EE15ED22}" dt="2026-09-10T06:16:39.401" v="16066" actId="2085"/>
          <ac:spMkLst>
            <pc:docMk/>
            <pc:sldMk cId="1845202054" sldId="289"/>
            <ac:spMk id="66" creationId="{D82AF8DB-DE03-A0B9-62DD-0C0ED83AE72C}"/>
          </ac:spMkLst>
        </pc:spChg>
        <pc:spChg chg="add mod">
          <ac:chgData name="光汰 齊藤" userId="50845e5bd7423914" providerId="LiveId" clId="{6CE9B3B8-4FE1-5230-B5E3-C1A3EE15ED22}" dt="2026-09-10T06:22:43.825" v="16449" actId="1076"/>
          <ac:spMkLst>
            <pc:docMk/>
            <pc:sldMk cId="1845202054" sldId="289"/>
            <ac:spMk id="67" creationId="{0051D913-0BDE-36FF-BF5F-81D182A2B9F4}"/>
          </ac:spMkLst>
        </pc:spChg>
        <pc:grpChg chg="add mod">
          <ac:chgData name="光汰 齊藤" userId="50845e5bd7423914" providerId="LiveId" clId="{6CE9B3B8-4FE1-5230-B5E3-C1A3EE15ED22}" dt="2026-09-10T06:16:03.240" v="16060" actId="1076"/>
          <ac:grpSpMkLst>
            <pc:docMk/>
            <pc:sldMk cId="1845202054" sldId="289"/>
            <ac:grpSpMk id="50" creationId="{FBBED2EC-C5E1-244C-E7A1-CF1B947D1794}"/>
          </ac:grpSpMkLst>
        </pc:grpChg>
        <pc:grpChg chg="add mod">
          <ac:chgData name="光汰 齊藤" userId="50845e5bd7423914" providerId="LiveId" clId="{6CE9B3B8-4FE1-5230-B5E3-C1A3EE15ED22}" dt="2026-09-10T06:15:17.176" v="15976" actId="1035"/>
          <ac:grpSpMkLst>
            <pc:docMk/>
            <pc:sldMk cId="1845202054" sldId="289"/>
            <ac:grpSpMk id="51" creationId="{2CD2C800-C186-5A49-8D09-569DD7C7F3AA}"/>
          </ac:grpSpMkLst>
        </pc:grpChg>
        <pc:grpChg chg="add mod">
          <ac:chgData name="光汰 齊藤" userId="50845e5bd7423914" providerId="LiveId" clId="{6CE9B3B8-4FE1-5230-B5E3-C1A3EE15ED22}" dt="2026-09-10T06:15:17.176" v="15976" actId="1035"/>
          <ac:grpSpMkLst>
            <pc:docMk/>
            <pc:sldMk cId="1845202054" sldId="289"/>
            <ac:grpSpMk id="61" creationId="{3294AB52-7584-44A3-97A6-B70EB67333D2}"/>
          </ac:grpSpMkLst>
        </pc:grpChg>
        <pc:grpChg chg="add mod">
          <ac:chgData name="光汰 齊藤" userId="50845e5bd7423914" providerId="LiveId" clId="{6CE9B3B8-4FE1-5230-B5E3-C1A3EE15ED22}" dt="2026-09-10T06:15:54.912" v="16059" actId="1076"/>
          <ac:grpSpMkLst>
            <pc:docMk/>
            <pc:sldMk cId="1845202054" sldId="289"/>
            <ac:grpSpMk id="62" creationId="{7B9FDA9A-5EA0-9420-213D-FC9078BBDD7C}"/>
          </ac:grpSpMkLst>
        </pc:grpChg>
        <pc:grpChg chg="add mod">
          <ac:chgData name="光汰 齊藤" userId="50845e5bd7423914" providerId="LiveId" clId="{6CE9B3B8-4FE1-5230-B5E3-C1A3EE15ED22}" dt="2026-09-10T06:15:04.735" v="15944" actId="1076"/>
          <ac:grpSpMkLst>
            <pc:docMk/>
            <pc:sldMk cId="1845202054" sldId="289"/>
            <ac:grpSpMk id="63" creationId="{3648BF24-3FAB-BFA5-485F-FA15470D207A}"/>
          </ac:grpSpMkLst>
        </pc:grpChg>
      </pc:sldChg>
      <pc:sldChg chg="addSp delSp modSp new add del mod ord modShow">
        <pc:chgData name="光汰 齊藤" userId="50845e5bd7423914" providerId="LiveId" clId="{6CE9B3B8-4FE1-5230-B5E3-C1A3EE15ED22}" dt="2026-10-04T01:32:05.499" v="19571" actId="20578"/>
        <pc:sldMkLst>
          <pc:docMk/>
          <pc:sldMk cId="2319904379" sldId="290"/>
        </pc:sldMkLst>
        <pc:spChg chg="mod">
          <ac:chgData name="光汰 齊藤" userId="50845e5bd7423914" providerId="LiveId" clId="{6CE9B3B8-4FE1-5230-B5E3-C1A3EE15ED22}" dt="2026-09-10T06:23:19.004" v="16468" actId="20577"/>
          <ac:spMkLst>
            <pc:docMk/>
            <pc:sldMk cId="2319904379" sldId="290"/>
            <ac:spMk id="2" creationId="{66197AAF-FB65-F3A6-744A-EBED07B940FD}"/>
          </ac:spMkLst>
        </pc:spChg>
        <pc:spChg chg="add mod">
          <ac:chgData name="光汰 齊藤" userId="50845e5bd7423914" providerId="LiveId" clId="{6CE9B3B8-4FE1-5230-B5E3-C1A3EE15ED22}" dt="2026-09-12T00:17:18.942" v="19028" actId="20577"/>
          <ac:spMkLst>
            <pc:docMk/>
            <pc:sldMk cId="2319904379" sldId="290"/>
            <ac:spMk id="5" creationId="{BB0878C1-F43F-E349-1C70-974104CF240B}"/>
          </ac:spMkLst>
        </pc:spChg>
        <pc:spChg chg="add mod">
          <ac:chgData name="光汰 齊藤" userId="50845e5bd7423914" providerId="LiveId" clId="{6CE9B3B8-4FE1-5230-B5E3-C1A3EE15ED22}" dt="2026-09-12T00:17:03.917" v="19020" actId="1036"/>
          <ac:spMkLst>
            <pc:docMk/>
            <pc:sldMk cId="2319904379" sldId="290"/>
            <ac:spMk id="8" creationId="{AA3D795D-95D0-530F-E010-EE0D97418DDD}"/>
          </ac:spMkLst>
        </pc:spChg>
        <pc:spChg chg="add mod">
          <ac:chgData name="光汰 齊藤" userId="50845e5bd7423914" providerId="LiveId" clId="{6CE9B3B8-4FE1-5230-B5E3-C1A3EE15ED22}" dt="2026-09-12T00:17:03.917" v="19020" actId="1036"/>
          <ac:spMkLst>
            <pc:docMk/>
            <pc:sldMk cId="2319904379" sldId="290"/>
            <ac:spMk id="9" creationId="{AB92605B-61D5-E448-1AF7-4318FABF3E69}"/>
          </ac:spMkLst>
        </pc:spChg>
        <pc:spChg chg="add mod">
          <ac:chgData name="光汰 齊藤" userId="50845e5bd7423914" providerId="LiveId" clId="{6CE9B3B8-4FE1-5230-B5E3-C1A3EE15ED22}" dt="2026-09-12T00:17:03.917" v="19020" actId="1036"/>
          <ac:spMkLst>
            <pc:docMk/>
            <pc:sldMk cId="2319904379" sldId="290"/>
            <ac:spMk id="10" creationId="{1F090B6E-2A48-C183-2DA8-A7472E9A7DCE}"/>
          </ac:spMkLst>
        </pc:spChg>
        <pc:spChg chg="add mod">
          <ac:chgData name="光汰 齊藤" userId="50845e5bd7423914" providerId="LiveId" clId="{6CE9B3B8-4FE1-5230-B5E3-C1A3EE15ED22}" dt="2026-09-12T00:17:03.917" v="19020" actId="1036"/>
          <ac:spMkLst>
            <pc:docMk/>
            <pc:sldMk cId="2319904379" sldId="290"/>
            <ac:spMk id="11" creationId="{156CEDCA-8EC2-5507-BA12-219CBE5E45D9}"/>
          </ac:spMkLst>
        </pc:spChg>
        <pc:spChg chg="add mod">
          <ac:chgData name="光汰 齊藤" userId="50845e5bd7423914" providerId="LiveId" clId="{6CE9B3B8-4FE1-5230-B5E3-C1A3EE15ED22}" dt="2026-09-10T07:03:54.191" v="17358" actId="207"/>
          <ac:spMkLst>
            <pc:docMk/>
            <pc:sldMk cId="2319904379" sldId="290"/>
            <ac:spMk id="12" creationId="{E70DCB3D-6C0C-6A59-84AE-761A345C60EA}"/>
          </ac:spMkLst>
        </pc:spChg>
        <pc:spChg chg="add mod">
          <ac:chgData name="光汰 齊藤" userId="50845e5bd7423914" providerId="LiveId" clId="{6CE9B3B8-4FE1-5230-B5E3-C1A3EE15ED22}" dt="2026-09-12T00:19:37.820" v="19268" actId="14100"/>
          <ac:spMkLst>
            <pc:docMk/>
            <pc:sldMk cId="2319904379" sldId="290"/>
            <ac:spMk id="13" creationId="{EAC0E931-BC76-81E4-F964-4A4093F5133A}"/>
          </ac:spMkLst>
        </pc:spChg>
        <pc:spChg chg="add mod">
          <ac:chgData name="光汰 齊藤" userId="50845e5bd7423914" providerId="LiveId" clId="{6CE9B3B8-4FE1-5230-B5E3-C1A3EE15ED22}" dt="2026-09-12T00:19:26.479" v="19251" actId="1035"/>
          <ac:spMkLst>
            <pc:docMk/>
            <pc:sldMk cId="2319904379" sldId="290"/>
            <ac:spMk id="14" creationId="{81597718-8F15-D586-40EC-803C95E15D49}"/>
          </ac:spMkLst>
        </pc:spChg>
        <pc:spChg chg="add mod">
          <ac:chgData name="光汰 齊藤" userId="50845e5bd7423914" providerId="LiveId" clId="{6CE9B3B8-4FE1-5230-B5E3-C1A3EE15ED22}" dt="2026-09-12T00:18:33.620" v="19221" actId="1076"/>
          <ac:spMkLst>
            <pc:docMk/>
            <pc:sldMk cId="2319904379" sldId="290"/>
            <ac:spMk id="15" creationId="{4E4F10A4-B112-F26C-8191-FAF28D9E31FC}"/>
          </ac:spMkLst>
        </pc:spChg>
        <pc:spChg chg="add mod">
          <ac:chgData name="光汰 齊藤" userId="50845e5bd7423914" providerId="LiveId" clId="{6CE9B3B8-4FE1-5230-B5E3-C1A3EE15ED22}" dt="2026-09-12T04:43:33.502" v="19482" actId="20577"/>
          <ac:spMkLst>
            <pc:docMk/>
            <pc:sldMk cId="2319904379" sldId="290"/>
            <ac:spMk id="18" creationId="{6D60128D-7717-FAB1-B6BC-76BF0955D64B}"/>
          </ac:spMkLst>
        </pc:spChg>
        <pc:spChg chg="add mod">
          <ac:chgData name="光汰 齊藤" userId="50845e5bd7423914" providerId="LiveId" clId="{6CE9B3B8-4FE1-5230-B5E3-C1A3EE15ED22}" dt="2026-09-12T00:19:34.083" v="19267" actId="1035"/>
          <ac:spMkLst>
            <pc:docMk/>
            <pc:sldMk cId="2319904379" sldId="290"/>
            <ac:spMk id="19" creationId="{8DAEEE2E-DDD2-526E-3132-23D9616D26E4}"/>
          </ac:spMkLst>
        </pc:spChg>
        <pc:graphicFrameChg chg="add mod modGraphic">
          <ac:chgData name="光汰 齊藤" userId="50845e5bd7423914" providerId="LiveId" clId="{6CE9B3B8-4FE1-5230-B5E3-C1A3EE15ED22}" dt="2026-09-12T00:21:09.304" v="19289" actId="1076"/>
          <ac:graphicFrameMkLst>
            <pc:docMk/>
            <pc:sldMk cId="2319904379" sldId="290"/>
            <ac:graphicFrameMk id="16" creationId="{68FF1096-C831-6E68-CB7D-4DE3366D71D7}"/>
          </ac:graphicFrameMkLst>
        </pc:graphicFrameChg>
      </pc:sldChg>
      <pc:sldChg chg="addSp delSp modSp new add del mod ord modShow">
        <pc:chgData name="光汰 齊藤" userId="50845e5bd7423914" providerId="LiveId" clId="{6CE9B3B8-4FE1-5230-B5E3-C1A3EE15ED22}" dt="2026-10-04T01:32:05.499" v="19571" actId="20578"/>
        <pc:sldMkLst>
          <pc:docMk/>
          <pc:sldMk cId="1117972738" sldId="291"/>
        </pc:sldMkLst>
        <pc:spChg chg="mod">
          <ac:chgData name="光汰 齊藤" userId="50845e5bd7423914" providerId="LiveId" clId="{6CE9B3B8-4FE1-5230-B5E3-C1A3EE15ED22}" dt="2026-09-09T09:06:55.854" v="12552" actId="20577"/>
          <ac:spMkLst>
            <pc:docMk/>
            <pc:sldMk cId="1117972738" sldId="291"/>
            <ac:spMk id="2" creationId="{DE5F9D73-6512-57D7-A194-404A459A8E3B}"/>
          </ac:spMkLst>
        </pc:spChg>
        <pc:spChg chg="add mod">
          <ac:chgData name="光汰 齊藤" userId="50845e5bd7423914" providerId="LiveId" clId="{6CE9B3B8-4FE1-5230-B5E3-C1A3EE15ED22}" dt="2026-09-10T08:24:47.005" v="18305" actId="1076"/>
          <ac:spMkLst>
            <pc:docMk/>
            <pc:sldMk cId="1117972738" sldId="291"/>
            <ac:spMk id="4" creationId="{FA6B674A-69E8-17AB-2515-F633BABCF3C9}"/>
          </ac:spMkLst>
        </pc:spChg>
        <pc:spChg chg="add mod">
          <ac:chgData name="光汰 齊藤" userId="50845e5bd7423914" providerId="LiveId" clId="{6CE9B3B8-4FE1-5230-B5E3-C1A3EE15ED22}" dt="2026-09-10T08:25:48.223" v="18364" actId="14100"/>
          <ac:spMkLst>
            <pc:docMk/>
            <pc:sldMk cId="1117972738" sldId="291"/>
            <ac:spMk id="10" creationId="{600FC221-20F2-EBB1-B181-8FEB4F89D82E}"/>
          </ac:spMkLst>
        </pc:spChg>
        <pc:spChg chg="mod">
          <ac:chgData name="光汰 齊藤" userId="50845e5bd7423914" providerId="LiveId" clId="{6CE9B3B8-4FE1-5230-B5E3-C1A3EE15ED22}" dt="2026-09-12T00:26:01.802" v="19338" actId="1076"/>
          <ac:spMkLst>
            <pc:docMk/>
            <pc:sldMk cId="1117972738" sldId="291"/>
            <ac:spMk id="13" creationId="{F4CB5D91-2D4B-45D9-C9DA-15C496830A52}"/>
          </ac:spMkLst>
        </pc:spChg>
        <pc:spChg chg="add mod">
          <ac:chgData name="光汰 齊藤" userId="50845e5bd7423914" providerId="LiveId" clId="{6CE9B3B8-4FE1-5230-B5E3-C1A3EE15ED22}" dt="2026-09-10T08:25:43.604" v="18363" actId="1076"/>
          <ac:spMkLst>
            <pc:docMk/>
            <pc:sldMk cId="1117972738" sldId="291"/>
            <ac:spMk id="14" creationId="{DAE75398-13E4-C4C8-87A1-2E89AB0CD46C}"/>
          </ac:spMkLst>
        </pc:spChg>
        <pc:spChg chg="mod">
          <ac:chgData name="光汰 齊藤" userId="50845e5bd7423914" providerId="LiveId" clId="{6CE9B3B8-4FE1-5230-B5E3-C1A3EE15ED22}" dt="2026-09-10T08:25:57.993" v="18388" actId="20577"/>
          <ac:spMkLst>
            <pc:docMk/>
            <pc:sldMk cId="1117972738" sldId="291"/>
            <ac:spMk id="15" creationId="{C9FFC3C8-A31C-D09F-ACBE-1F3F3CA4D95B}"/>
          </ac:spMkLst>
        </pc:spChg>
        <pc:spChg chg="add mod">
          <ac:chgData name="光汰 齊藤" userId="50845e5bd7423914" providerId="LiveId" clId="{6CE9B3B8-4FE1-5230-B5E3-C1A3EE15ED22}" dt="2026-09-10T08:32:39.476" v="18459" actId="1076"/>
          <ac:spMkLst>
            <pc:docMk/>
            <pc:sldMk cId="1117972738" sldId="291"/>
            <ac:spMk id="16" creationId="{5D0D1F29-EA99-79C0-9F16-C05CC074D4DF}"/>
          </ac:spMkLst>
        </pc:spChg>
        <pc:spChg chg="mod">
          <ac:chgData name="光汰 齊藤" userId="50845e5bd7423914" providerId="LiveId" clId="{6CE9B3B8-4FE1-5230-B5E3-C1A3EE15ED22}" dt="2026-09-12T00:26:01.802" v="19338" actId="1076"/>
          <ac:spMkLst>
            <pc:docMk/>
            <pc:sldMk cId="1117972738" sldId="291"/>
            <ac:spMk id="17" creationId="{51B2EFE3-7473-CB03-9998-2C42B446F3EB}"/>
          </ac:spMkLst>
        </pc:spChg>
        <pc:spChg chg="add mod">
          <ac:chgData name="光汰 齊藤" userId="50845e5bd7423914" providerId="LiveId" clId="{6CE9B3B8-4FE1-5230-B5E3-C1A3EE15ED22}" dt="2026-09-10T08:25:18.906" v="18306"/>
          <ac:spMkLst>
            <pc:docMk/>
            <pc:sldMk cId="1117972738" sldId="291"/>
            <ac:spMk id="18" creationId="{22D61288-25D9-DFE9-2BDE-56CBFD08EB49}"/>
          </ac:spMkLst>
        </pc:spChg>
        <pc:spChg chg="add mod">
          <ac:chgData name="光汰 齊藤" userId="50845e5bd7423914" providerId="LiveId" clId="{6CE9B3B8-4FE1-5230-B5E3-C1A3EE15ED22}" dt="2026-09-10T08:34:07.794" v="18708" actId="20577"/>
          <ac:spMkLst>
            <pc:docMk/>
            <pc:sldMk cId="1117972738" sldId="291"/>
            <ac:spMk id="25" creationId="{0B5586C9-8780-A5B6-E6AB-FC51FC7E9B3A}"/>
          </ac:spMkLst>
        </pc:spChg>
        <pc:spChg chg="add mod">
          <ac:chgData name="光汰 齊藤" userId="50845e5bd7423914" providerId="LiveId" clId="{6CE9B3B8-4FE1-5230-B5E3-C1A3EE15ED22}" dt="2026-09-12T00:26:01.802" v="19338" actId="1076"/>
          <ac:spMkLst>
            <pc:docMk/>
            <pc:sldMk cId="1117972738" sldId="291"/>
            <ac:spMk id="26" creationId="{730BD3ED-DAC9-8111-3C9D-01D28483C06D}"/>
          </ac:spMkLst>
        </pc:spChg>
        <pc:spChg chg="mod">
          <ac:chgData name="光汰 齊藤" userId="50845e5bd7423914" providerId="LiveId" clId="{6CE9B3B8-4FE1-5230-B5E3-C1A3EE15ED22}" dt="2026-09-12T00:27:58.098" v="19366" actId="1076"/>
          <ac:spMkLst>
            <pc:docMk/>
            <pc:sldMk cId="1117972738" sldId="291"/>
            <ac:spMk id="34" creationId="{BFE36B60-A3C3-E665-E07B-F05E17755466}"/>
          </ac:spMkLst>
        </pc:spChg>
        <pc:graphicFrameChg chg="add mod modGraphic">
          <ac:chgData name="光汰 齊藤" userId="50845e5bd7423914" providerId="LiveId" clId="{6CE9B3B8-4FE1-5230-B5E3-C1A3EE15ED22}" dt="2026-09-12T00:32:34.019" v="19422" actId="20577"/>
          <ac:graphicFrameMkLst>
            <pc:docMk/>
            <pc:sldMk cId="1117972738" sldId="291"/>
            <ac:graphicFrameMk id="6" creationId="{452087B4-37E3-910C-D48F-4F60C0AC7EEB}"/>
          </ac:graphicFrameMkLst>
        </pc:graphicFrameChg>
        <pc:graphicFrameChg chg="mod modGraphic">
          <ac:chgData name="光汰 齊藤" userId="50845e5bd7423914" providerId="LiveId" clId="{6CE9B3B8-4FE1-5230-B5E3-C1A3EE15ED22}" dt="2026-09-12T00:31:15.969" v="19401" actId="400"/>
          <ac:graphicFrameMkLst>
            <pc:docMk/>
            <pc:sldMk cId="1117972738" sldId="291"/>
            <ac:graphicFrameMk id="32" creationId="{38240ABC-CAB0-F03C-C76A-CE9390E6948F}"/>
          </ac:graphicFrameMkLst>
        </pc:graphicFrameChg>
      </pc:sldChg>
      <pc:sldChg chg="addSp delSp modSp new mod ord modShow">
        <pc:chgData name="光汰 齊藤" userId="50845e5bd7423914" providerId="LiveId" clId="{6CE9B3B8-4FE1-5230-B5E3-C1A3EE15ED22}" dt="2026-10-04T01:32:05.499" v="19571" actId="20578"/>
        <pc:sldMkLst>
          <pc:docMk/>
          <pc:sldMk cId="754461221" sldId="292"/>
        </pc:sldMkLst>
        <pc:spChg chg="mod">
          <ac:chgData name="光汰 齊藤" userId="50845e5bd7423914" providerId="LiveId" clId="{6CE9B3B8-4FE1-5230-B5E3-C1A3EE15ED22}" dt="2026-09-09T09:06:59.851" v="12555" actId="20577"/>
          <ac:spMkLst>
            <pc:docMk/>
            <pc:sldMk cId="754461221" sldId="292"/>
            <ac:spMk id="2" creationId="{357C2715-F2A2-D208-A85D-67860B4ACC4B}"/>
          </ac:spMkLst>
        </pc:spChg>
        <pc:spChg chg="mod">
          <ac:chgData name="光汰 齊藤" userId="50845e5bd7423914" providerId="LiveId" clId="{6CE9B3B8-4FE1-5230-B5E3-C1A3EE15ED22}" dt="2026-09-12T00:33:51.828" v="19435" actId="1076"/>
          <ac:spMkLst>
            <pc:docMk/>
            <pc:sldMk cId="754461221" sldId="292"/>
            <ac:spMk id="6" creationId="{E26C5694-5933-1B36-2CC1-7451CC5C393D}"/>
          </ac:spMkLst>
        </pc:spChg>
        <pc:spChg chg="mod">
          <ac:chgData name="光汰 齊藤" userId="50845e5bd7423914" providerId="LiveId" clId="{6CE9B3B8-4FE1-5230-B5E3-C1A3EE15ED22}" dt="2026-09-12T00:33:49.322" v="19434" actId="14100"/>
          <ac:spMkLst>
            <pc:docMk/>
            <pc:sldMk cId="754461221" sldId="292"/>
            <ac:spMk id="19" creationId="{A7BEC913-DE66-5788-839F-EFFAC40F0493}"/>
          </ac:spMkLst>
        </pc:spChg>
        <pc:spChg chg="mod">
          <ac:chgData name="光汰 齊藤" userId="50845e5bd7423914" providerId="LiveId" clId="{6CE9B3B8-4FE1-5230-B5E3-C1A3EE15ED22}" dt="2026-09-12T00:33:49.322" v="19434" actId="14100"/>
          <ac:spMkLst>
            <pc:docMk/>
            <pc:sldMk cId="754461221" sldId="292"/>
            <ac:spMk id="21" creationId="{552F6B69-D4B6-C2FB-8746-24B85430B8B5}"/>
          </ac:spMkLst>
        </pc:spChg>
        <pc:spChg chg="mod">
          <ac:chgData name="光汰 齊藤" userId="50845e5bd7423914" providerId="LiveId" clId="{6CE9B3B8-4FE1-5230-B5E3-C1A3EE15ED22}" dt="2026-09-12T00:33:26.169" v="19432" actId="20577"/>
          <ac:spMkLst>
            <pc:docMk/>
            <pc:sldMk cId="754461221" sldId="292"/>
            <ac:spMk id="44" creationId="{F0FBBE2A-CD72-D9D3-8138-9E4743223311}"/>
          </ac:spMkLst>
        </pc:spChg>
      </pc:sldChg>
      <pc:sldChg chg="addSp delSp modSp add del mod ord">
        <pc:chgData name="光汰 齊藤" userId="50845e5bd7423914" providerId="LiveId" clId="{6CE9B3B8-4FE1-5230-B5E3-C1A3EE15ED22}" dt="2026-10-04T01:29:46.146" v="19537" actId="2696"/>
        <pc:sldMkLst>
          <pc:docMk/>
          <pc:sldMk cId="4179065817" sldId="293"/>
        </pc:sldMkLst>
      </pc:sldChg>
      <pc:sldChg chg="addSp delSp modSp add del mod ord modShow">
        <pc:chgData name="光汰 齊藤" userId="50845e5bd7423914" providerId="LiveId" clId="{6CE9B3B8-4FE1-5230-B5E3-C1A3EE15ED22}" dt="2026-10-04T01:32:05.499" v="19571" actId="20578"/>
        <pc:sldMkLst>
          <pc:docMk/>
          <pc:sldMk cId="128889613" sldId="294"/>
        </pc:sldMkLst>
        <pc:spChg chg="mod">
          <ac:chgData name="光汰 齊藤" userId="50845e5bd7423914" providerId="LiveId" clId="{6CE9B3B8-4FE1-5230-B5E3-C1A3EE15ED22}" dt="2026-09-09T09:05:37.677" v="12530" actId="20577"/>
          <ac:spMkLst>
            <pc:docMk/>
            <pc:sldMk cId="128889613" sldId="294"/>
            <ac:spMk id="2" creationId="{6688408A-D1E8-02D1-C682-690BF906E10D}"/>
          </ac:spMkLst>
        </pc:spChg>
        <pc:spChg chg="add mod">
          <ac:chgData name="光汰 齊藤" userId="50845e5bd7423914" providerId="LiveId" clId="{6CE9B3B8-4FE1-5230-B5E3-C1A3EE15ED22}" dt="2026-09-09T09:10:02.574" v="12664"/>
          <ac:spMkLst>
            <pc:docMk/>
            <pc:sldMk cId="128889613" sldId="294"/>
            <ac:spMk id="4" creationId="{0435156B-3078-3F5C-A306-7B9D0CF7D2FD}"/>
          </ac:spMkLst>
        </pc:spChg>
        <pc:spChg chg="add mod">
          <ac:chgData name="光汰 齊藤" userId="50845e5bd7423914" providerId="LiveId" clId="{6CE9B3B8-4FE1-5230-B5E3-C1A3EE15ED22}" dt="2026-09-09T09:10:02.574" v="12664"/>
          <ac:spMkLst>
            <pc:docMk/>
            <pc:sldMk cId="128889613" sldId="294"/>
            <ac:spMk id="5" creationId="{4FF200D7-770D-A267-5ED6-C62F0A72921F}"/>
          </ac:spMkLst>
        </pc:spChg>
        <pc:spChg chg="add mod">
          <ac:chgData name="光汰 齊藤" userId="50845e5bd7423914" providerId="LiveId" clId="{6CE9B3B8-4FE1-5230-B5E3-C1A3EE15ED22}" dt="2026-09-09T09:10:02.574" v="12664"/>
          <ac:spMkLst>
            <pc:docMk/>
            <pc:sldMk cId="128889613" sldId="294"/>
            <ac:spMk id="6" creationId="{23779959-645D-6808-5FA5-F07010FBB0E3}"/>
          </ac:spMkLst>
        </pc:spChg>
        <pc:spChg chg="add mod">
          <ac:chgData name="光汰 齊藤" userId="50845e5bd7423914" providerId="LiveId" clId="{6CE9B3B8-4FE1-5230-B5E3-C1A3EE15ED22}" dt="2026-09-09T09:10:02.574" v="12664"/>
          <ac:spMkLst>
            <pc:docMk/>
            <pc:sldMk cId="128889613" sldId="294"/>
            <ac:spMk id="9" creationId="{7C74ED51-067E-71D4-063D-4E9F1EA9220E}"/>
          </ac:spMkLst>
        </pc:spChg>
        <pc:spChg chg="add mod">
          <ac:chgData name="光汰 齊藤" userId="50845e5bd7423914" providerId="LiveId" clId="{6CE9B3B8-4FE1-5230-B5E3-C1A3EE15ED22}" dt="2026-09-09T09:10:02.574" v="12664"/>
          <ac:spMkLst>
            <pc:docMk/>
            <pc:sldMk cId="128889613" sldId="294"/>
            <ac:spMk id="10" creationId="{6F0C8D3E-B1B8-4A6A-CB5D-A04808BDA54E}"/>
          </ac:spMkLst>
        </pc:spChg>
        <pc:spChg chg="add mod">
          <ac:chgData name="光汰 齊藤" userId="50845e5bd7423914" providerId="LiveId" clId="{6CE9B3B8-4FE1-5230-B5E3-C1A3EE15ED22}" dt="2026-09-09T09:10:02.574" v="12664"/>
          <ac:spMkLst>
            <pc:docMk/>
            <pc:sldMk cId="128889613" sldId="294"/>
            <ac:spMk id="11" creationId="{F67A87A1-681D-5682-2697-7BDE82585E59}"/>
          </ac:spMkLst>
        </pc:spChg>
        <pc:spChg chg="add mod">
          <ac:chgData name="光汰 齊藤" userId="50845e5bd7423914" providerId="LiveId" clId="{6CE9B3B8-4FE1-5230-B5E3-C1A3EE15ED22}" dt="2026-09-09T09:10:02.574" v="12664"/>
          <ac:spMkLst>
            <pc:docMk/>
            <pc:sldMk cId="128889613" sldId="294"/>
            <ac:spMk id="12" creationId="{E9C66FE3-F528-54D1-DB55-0BFAAF77A59D}"/>
          </ac:spMkLst>
        </pc:spChg>
        <pc:spChg chg="add mod">
          <ac:chgData name="光汰 齊藤" userId="50845e5bd7423914" providerId="LiveId" clId="{6CE9B3B8-4FE1-5230-B5E3-C1A3EE15ED22}" dt="2026-09-09T09:10:02.574" v="12664"/>
          <ac:spMkLst>
            <pc:docMk/>
            <pc:sldMk cId="128889613" sldId="294"/>
            <ac:spMk id="13" creationId="{8A393CB5-5DC1-C924-FEA9-96DC53C2F24A}"/>
          </ac:spMkLst>
        </pc:spChg>
        <pc:spChg chg="add mod">
          <ac:chgData name="光汰 齊藤" userId="50845e5bd7423914" providerId="LiveId" clId="{6CE9B3B8-4FE1-5230-B5E3-C1A3EE15ED22}" dt="2026-09-09T09:10:02.574" v="12664"/>
          <ac:spMkLst>
            <pc:docMk/>
            <pc:sldMk cId="128889613" sldId="294"/>
            <ac:spMk id="14" creationId="{0DD40778-AFD4-45BA-A1AB-CDEEF3D46AC4}"/>
          </ac:spMkLst>
        </pc:spChg>
        <pc:spChg chg="add mod">
          <ac:chgData name="光汰 齊藤" userId="50845e5bd7423914" providerId="LiveId" clId="{6CE9B3B8-4FE1-5230-B5E3-C1A3EE15ED22}" dt="2026-09-09T09:10:09.053" v="12665"/>
          <ac:spMkLst>
            <pc:docMk/>
            <pc:sldMk cId="128889613" sldId="294"/>
            <ac:spMk id="15" creationId="{6D93B2AC-47C9-E759-BAA6-C856561C267C}"/>
          </ac:spMkLst>
        </pc:spChg>
        <pc:picChg chg="add mod">
          <ac:chgData name="光汰 齊藤" userId="50845e5bd7423914" providerId="LiveId" clId="{6CE9B3B8-4FE1-5230-B5E3-C1A3EE15ED22}" dt="2026-09-09T09:10:02.574" v="12664"/>
          <ac:picMkLst>
            <pc:docMk/>
            <pc:sldMk cId="128889613" sldId="294"/>
            <ac:picMk id="8" creationId="{B4AB1027-7AD4-D633-85C3-AAE269FEC664}"/>
          </ac:picMkLst>
        </pc:picChg>
      </pc:sldChg>
      <pc:sldChg chg="modSp new mod modNotesTx">
        <pc:chgData name="光汰 齊藤" userId="50845e5bd7423914" providerId="LiveId" clId="{6CE9B3B8-4FE1-5230-B5E3-C1A3EE15ED22}" dt="2026-10-04T01:32:23.129" v="19582" actId="20577"/>
        <pc:sldMkLst>
          <pc:docMk/>
          <pc:sldMk cId="902745780" sldId="296"/>
        </pc:sldMkLst>
        <pc:spChg chg="mod">
          <ac:chgData name="光汰 齊藤" userId="50845e5bd7423914" providerId="LiveId" clId="{6CE9B3B8-4FE1-5230-B5E3-C1A3EE15ED22}" dt="2026-09-09T09:07:25.401" v="12629" actId="20577"/>
          <ac:spMkLst>
            <pc:docMk/>
            <pc:sldMk cId="902745780" sldId="296"/>
            <ac:spMk id="2" creationId="{CC5B1D69-8333-18EF-27E9-79E17811FBB1}"/>
          </ac:spMkLst>
        </pc:spChg>
        <pc:spChg chg="mod">
          <ac:chgData name="光汰 齊藤" userId="50845e5bd7423914" providerId="LiveId" clId="{6CE9B3B8-4FE1-5230-B5E3-C1A3EE15ED22}" dt="2026-10-04T01:30:28.783" v="19562" actId="20577"/>
          <ac:spMkLst>
            <pc:docMk/>
            <pc:sldMk cId="902745780" sldId="296"/>
            <ac:spMk id="16" creationId="{FC2B04AB-F4F3-25C0-0A54-D99A699E05CF}"/>
          </ac:spMkLst>
        </pc:spChg>
      </pc:sldChg>
      <pc:sldChg chg="addSp delSp modSp add del mod ord modShow">
        <pc:chgData name="光汰 齊藤" userId="50845e5bd7423914" providerId="LiveId" clId="{6CE9B3B8-4FE1-5230-B5E3-C1A3EE15ED22}" dt="2026-10-04T01:32:05.499" v="19571" actId="20578"/>
        <pc:sldMkLst>
          <pc:docMk/>
          <pc:sldMk cId="1240762161" sldId="302"/>
        </pc:sldMkLst>
        <pc:spChg chg="mod">
          <ac:chgData name="光汰 齊藤" userId="50845e5bd7423914" providerId="LiveId" clId="{6CE9B3B8-4FE1-5230-B5E3-C1A3EE15ED22}" dt="2026-09-10T02:19:58.581" v="13132" actId="20577"/>
          <ac:spMkLst>
            <pc:docMk/>
            <pc:sldMk cId="1240762161" sldId="302"/>
            <ac:spMk id="2" creationId="{5EC0E432-2637-442C-986D-27DBC6BE3E34}"/>
          </ac:spMkLst>
        </pc:spChg>
        <pc:spChg chg="add mod">
          <ac:chgData name="光汰 齊藤" userId="50845e5bd7423914" providerId="LiveId" clId="{6CE9B3B8-4FE1-5230-B5E3-C1A3EE15ED22}" dt="2026-09-12T00:22:47.659" v="19333" actId="1076"/>
          <ac:spMkLst>
            <pc:docMk/>
            <pc:sldMk cId="1240762161" sldId="302"/>
            <ac:spMk id="4" creationId="{E2A8E1E6-12C4-0D70-3093-100BB87B5BEA}"/>
          </ac:spMkLst>
        </pc:spChg>
        <pc:spChg chg="add mod">
          <ac:chgData name="光汰 齊藤" userId="50845e5bd7423914" providerId="LiveId" clId="{6CE9B3B8-4FE1-5230-B5E3-C1A3EE15ED22}" dt="2026-09-12T00:09:55.378" v="18883" actId="207"/>
          <ac:spMkLst>
            <pc:docMk/>
            <pc:sldMk cId="1240762161" sldId="302"/>
            <ac:spMk id="30" creationId="{594AC3A8-EBFD-CD74-A9A3-BA39755F6DE6}"/>
          </ac:spMkLst>
        </pc:spChg>
        <pc:spChg chg="add mod">
          <ac:chgData name="光汰 齊藤" userId="50845e5bd7423914" providerId="LiveId" clId="{6CE9B3B8-4FE1-5230-B5E3-C1A3EE15ED22}" dt="2026-09-10T03:16:26.300" v="14565" actId="1076"/>
          <ac:spMkLst>
            <pc:docMk/>
            <pc:sldMk cId="1240762161" sldId="302"/>
            <ac:spMk id="35" creationId="{EBB34DE9-E2F2-189B-27DD-F7FAE4B792A5}"/>
          </ac:spMkLst>
        </pc:spChg>
        <pc:spChg chg="add mod">
          <ac:chgData name="光汰 齊藤" userId="50845e5bd7423914" providerId="LiveId" clId="{6CE9B3B8-4FE1-5230-B5E3-C1A3EE15ED22}" dt="2026-09-10T02:31:40.089" v="13178" actId="208"/>
          <ac:spMkLst>
            <pc:docMk/>
            <pc:sldMk cId="1240762161" sldId="302"/>
            <ac:spMk id="45" creationId="{1C4671BA-9E59-5A3F-D7A0-2DCFAA667E58}"/>
          </ac:spMkLst>
        </pc:spChg>
        <pc:spChg chg="mod">
          <ac:chgData name="光汰 齊藤" userId="50845e5bd7423914" providerId="LiveId" clId="{6CE9B3B8-4FE1-5230-B5E3-C1A3EE15ED22}" dt="2026-09-10T02:31:40.089" v="13178" actId="208"/>
          <ac:spMkLst>
            <pc:docMk/>
            <pc:sldMk cId="1240762161" sldId="302"/>
            <ac:spMk id="46" creationId="{8EF062F8-39C9-A10A-B766-650A97F2F53A}"/>
          </ac:spMkLst>
        </pc:spChg>
        <pc:spChg chg="add mod">
          <ac:chgData name="光汰 齊藤" userId="50845e5bd7423914" providerId="LiveId" clId="{6CE9B3B8-4FE1-5230-B5E3-C1A3EE15ED22}" dt="2026-09-10T03:16:26.300" v="14565" actId="1076"/>
          <ac:spMkLst>
            <pc:docMk/>
            <pc:sldMk cId="1240762161" sldId="302"/>
            <ac:spMk id="47" creationId="{7A1C0EE3-CF4C-D79D-3CF5-CB4613CC6EFC}"/>
          </ac:spMkLst>
        </pc:spChg>
        <pc:spChg chg="add mod">
          <ac:chgData name="光汰 齊藤" userId="50845e5bd7423914" providerId="LiveId" clId="{6CE9B3B8-4FE1-5230-B5E3-C1A3EE15ED22}" dt="2026-09-10T03:16:26.300" v="14565" actId="1076"/>
          <ac:spMkLst>
            <pc:docMk/>
            <pc:sldMk cId="1240762161" sldId="302"/>
            <ac:spMk id="48" creationId="{B21A783D-58B4-D9CE-EC75-4767615F9804}"/>
          </ac:spMkLst>
        </pc:spChg>
        <pc:spChg chg="add mod">
          <ac:chgData name="光汰 齊藤" userId="50845e5bd7423914" providerId="LiveId" clId="{6CE9B3B8-4FE1-5230-B5E3-C1A3EE15ED22}" dt="2026-09-10T02:32:38.948" v="13192" actId="1076"/>
          <ac:spMkLst>
            <pc:docMk/>
            <pc:sldMk cId="1240762161" sldId="302"/>
            <ac:spMk id="49" creationId="{B34ECF8E-2676-AD55-84F8-F8790D6A30F0}"/>
          </ac:spMkLst>
        </pc:spChg>
        <pc:spChg chg="add mod">
          <ac:chgData name="光汰 齊藤" userId="50845e5bd7423914" providerId="LiveId" clId="{6CE9B3B8-4FE1-5230-B5E3-C1A3EE15ED22}" dt="2026-09-10T03:16:26.300" v="14565" actId="1076"/>
          <ac:spMkLst>
            <pc:docMk/>
            <pc:sldMk cId="1240762161" sldId="302"/>
            <ac:spMk id="50" creationId="{4735CB33-5C4B-CEB8-16AF-038602BDF597}"/>
          </ac:spMkLst>
        </pc:spChg>
        <pc:spChg chg="add mod">
          <ac:chgData name="光汰 齊藤" userId="50845e5bd7423914" providerId="LiveId" clId="{6CE9B3B8-4FE1-5230-B5E3-C1A3EE15ED22}" dt="2026-09-10T02:32:46.225" v="13195" actId="1076"/>
          <ac:spMkLst>
            <pc:docMk/>
            <pc:sldMk cId="1240762161" sldId="302"/>
            <ac:spMk id="51" creationId="{95C84B30-7DCB-01CF-8EB1-5BF1A9667E00}"/>
          </ac:spMkLst>
        </pc:spChg>
        <pc:spChg chg="add mod">
          <ac:chgData name="光汰 齊藤" userId="50845e5bd7423914" providerId="LiveId" clId="{6CE9B3B8-4FE1-5230-B5E3-C1A3EE15ED22}" dt="2026-09-10T03:16:26.300" v="14565" actId="1076"/>
          <ac:spMkLst>
            <pc:docMk/>
            <pc:sldMk cId="1240762161" sldId="302"/>
            <ac:spMk id="52" creationId="{DE9868E9-9CDE-C95A-B269-2034677B7150}"/>
          </ac:spMkLst>
        </pc:spChg>
        <pc:spChg chg="add mod">
          <ac:chgData name="光汰 齊藤" userId="50845e5bd7423914" providerId="LiveId" clId="{6CE9B3B8-4FE1-5230-B5E3-C1A3EE15ED22}" dt="2026-09-10T02:34:29.243" v="13322" actId="1076"/>
          <ac:spMkLst>
            <pc:docMk/>
            <pc:sldMk cId="1240762161" sldId="302"/>
            <ac:spMk id="53" creationId="{FE6D353A-65B3-DE88-B151-50B7F26C3547}"/>
          </ac:spMkLst>
        </pc:spChg>
        <pc:spChg chg="add mod">
          <ac:chgData name="光汰 齊藤" userId="50845e5bd7423914" providerId="LiveId" clId="{6CE9B3B8-4FE1-5230-B5E3-C1A3EE15ED22}" dt="2026-09-10T02:34:55.878" v="13349" actId="20577"/>
          <ac:spMkLst>
            <pc:docMk/>
            <pc:sldMk cId="1240762161" sldId="302"/>
            <ac:spMk id="54" creationId="{63A09ADA-3F9F-728D-825B-3A0C8EB86C24}"/>
          </ac:spMkLst>
        </pc:spChg>
        <pc:spChg chg="add mod">
          <ac:chgData name="光汰 齊藤" userId="50845e5bd7423914" providerId="LiveId" clId="{6CE9B3B8-4FE1-5230-B5E3-C1A3EE15ED22}" dt="2026-09-10T03:16:26.300" v="14565" actId="1076"/>
          <ac:spMkLst>
            <pc:docMk/>
            <pc:sldMk cId="1240762161" sldId="302"/>
            <ac:spMk id="55" creationId="{7B2F8AFA-FA9A-6F8B-A253-93513FCFE25D}"/>
          </ac:spMkLst>
        </pc:spChg>
        <pc:spChg chg="add mod">
          <ac:chgData name="光汰 齊藤" userId="50845e5bd7423914" providerId="LiveId" clId="{6CE9B3B8-4FE1-5230-B5E3-C1A3EE15ED22}" dt="2026-09-12T00:10:12.606" v="18897" actId="1076"/>
          <ac:spMkLst>
            <pc:docMk/>
            <pc:sldMk cId="1240762161" sldId="302"/>
            <ac:spMk id="56" creationId="{7643B543-C71B-9448-2629-A3166CF94173}"/>
          </ac:spMkLst>
        </pc:spChg>
        <pc:spChg chg="add mod">
          <ac:chgData name="光汰 齊藤" userId="50845e5bd7423914" providerId="LiveId" clId="{6CE9B3B8-4FE1-5230-B5E3-C1A3EE15ED22}" dt="2026-09-10T03:16:26.300" v="14565" actId="1076"/>
          <ac:spMkLst>
            <pc:docMk/>
            <pc:sldMk cId="1240762161" sldId="302"/>
            <ac:spMk id="57" creationId="{ECBD08BD-8E79-B604-F449-659F5176C30A}"/>
          </ac:spMkLst>
        </pc:spChg>
        <pc:spChg chg="add mod">
          <ac:chgData name="光汰 齊藤" userId="50845e5bd7423914" providerId="LiveId" clId="{6CE9B3B8-4FE1-5230-B5E3-C1A3EE15ED22}" dt="2026-09-10T03:16:26.300" v="14565" actId="1076"/>
          <ac:spMkLst>
            <pc:docMk/>
            <pc:sldMk cId="1240762161" sldId="302"/>
            <ac:spMk id="58" creationId="{39FD49EE-DF0E-8913-5333-AAEA3076F656}"/>
          </ac:spMkLst>
        </pc:spChg>
        <pc:spChg chg="add mod">
          <ac:chgData name="光汰 齊藤" userId="50845e5bd7423914" providerId="LiveId" clId="{6CE9B3B8-4FE1-5230-B5E3-C1A3EE15ED22}" dt="2026-09-10T03:16:26.300" v="14565" actId="1076"/>
          <ac:spMkLst>
            <pc:docMk/>
            <pc:sldMk cId="1240762161" sldId="302"/>
            <ac:spMk id="59" creationId="{6D9161C4-6F39-ADF7-DCFB-AFC30031EF42}"/>
          </ac:spMkLst>
        </pc:spChg>
        <pc:spChg chg="add mod">
          <ac:chgData name="光汰 齊藤" userId="50845e5bd7423914" providerId="LiveId" clId="{6CE9B3B8-4FE1-5230-B5E3-C1A3EE15ED22}" dt="2026-09-12T00:29:22.562" v="19387" actId="1076"/>
          <ac:spMkLst>
            <pc:docMk/>
            <pc:sldMk cId="1240762161" sldId="302"/>
            <ac:spMk id="65" creationId="{8A854C00-558F-F4FC-C7C1-F017950EBBE7}"/>
          </ac:spMkLst>
        </pc:spChg>
        <pc:spChg chg="add mod">
          <ac:chgData name="光汰 齊藤" userId="50845e5bd7423914" providerId="LiveId" clId="{6CE9B3B8-4FE1-5230-B5E3-C1A3EE15ED22}" dt="2026-09-12T00:22:36.498" v="19330" actId="1076"/>
          <ac:spMkLst>
            <pc:docMk/>
            <pc:sldMk cId="1240762161" sldId="302"/>
            <ac:spMk id="68" creationId="{41B0A02E-AE94-B5F3-2AA4-A8A0DCA41AAC}"/>
          </ac:spMkLst>
        </pc:spChg>
        <pc:spChg chg="add mod">
          <ac:chgData name="光汰 齊藤" userId="50845e5bd7423914" providerId="LiveId" clId="{6CE9B3B8-4FE1-5230-B5E3-C1A3EE15ED22}" dt="2026-09-10T03:44:15.194" v="14671" actId="1076"/>
          <ac:spMkLst>
            <pc:docMk/>
            <pc:sldMk cId="1240762161" sldId="302"/>
            <ac:spMk id="72" creationId="{83E93DA2-4762-6204-7542-2A5E51C9D2F3}"/>
          </ac:spMkLst>
        </pc:spChg>
        <pc:graphicFrameChg chg="add mod modGraphic">
          <ac:chgData name="光汰 齊藤" userId="50845e5bd7423914" providerId="LiveId" clId="{6CE9B3B8-4FE1-5230-B5E3-C1A3EE15ED22}" dt="2026-09-12T00:29:56.066" v="19393" actId="400"/>
          <ac:graphicFrameMkLst>
            <pc:docMk/>
            <pc:sldMk cId="1240762161" sldId="302"/>
            <ac:graphicFrameMk id="6" creationId="{479453D8-B703-3277-066A-A19C9ED7C10A}"/>
          </ac:graphicFrameMkLst>
        </pc:graphicFrameChg>
        <pc:graphicFrameChg chg="add mod modGraphic">
          <ac:chgData name="光汰 齊藤" userId="50845e5bd7423914" providerId="LiveId" clId="{6CE9B3B8-4FE1-5230-B5E3-C1A3EE15ED22}" dt="2026-09-12T00:30:03.287" v="19395" actId="1076"/>
          <ac:graphicFrameMkLst>
            <pc:docMk/>
            <pc:sldMk cId="1240762161" sldId="302"/>
            <ac:graphicFrameMk id="7" creationId="{3616C4F2-89B6-4D89-73C2-27870715C7AE}"/>
          </ac:graphicFrameMkLst>
        </pc:graphicFrameChg>
        <pc:picChg chg="add mod">
          <ac:chgData name="光汰 齊藤" userId="50845e5bd7423914" providerId="LiveId" clId="{6CE9B3B8-4FE1-5230-B5E3-C1A3EE15ED22}" dt="2026-09-12T00:22:38.674" v="19331" actId="1076"/>
          <ac:picMkLst>
            <pc:docMk/>
            <pc:sldMk cId="1240762161" sldId="302"/>
            <ac:picMk id="64" creationId="{355F9CBC-295B-9FC8-25A3-0A9FEB1057E5}"/>
          </ac:picMkLst>
        </pc:picChg>
      </pc:sldChg>
      <pc:sldChg chg="addSp delSp modSp new add del mod ord modShow">
        <pc:chgData name="光汰 齊藤" userId="50845e5bd7423914" providerId="LiveId" clId="{6CE9B3B8-4FE1-5230-B5E3-C1A3EE15ED22}" dt="2026-10-04T01:32:05.499" v="19571" actId="20578"/>
        <pc:sldMkLst>
          <pc:docMk/>
          <pc:sldMk cId="2737113053" sldId="303"/>
        </pc:sldMkLst>
        <pc:spChg chg="mod">
          <ac:chgData name="光汰 齊藤" userId="50845e5bd7423914" providerId="LiveId" clId="{6CE9B3B8-4FE1-5230-B5E3-C1A3EE15ED22}" dt="2026-09-10T03:15:19.304" v="14551" actId="20577"/>
          <ac:spMkLst>
            <pc:docMk/>
            <pc:sldMk cId="2737113053" sldId="303"/>
            <ac:spMk id="2" creationId="{E7D5D690-F2D3-DF1D-21F0-825BA940F687}"/>
          </ac:spMkLst>
        </pc:spChg>
        <pc:spChg chg="add mod">
          <ac:chgData name="光汰 齊藤" userId="50845e5bd7423914" providerId="LiveId" clId="{6CE9B3B8-4FE1-5230-B5E3-C1A3EE15ED22}" dt="2026-09-10T04:38:50.318" v="14768" actId="1076"/>
          <ac:spMkLst>
            <pc:docMk/>
            <pc:sldMk cId="2737113053" sldId="303"/>
            <ac:spMk id="31" creationId="{5FA8F46F-442C-C777-6C77-DCFD231B0E07}"/>
          </ac:spMkLst>
        </pc:spChg>
        <pc:spChg chg="add mod">
          <ac:chgData name="光汰 齊藤" userId="50845e5bd7423914" providerId="LiveId" clId="{6CE9B3B8-4FE1-5230-B5E3-C1A3EE15ED22}" dt="2026-09-10T04:47:52.807" v="14835" actId="1076"/>
          <ac:spMkLst>
            <pc:docMk/>
            <pc:sldMk cId="2737113053" sldId="303"/>
            <ac:spMk id="32" creationId="{2B93061C-5650-E80B-29B7-31D972398AB5}"/>
          </ac:spMkLst>
        </pc:spChg>
        <pc:spChg chg="add mod">
          <ac:chgData name="光汰 齊藤" userId="50845e5bd7423914" providerId="LiveId" clId="{6CE9B3B8-4FE1-5230-B5E3-C1A3EE15ED22}" dt="2026-09-10T04:38:45.068" v="14767" actId="1076"/>
          <ac:spMkLst>
            <pc:docMk/>
            <pc:sldMk cId="2737113053" sldId="303"/>
            <ac:spMk id="33" creationId="{3716818A-E941-E4E6-EADD-C1E704543C70}"/>
          </ac:spMkLst>
        </pc:spChg>
        <pc:spChg chg="add mod">
          <ac:chgData name="光汰 齊藤" userId="50845e5bd7423914" providerId="LiveId" clId="{6CE9B3B8-4FE1-5230-B5E3-C1A3EE15ED22}" dt="2026-09-10T04:38:45.068" v="14767" actId="1076"/>
          <ac:spMkLst>
            <pc:docMk/>
            <pc:sldMk cId="2737113053" sldId="303"/>
            <ac:spMk id="34" creationId="{EB17BE5E-6546-EAB2-0C5B-1DA948DEE33F}"/>
          </ac:spMkLst>
        </pc:spChg>
        <pc:spChg chg="add mod">
          <ac:chgData name="光汰 齊藤" userId="50845e5bd7423914" providerId="LiveId" clId="{6CE9B3B8-4FE1-5230-B5E3-C1A3EE15ED22}" dt="2026-09-10T04:47:38.093" v="14829" actId="14100"/>
          <ac:spMkLst>
            <pc:docMk/>
            <pc:sldMk cId="2737113053" sldId="303"/>
            <ac:spMk id="39" creationId="{B831764D-5983-197F-6E27-B022A1730DA3}"/>
          </ac:spMkLst>
        </pc:spChg>
        <pc:spChg chg="add mod">
          <ac:chgData name="光汰 齊藤" userId="50845e5bd7423914" providerId="LiveId" clId="{6CE9B3B8-4FE1-5230-B5E3-C1A3EE15ED22}" dt="2026-09-10T04:47:38.093" v="14829" actId="14100"/>
          <ac:spMkLst>
            <pc:docMk/>
            <pc:sldMk cId="2737113053" sldId="303"/>
            <ac:spMk id="40" creationId="{19BD875B-9CB2-2329-3137-99715A46DA44}"/>
          </ac:spMkLst>
        </pc:spChg>
        <pc:spChg chg="add mod">
          <ac:chgData name="光汰 齊藤" userId="50845e5bd7423914" providerId="LiveId" clId="{6CE9B3B8-4FE1-5230-B5E3-C1A3EE15ED22}" dt="2026-09-12T00:11:59.085" v="18921" actId="20577"/>
          <ac:spMkLst>
            <pc:docMk/>
            <pc:sldMk cId="2737113053" sldId="303"/>
            <ac:spMk id="41" creationId="{6749CD11-F9A6-16FB-AFE3-7C891995DBA1}"/>
          </ac:spMkLst>
        </pc:spChg>
        <pc:spChg chg="add mod">
          <ac:chgData name="光汰 齊藤" userId="50845e5bd7423914" providerId="LiveId" clId="{6CE9B3B8-4FE1-5230-B5E3-C1A3EE15ED22}" dt="2026-09-10T05:53:34.913" v="15148" actId="1076"/>
          <ac:spMkLst>
            <pc:docMk/>
            <pc:sldMk cId="2737113053" sldId="303"/>
            <ac:spMk id="42" creationId="{41D67812-7CD2-1842-546E-77E046F231BB}"/>
          </ac:spMkLst>
        </pc:spChg>
        <pc:spChg chg="add mod">
          <ac:chgData name="光汰 齊藤" userId="50845e5bd7423914" providerId="LiveId" clId="{6CE9B3B8-4FE1-5230-B5E3-C1A3EE15ED22}" dt="2026-09-12T00:13:09.782" v="18947" actId="14100"/>
          <ac:spMkLst>
            <pc:docMk/>
            <pc:sldMk cId="2737113053" sldId="303"/>
            <ac:spMk id="43" creationId="{2A317DE5-2F75-4EA2-EAB7-55255A7B1472}"/>
          </ac:spMkLst>
        </pc:spChg>
        <pc:spChg chg="add mod">
          <ac:chgData name="光汰 齊藤" userId="50845e5bd7423914" providerId="LiveId" clId="{6CE9B3B8-4FE1-5230-B5E3-C1A3EE15ED22}" dt="2026-09-10T05:53:37.408" v="15149" actId="1076"/>
          <ac:spMkLst>
            <pc:docMk/>
            <pc:sldMk cId="2737113053" sldId="303"/>
            <ac:spMk id="44" creationId="{8641DC2B-028C-75E0-DF40-FAB87DF3F935}"/>
          </ac:spMkLst>
        </pc:spChg>
        <pc:spChg chg="add mod">
          <ac:chgData name="光汰 齊藤" userId="50845e5bd7423914" providerId="LiveId" clId="{6CE9B3B8-4FE1-5230-B5E3-C1A3EE15ED22}" dt="2026-09-10T05:56:28.588" v="15218" actId="1076"/>
          <ac:spMkLst>
            <pc:docMk/>
            <pc:sldMk cId="2737113053" sldId="303"/>
            <ac:spMk id="45" creationId="{EB586243-5E7E-A465-5687-A48D5C9CDC1D}"/>
          </ac:spMkLst>
        </pc:spChg>
        <pc:spChg chg="add mod">
          <ac:chgData name="光汰 齊藤" userId="50845e5bd7423914" providerId="LiveId" clId="{6CE9B3B8-4FE1-5230-B5E3-C1A3EE15ED22}" dt="2026-09-12T00:13:02.533" v="18945" actId="20577"/>
          <ac:spMkLst>
            <pc:docMk/>
            <pc:sldMk cId="2737113053" sldId="303"/>
            <ac:spMk id="46" creationId="{FC158977-053D-000A-7341-5C6DC6091DA0}"/>
          </ac:spMkLst>
        </pc:spChg>
        <pc:spChg chg="add mod">
          <ac:chgData name="光汰 齊藤" userId="50845e5bd7423914" providerId="LiveId" clId="{6CE9B3B8-4FE1-5230-B5E3-C1A3EE15ED22}" dt="2026-09-10T05:58:54.066" v="15318" actId="20577"/>
          <ac:spMkLst>
            <pc:docMk/>
            <pc:sldMk cId="2737113053" sldId="303"/>
            <ac:spMk id="47" creationId="{27F3C52C-ED01-CF65-FEA8-8BAF43F5C727}"/>
          </ac:spMkLst>
        </pc:spChg>
        <pc:spChg chg="add mod">
          <ac:chgData name="光汰 齊藤" userId="50845e5bd7423914" providerId="LiveId" clId="{6CE9B3B8-4FE1-5230-B5E3-C1A3EE15ED22}" dt="2026-09-12T00:13:32.586" v="18954" actId="1037"/>
          <ac:spMkLst>
            <pc:docMk/>
            <pc:sldMk cId="2737113053" sldId="303"/>
            <ac:spMk id="48" creationId="{1F84D813-2BA2-1A53-2AEE-7CE8A94DA4A2}"/>
          </ac:spMkLst>
        </pc:spChg>
        <pc:spChg chg="add mod">
          <ac:chgData name="光汰 齊藤" userId="50845e5bd7423914" providerId="LiveId" clId="{6CE9B3B8-4FE1-5230-B5E3-C1A3EE15ED22}" dt="2026-09-10T05:59:20.113" v="15324" actId="1076"/>
          <ac:spMkLst>
            <pc:docMk/>
            <pc:sldMk cId="2737113053" sldId="303"/>
            <ac:spMk id="49" creationId="{24D30816-D102-02CB-825A-E62561E3C642}"/>
          </ac:spMkLst>
        </pc:spChg>
        <pc:picChg chg="add mod">
          <ac:chgData name="光汰 齊藤" userId="50845e5bd7423914" providerId="LiveId" clId="{6CE9B3B8-4FE1-5230-B5E3-C1A3EE15ED22}" dt="2026-09-10T04:39:08.183" v="14771" actId="1076"/>
          <ac:picMkLst>
            <pc:docMk/>
            <pc:sldMk cId="2737113053" sldId="303"/>
            <ac:picMk id="37" creationId="{C14FF82D-F6A1-5E52-26EF-9F441674D76E}"/>
          </ac:picMkLst>
        </pc:picChg>
        <pc:picChg chg="add mod">
          <ac:chgData name="光汰 齊藤" userId="50845e5bd7423914" providerId="LiveId" clId="{6CE9B3B8-4FE1-5230-B5E3-C1A3EE15ED22}" dt="2026-09-10T04:39:01.298" v="14770" actId="1076"/>
          <ac:picMkLst>
            <pc:docMk/>
            <pc:sldMk cId="2737113053" sldId="303"/>
            <ac:picMk id="38" creationId="{BC9DDA72-3A21-F8B9-37B9-D255B25F9433}"/>
          </ac:picMkLst>
        </pc:picChg>
      </pc:sldChg>
      <pc:sldChg chg="add del mod modShow">
        <pc:chgData name="光汰 齊藤" userId="50845e5bd7423914" providerId="LiveId" clId="{6CE9B3B8-4FE1-5230-B5E3-C1A3EE15ED22}" dt="2026-10-04T01:31:10.386" v="19563" actId="2696"/>
        <pc:sldMkLst>
          <pc:docMk/>
          <pc:sldMk cId="1862812600" sldId="305"/>
        </pc:sldMkLst>
      </pc:sldChg>
      <pc:sldChg chg="modSp add del mod ord modShow">
        <pc:chgData name="光汰 齊藤" userId="50845e5bd7423914" providerId="LiveId" clId="{6CE9B3B8-4FE1-5230-B5E3-C1A3EE15ED22}" dt="2026-10-04T01:32:05.499" v="19571" actId="20578"/>
        <pc:sldMkLst>
          <pc:docMk/>
          <pc:sldMk cId="548788537" sldId="306"/>
        </pc:sldMkLst>
        <pc:spChg chg="mod">
          <ac:chgData name="光汰 齊藤" userId="50845e5bd7423914" providerId="LiveId" clId="{6CE9B3B8-4FE1-5230-B5E3-C1A3EE15ED22}" dt="2026-09-10T04:46:32.985" v="14783" actId="208"/>
          <ac:spMkLst>
            <pc:docMk/>
            <pc:sldMk cId="548788537" sldId="306"/>
            <ac:spMk id="5" creationId="{42733674-57B9-DC58-6153-ED89D243C9DB}"/>
          </ac:spMkLst>
        </pc:spChg>
        <pc:spChg chg="mod">
          <ac:chgData name="光汰 齊藤" userId="50845e5bd7423914" providerId="LiveId" clId="{6CE9B3B8-4FE1-5230-B5E3-C1A3EE15ED22}" dt="2026-09-10T04:46:39.977" v="14784" actId="207"/>
          <ac:spMkLst>
            <pc:docMk/>
            <pc:sldMk cId="548788537" sldId="306"/>
            <ac:spMk id="6" creationId="{89E8E9D6-3354-5D15-F078-1D8EE34E4001}"/>
          </ac:spMkLst>
        </pc:spChg>
        <pc:spChg chg="mod">
          <ac:chgData name="光汰 齊藤" userId="50845e5bd7423914" providerId="LiveId" clId="{6CE9B3B8-4FE1-5230-B5E3-C1A3EE15ED22}" dt="2026-09-10T05:51:19.719" v="15139" actId="207"/>
          <ac:spMkLst>
            <pc:docMk/>
            <pc:sldMk cId="548788537" sldId="306"/>
            <ac:spMk id="9" creationId="{1A557330-59BF-D73E-BC38-FF3434F3FD13}"/>
          </ac:spMkLst>
        </pc:spChg>
        <pc:spChg chg="mod">
          <ac:chgData name="光汰 齊藤" userId="50845e5bd7423914" providerId="LiveId" clId="{6CE9B3B8-4FE1-5230-B5E3-C1A3EE15ED22}" dt="2026-09-10T05:51:24.987" v="15145"/>
          <ac:spMkLst>
            <pc:docMk/>
            <pc:sldMk cId="548788537" sldId="306"/>
            <ac:spMk id="10" creationId="{294B8967-29FC-B3DC-795F-DDEDCF2AF94A}"/>
          </ac:spMkLst>
        </pc:spChg>
        <pc:spChg chg="mod">
          <ac:chgData name="光汰 齊藤" userId="50845e5bd7423914" providerId="LiveId" clId="{6CE9B3B8-4FE1-5230-B5E3-C1A3EE15ED22}" dt="2026-09-10T04:46:32.985" v="14783" actId="208"/>
          <ac:spMkLst>
            <pc:docMk/>
            <pc:sldMk cId="548788537" sldId="306"/>
            <ac:spMk id="11" creationId="{59D4B2FC-D2F6-8054-DFD6-78CE2F5BC29D}"/>
          </ac:spMkLst>
        </pc:spChg>
        <pc:spChg chg="mod">
          <ac:chgData name="光汰 齊藤" userId="50845e5bd7423914" providerId="LiveId" clId="{6CE9B3B8-4FE1-5230-B5E3-C1A3EE15ED22}" dt="2026-09-10T04:46:39.977" v="14784" actId="207"/>
          <ac:spMkLst>
            <pc:docMk/>
            <pc:sldMk cId="548788537" sldId="306"/>
            <ac:spMk id="12" creationId="{B9F12472-AEA4-DDA7-F552-5046FF0F3436}"/>
          </ac:spMkLst>
        </pc:spChg>
      </pc:sldChg>
      <pc:sldChg chg="addSp delSp modSp add del mod ord modShow">
        <pc:chgData name="光汰 齊藤" userId="50845e5bd7423914" providerId="LiveId" clId="{6CE9B3B8-4FE1-5230-B5E3-C1A3EE15ED22}" dt="2026-10-04T01:32:05.499" v="19571" actId="20578"/>
        <pc:sldMkLst>
          <pc:docMk/>
          <pc:sldMk cId="2208643470" sldId="307"/>
        </pc:sldMkLst>
        <pc:spChg chg="mod">
          <ac:chgData name="光汰 齊藤" userId="50845e5bd7423914" providerId="LiveId" clId="{6CE9B3B8-4FE1-5230-B5E3-C1A3EE15ED22}" dt="2026-09-10T06:36:01.611" v="16485" actId="20577"/>
          <ac:spMkLst>
            <pc:docMk/>
            <pc:sldMk cId="2208643470" sldId="307"/>
            <ac:spMk id="2" creationId="{15426E59-E2B3-427A-DD55-5496C8CAC960}"/>
          </ac:spMkLst>
        </pc:spChg>
        <pc:spChg chg="mod">
          <ac:chgData name="光汰 齊藤" userId="50845e5bd7423914" providerId="LiveId" clId="{6CE9B3B8-4FE1-5230-B5E3-C1A3EE15ED22}" dt="2026-09-10T07:49:35.731" v="17901" actId="1076"/>
          <ac:spMkLst>
            <pc:docMk/>
            <pc:sldMk cId="2208643470" sldId="307"/>
            <ac:spMk id="15" creationId="{A0B51D05-73AE-0629-7B47-9F6641115D97}"/>
          </ac:spMkLst>
        </pc:spChg>
        <pc:spChg chg="add mod">
          <ac:chgData name="光汰 齊藤" userId="50845e5bd7423914" providerId="LiveId" clId="{6CE9B3B8-4FE1-5230-B5E3-C1A3EE15ED22}" dt="2026-09-10T08:22:15.409" v="18181" actId="208"/>
          <ac:spMkLst>
            <pc:docMk/>
            <pc:sldMk cId="2208643470" sldId="307"/>
            <ac:spMk id="16" creationId="{D4546335-DDE5-5A3D-B7ED-EC75518BE0D9}"/>
          </ac:spMkLst>
        </pc:spChg>
        <pc:spChg chg="add mod">
          <ac:chgData name="光汰 齊藤" userId="50845e5bd7423914" providerId="LiveId" clId="{6CE9B3B8-4FE1-5230-B5E3-C1A3EE15ED22}" dt="2026-09-10T08:22:09.651" v="18180" actId="207"/>
          <ac:spMkLst>
            <pc:docMk/>
            <pc:sldMk cId="2208643470" sldId="307"/>
            <ac:spMk id="17" creationId="{7D4DECDA-E610-02BC-5D73-D5F1C279B46A}"/>
          </ac:spMkLst>
        </pc:spChg>
        <pc:spChg chg="add mod">
          <ac:chgData name="光汰 齊藤" userId="50845e5bd7423914" providerId="LiveId" clId="{6CE9B3B8-4FE1-5230-B5E3-C1A3EE15ED22}" dt="2026-09-10T08:21:56.843" v="18178" actId="208"/>
          <ac:spMkLst>
            <pc:docMk/>
            <pc:sldMk cId="2208643470" sldId="307"/>
            <ac:spMk id="18" creationId="{1BD81316-B46C-4E5F-3094-517ED91C524F}"/>
          </ac:spMkLst>
        </pc:spChg>
        <pc:spChg chg="add mod">
          <ac:chgData name="光汰 齊藤" userId="50845e5bd7423914" providerId="LiveId" clId="{6CE9B3B8-4FE1-5230-B5E3-C1A3EE15ED22}" dt="2026-09-10T08:10:35.221" v="17907" actId="1076"/>
          <ac:spMkLst>
            <pc:docMk/>
            <pc:sldMk cId="2208643470" sldId="307"/>
            <ac:spMk id="19" creationId="{60D494EF-E04C-422E-1E46-953F479E19FA}"/>
          </ac:spMkLst>
        </pc:spChg>
        <pc:spChg chg="add mod">
          <ac:chgData name="光汰 齊藤" userId="50845e5bd7423914" providerId="LiveId" clId="{6CE9B3B8-4FE1-5230-B5E3-C1A3EE15ED22}" dt="2026-09-10T08:10:35.221" v="17907" actId="1076"/>
          <ac:spMkLst>
            <pc:docMk/>
            <pc:sldMk cId="2208643470" sldId="307"/>
            <ac:spMk id="21" creationId="{07D79530-5CF0-B103-F599-C7772A93E210}"/>
          </ac:spMkLst>
        </pc:spChg>
        <pc:spChg chg="add mod">
          <ac:chgData name="光汰 齊藤" userId="50845e5bd7423914" providerId="LiveId" clId="{6CE9B3B8-4FE1-5230-B5E3-C1A3EE15ED22}" dt="2026-09-10T08:21:07.213" v="18169" actId="208"/>
          <ac:spMkLst>
            <pc:docMk/>
            <pc:sldMk cId="2208643470" sldId="307"/>
            <ac:spMk id="22" creationId="{901CCA82-82EC-4924-7D72-5A5096A4848C}"/>
          </ac:spMkLst>
        </pc:spChg>
        <pc:spChg chg="add mod">
          <ac:chgData name="光汰 齊藤" userId="50845e5bd7423914" providerId="LiveId" clId="{6CE9B3B8-4FE1-5230-B5E3-C1A3EE15ED22}" dt="2026-09-10T08:22:05.057" v="18179" actId="207"/>
          <ac:spMkLst>
            <pc:docMk/>
            <pc:sldMk cId="2208643470" sldId="307"/>
            <ac:spMk id="23" creationId="{BD67F7BF-DC76-2A4E-AC28-614A263DEE2E}"/>
          </ac:spMkLst>
        </pc:spChg>
        <pc:spChg chg="add mod">
          <ac:chgData name="光汰 齊藤" userId="50845e5bd7423914" providerId="LiveId" clId="{6CE9B3B8-4FE1-5230-B5E3-C1A3EE15ED22}" dt="2026-09-10T08:22:05.057" v="18179" actId="207"/>
          <ac:spMkLst>
            <pc:docMk/>
            <pc:sldMk cId="2208643470" sldId="307"/>
            <ac:spMk id="24" creationId="{79631E42-4C86-8A61-708B-BDD7AB2F683B}"/>
          </ac:spMkLst>
        </pc:spChg>
        <pc:spChg chg="add mod">
          <ac:chgData name="光汰 齊藤" userId="50845e5bd7423914" providerId="LiveId" clId="{6CE9B3B8-4FE1-5230-B5E3-C1A3EE15ED22}" dt="2026-09-10T08:22:05.057" v="18179" actId="207"/>
          <ac:spMkLst>
            <pc:docMk/>
            <pc:sldMk cId="2208643470" sldId="307"/>
            <ac:spMk id="25" creationId="{ED8DF4A9-1F75-A9EA-D110-73E85BEAE2CC}"/>
          </ac:spMkLst>
        </pc:spChg>
        <pc:spChg chg="add mod">
          <ac:chgData name="光汰 齊藤" userId="50845e5bd7423914" providerId="LiveId" clId="{6CE9B3B8-4FE1-5230-B5E3-C1A3EE15ED22}" dt="2026-09-10T08:22:05.057" v="18179" actId="207"/>
          <ac:spMkLst>
            <pc:docMk/>
            <pc:sldMk cId="2208643470" sldId="307"/>
            <ac:spMk id="26" creationId="{BAE9B3B3-0F32-7C41-1CDF-6DA886C3582C}"/>
          </ac:spMkLst>
        </pc:spChg>
      </pc:sldChg>
      <pc:sldChg chg="delSp modSp add del mod ord modShow">
        <pc:chgData name="光汰 齊藤" userId="50845e5bd7423914" providerId="LiveId" clId="{6CE9B3B8-4FE1-5230-B5E3-C1A3EE15ED22}" dt="2026-10-04T01:32:05.499" v="19571" actId="20578"/>
        <pc:sldMkLst>
          <pc:docMk/>
          <pc:sldMk cId="2587131814" sldId="308"/>
        </pc:sldMkLst>
        <pc:spChg chg="mod">
          <ac:chgData name="光汰 齊藤" userId="50845e5bd7423914" providerId="LiveId" clId="{6CE9B3B8-4FE1-5230-B5E3-C1A3EE15ED22}" dt="2026-09-10T08:22:22.688" v="18182" actId="208"/>
          <ac:spMkLst>
            <pc:docMk/>
            <pc:sldMk cId="2587131814" sldId="308"/>
            <ac:spMk id="18" creationId="{88DD3EE1-D349-B9CE-9822-3C7BBFD5758F}"/>
          </ac:spMkLst>
        </pc:spChg>
        <pc:spChg chg="mod">
          <ac:chgData name="光汰 齊藤" userId="50845e5bd7423914" providerId="LiveId" clId="{6CE9B3B8-4FE1-5230-B5E3-C1A3EE15ED22}" dt="2026-09-10T08:21:16.894" v="18170" actId="207"/>
          <ac:spMkLst>
            <pc:docMk/>
            <pc:sldMk cId="2587131814" sldId="308"/>
            <ac:spMk id="19" creationId="{1DCE5C55-6DC3-5A89-1370-EA15821CEF45}"/>
          </ac:spMkLst>
        </pc:spChg>
        <pc:spChg chg="mod">
          <ac:chgData name="光汰 齊藤" userId="50845e5bd7423914" providerId="LiveId" clId="{6CE9B3B8-4FE1-5230-B5E3-C1A3EE15ED22}" dt="2026-09-10T08:21:16.894" v="18170" actId="207"/>
          <ac:spMkLst>
            <pc:docMk/>
            <pc:sldMk cId="2587131814" sldId="308"/>
            <ac:spMk id="21" creationId="{61AC4A8E-1435-CB7E-5B6C-36DCCDF0B29D}"/>
          </ac:spMkLst>
        </pc:spChg>
        <pc:spChg chg="mod">
          <ac:chgData name="光汰 齊藤" userId="50845e5bd7423914" providerId="LiveId" clId="{6CE9B3B8-4FE1-5230-B5E3-C1A3EE15ED22}" dt="2026-09-10T08:22:22.688" v="18182" actId="208"/>
          <ac:spMkLst>
            <pc:docMk/>
            <pc:sldMk cId="2587131814" sldId="308"/>
            <ac:spMk id="22" creationId="{598CAF7F-5ABC-DCC8-A536-DC3E366AC013}"/>
          </ac:spMkLst>
        </pc:spChg>
        <pc:spChg chg="mod">
          <ac:chgData name="光汰 齊藤" userId="50845e5bd7423914" providerId="LiveId" clId="{6CE9B3B8-4FE1-5230-B5E3-C1A3EE15ED22}" dt="2026-09-10T08:21:16.894" v="18170" actId="207"/>
          <ac:spMkLst>
            <pc:docMk/>
            <pc:sldMk cId="2587131814" sldId="308"/>
            <ac:spMk id="23" creationId="{3674BADF-9B28-DD5D-7EAA-7F99CF0FFE31}"/>
          </ac:spMkLst>
        </pc:spChg>
      </pc:sldChg>
      <pc:sldChg chg="del">
        <pc:chgData name="光汰 齊藤" userId="50845e5bd7423914" providerId="LiveId" clId="{6CE9B3B8-4FE1-5230-B5E3-C1A3EE15ED22}" dt="2026-10-04T01:31:10.766" v="19564" actId="2696"/>
        <pc:sldMkLst>
          <pc:docMk/>
          <pc:sldMk cId="3641088539" sldId="309"/>
        </pc:sldMkLst>
      </pc:sldChg>
      <pc:sldChg chg="modSp mod ord modShow">
        <pc:chgData name="光汰 齊藤" userId="50845e5bd7423914" providerId="LiveId" clId="{6CE9B3B8-4FE1-5230-B5E3-C1A3EE15ED22}" dt="2026-10-04T01:32:05.499" v="19571" actId="20578"/>
        <pc:sldMkLst>
          <pc:docMk/>
          <pc:sldMk cId="682351120" sldId="313"/>
        </pc:sldMkLst>
        <pc:spChg chg="mod">
          <ac:chgData name="光汰 齊藤" userId="50845e5bd7423914" providerId="LiveId" clId="{6CE9B3B8-4FE1-5230-B5E3-C1A3EE15ED22}" dt="2026-09-12T00:33:00.721" v="19428" actId="1076"/>
          <ac:spMkLst>
            <pc:docMk/>
            <pc:sldMk cId="682351120" sldId="313"/>
            <ac:spMk id="33" creationId="{5164B46F-FBDE-C26A-6AF5-8D06E5DEDB6A}"/>
          </ac:spMkLst>
        </pc:spChg>
      </pc:sldChg>
      <pc:sldChg chg="del">
        <pc:chgData name="光汰 齊藤" userId="50845e5bd7423914" providerId="LiveId" clId="{6CE9B3B8-4FE1-5230-B5E3-C1A3EE15ED22}" dt="2026-10-04T01:31:11.078" v="19565" actId="2696"/>
        <pc:sldMkLst>
          <pc:docMk/>
          <pc:sldMk cId="3033466038" sldId="314"/>
        </pc:sldMkLst>
      </pc:sldChg>
      <pc:sldChg chg="del">
        <pc:chgData name="光汰 齊藤" userId="50845e5bd7423914" providerId="LiveId" clId="{6CE9B3B8-4FE1-5230-B5E3-C1A3EE15ED22}" dt="2026-10-04T01:31:11.959" v="19568" actId="2696"/>
        <pc:sldMkLst>
          <pc:docMk/>
          <pc:sldMk cId="2741414726" sldId="317"/>
        </pc:sldMkLst>
      </pc:sldChg>
      <pc:sldChg chg="addSp modSp new del mod modShow">
        <pc:chgData name="光汰 齊藤" userId="50845e5bd7423914" providerId="LiveId" clId="{6CE9B3B8-4FE1-5230-B5E3-C1A3EE15ED22}" dt="2026-10-04T01:31:11.292" v="19566" actId="2696"/>
        <pc:sldMkLst>
          <pc:docMk/>
          <pc:sldMk cId="3961360075" sldId="320"/>
        </pc:sldMkLst>
      </pc:sldChg>
      <pc:sldChg chg="addSp modSp new del mod modShow">
        <pc:chgData name="光汰 齊藤" userId="50845e5bd7423914" providerId="LiveId" clId="{6CE9B3B8-4FE1-5230-B5E3-C1A3EE15ED22}" dt="2026-10-04T01:31:11.511" v="19567" actId="2696"/>
        <pc:sldMkLst>
          <pc:docMk/>
          <pc:sldMk cId="2643472996" sldId="321"/>
        </pc:sldMkLst>
      </pc:sldChg>
      <pc:sldChg chg="del">
        <pc:chgData name="光汰 齊藤" userId="50845e5bd7423914" providerId="LiveId" clId="{6CE9B3B8-4FE1-5230-B5E3-C1A3EE15ED22}" dt="2026-10-04T02:07:25.308" v="19596" actId="2696"/>
        <pc:sldMkLst>
          <pc:docMk/>
          <pc:sldMk cId="2005609620" sldId="322"/>
        </pc:sldMkLst>
      </pc:sldChg>
      <pc:sldChg chg="modSp new mod">
        <pc:chgData name="光汰 齊藤" userId="50845e5bd7423914" providerId="LiveId" clId="{6CE9B3B8-4FE1-5230-B5E3-C1A3EE15ED22}" dt="2026-10-04T02:07:22.924" v="19595" actId="20577"/>
        <pc:sldMkLst>
          <pc:docMk/>
          <pc:sldMk cId="1666369149" sldId="323"/>
        </pc:sldMkLst>
        <pc:spChg chg="mod">
          <ac:chgData name="光汰 齊藤" userId="50845e5bd7423914" providerId="LiveId" clId="{6CE9B3B8-4FE1-5230-B5E3-C1A3EE15ED22}" dt="2026-10-04T02:07:22.924" v="19595" actId="20577"/>
          <ac:spMkLst>
            <pc:docMk/>
            <pc:sldMk cId="1666369149" sldId="323"/>
            <ac:spMk id="2" creationId="{AD14D1EF-BEB0-79E4-29D3-A187C14C9AA3}"/>
          </ac:spMkLst>
        </pc:spChg>
      </pc:sldChg>
      <pc:sldChg chg="new">
        <pc:chgData name="光汰 齊藤" userId="50845e5bd7423914" providerId="LiveId" clId="{6CE9B3B8-4FE1-5230-B5E3-C1A3EE15ED22}" dt="2026-10-04T02:07:26.188" v="19597" actId="680"/>
        <pc:sldMkLst>
          <pc:docMk/>
          <pc:sldMk cId="3568186872" sldId="324"/>
        </pc:sldMkLst>
      </pc:sldChg>
      <pc:sldChg chg="new">
        <pc:chgData name="光汰 齊藤" userId="50845e5bd7423914" providerId="LiveId" clId="{6CE9B3B8-4FE1-5230-B5E3-C1A3EE15ED22}" dt="2026-10-04T02:07:26.488" v="19598" actId="680"/>
        <pc:sldMkLst>
          <pc:docMk/>
          <pc:sldMk cId="2652212463" sldId="325"/>
        </pc:sldMkLst>
      </pc:sldChg>
    </pc:docChg>
  </pc:docChgLst>
</pc:chgInfo>
</file>

<file path=ppt/copula/notesMasters/_rels/notesMaster1.xml.rels><?xml version='1.0' encoding='UTF-8' standalone='yes'?>
<Relationships xmlns="http://schemas.openxmlformats.org/package/2006/relationships"><Relationship Type="http://schemas.openxmlformats.org/officeDocument/2006/relationships/theme" Target="theme/theme3.xml" Id="R37fbc0a04e684998"/></Relationships>
</file>

<file path=ppt/copula/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copula/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notesSlides/_rels/notesSlide1.xml.rels><?xml version='1.0' encoding='UTF-8' standalone='yes'?>
<Relationships xmlns="http://schemas.openxmlformats.org/package/2006/relationships"><Relationship Type="http://schemas.openxmlformats.org/officeDocument/2006/relationships/slide" Target="../../slides/slide101.xml" Id="R1eff1def18f74fa7"/><Relationship Type="http://schemas.openxmlformats.org/officeDocument/2006/relationships/notesMaster" Target="../notesMasters/notesMaster1.xml" Id="Rdeed4338167b4954"/></Relationships>
</file>

<file path=ppt/copula/notesSlides/_rels/notesSlide2.xml.rels><?xml version='1.0' encoding='UTF-8' standalone='yes'?>
<Relationships xmlns="http://schemas.openxmlformats.org/package/2006/relationships"><Relationship Type="http://schemas.openxmlformats.org/officeDocument/2006/relationships/slide" Target="../../slides/slide102.xml" Id="Rb980132378174cb3"/><Relationship Type="http://schemas.openxmlformats.org/officeDocument/2006/relationships/notesMaster" Target="../notesMasters/notesMaster1.xml" Id="Rc926d8944f2f4c14"/></Relationships>
</file>

<file path=ppt/copula/notesSlides/_rels/notesSlide3.xml.rels><?xml version='1.0' encoding='UTF-8' standalone='yes'?>
<Relationships xmlns="http://schemas.openxmlformats.org/package/2006/relationships"><Relationship Type="http://schemas.openxmlformats.org/officeDocument/2006/relationships/slide" Target="../../slides/slide103.xml" Id="R4ff4f427e7554a1e"/><Relationship Type="http://schemas.openxmlformats.org/officeDocument/2006/relationships/notesMaster" Target="../notesMasters/notesMaster1.xml" Id="Rb28e86e90b1c4625"/></Relationships>
</file>

<file path=ppt/copula/notesSlides/_rels/notesSlide4.xml.rels><?xml version='1.0' encoding='UTF-8' standalone='yes'?>
<Relationships xmlns="http://schemas.openxmlformats.org/package/2006/relationships"><Relationship Type="http://schemas.openxmlformats.org/officeDocument/2006/relationships/slide" Target="../../slides/slide104.xml" Id="R942461dfa4cd49e2"/><Relationship Type="http://schemas.openxmlformats.org/officeDocument/2006/relationships/notesMaster" Target="../notesMasters/notesMaster1.xml" Id="Rbdd68cb4041b4a30"/></Relationships>
</file>

<file path=ppt/copula/notesSlides/_rels/notesSlide5.xml.rels><?xml version='1.0' encoding='UTF-8' standalone='yes'?>
<Relationships xmlns="http://schemas.openxmlformats.org/package/2006/relationships"><Relationship Type="http://schemas.openxmlformats.org/officeDocument/2006/relationships/slide" Target="../../slides/slide105.xml" Id="R0867a4ef80fe4881"/><Relationship Type="http://schemas.openxmlformats.org/officeDocument/2006/relationships/notesMaster" Target="../notesMasters/notesMaster1.xml" Id="R7edef36451c449e6"/></Relationships>
</file>

<file path=ppt/copula/notesSlides/_rels/notesSlide6.xml.rels><?xml version='1.0' encoding='UTF-8' standalone='yes'?>
<Relationships xmlns="http://schemas.openxmlformats.org/package/2006/relationships"><Relationship Type="http://schemas.openxmlformats.org/officeDocument/2006/relationships/slide" Target="../../slides/slide106.xml" Id="R079e2db1c6994c7c"/><Relationship Type="http://schemas.openxmlformats.org/officeDocument/2006/relationships/notesMaster" Target="../notesMasters/notesMaster1.xml" Id="R3b6391c5754f4bfd"/></Relationships>
</file>

<file path=ppt/copula/notesSlides/_rels/notesSlide7.xml.rels><?xml version='1.0' encoding='UTF-8' standalone='yes'?>
<Relationships xmlns="http://schemas.openxmlformats.org/package/2006/relationships"><Relationship Type="http://schemas.openxmlformats.org/officeDocument/2006/relationships/slide" Target="../../slides/slide107.xml" Id="R78877ff2e1fc4e81"/><Relationship Type="http://schemas.openxmlformats.org/officeDocument/2006/relationships/notesMaster" Target="../notesMasters/notesMaster1.xml" Id="R356f67fe03944466"/></Relationships>
</file>

<file path=ppt/copula/notesSlides/_rels/notesSlide8.xml.rels><?xml version='1.0' encoding='UTF-8' standalone='yes'?>
<Relationships xmlns="http://schemas.openxmlformats.org/package/2006/relationships"><Relationship Type="http://schemas.openxmlformats.org/officeDocument/2006/relationships/slide" Target="../../slides/slide108.xml" Id="Rc50e11cd3797435a"/><Relationship Type="http://schemas.openxmlformats.org/officeDocument/2006/relationships/notesMaster" Target="../notesMasters/notesMaster1.xml" Id="R44fdc345b2194f2d"/></Relationships>
</file>

<file path=ppt/copula/notesSlides/_rels/notesSlide9.xml.rels><?xml version='1.0' encoding='UTF-8' standalone='yes'?>
<Relationships xmlns="http://schemas.openxmlformats.org/package/2006/relationships"><Relationship Type="http://schemas.openxmlformats.org/officeDocument/2006/relationships/slide" Target="../../slides/slide109.xml" Id="Reab175109a954c74"/><Relationship Type="http://schemas.openxmlformats.org/officeDocument/2006/relationships/notesMaster" Target="../notesMasters/notesMaster1.xml" Id="R506091a3da7b4487"/></Relationships>
</file>

<file path=ppt/copula/notesSlides/_rels/notesSlide10.xml.rels><?xml version='1.0' encoding='UTF-8' standalone='yes'?>
<Relationships xmlns="http://schemas.openxmlformats.org/package/2006/relationships"><Relationship Type="http://schemas.openxmlformats.org/officeDocument/2006/relationships/slide" Target="../../slides/slide110.xml" Id="R1f57f716f9fe47c0"/><Relationship Type="http://schemas.openxmlformats.org/officeDocument/2006/relationships/notesMaster" Target="../notesMasters/notesMaster1.xml" Id="R12ff888bb57548f9"/></Relationships>
</file>

<file path=ppt/copula/notesSlides/_rels/notesSlide11.xml.rels><?xml version='1.0' encoding='UTF-8' standalone='yes'?>
<Relationships xmlns="http://schemas.openxmlformats.org/package/2006/relationships"><Relationship Type="http://schemas.openxmlformats.org/officeDocument/2006/relationships/slide" Target="../../slides/slide111.xml" Id="R3822eee278df473f"/><Relationship Type="http://schemas.openxmlformats.org/officeDocument/2006/relationships/notesMaster" Target="../notesMasters/notesMaster1.xml" Id="R738797695c734656"/></Relationships>
</file>

<file path=ppt/copula/notesSlides/_rels/notesSlide12.xml.rels><?xml version='1.0' encoding='UTF-8' standalone='yes'?>
<Relationships xmlns="http://schemas.openxmlformats.org/package/2006/relationships"><Relationship Type="http://schemas.openxmlformats.org/officeDocument/2006/relationships/slide" Target="../../slides/slide112.xml" Id="Rda3f922d35a44f4a"/><Relationship Type="http://schemas.openxmlformats.org/officeDocument/2006/relationships/notesMaster" Target="../notesMasters/notesMaster1.xml" Id="R17b3d845a40b4f8b"/></Relationships>
</file>

<file path=ppt/copula/notesSlides/_rels/notesSlide13.xml.rels><?xml version='1.0' encoding='UTF-8' standalone='yes'?>
<Relationships xmlns="http://schemas.openxmlformats.org/package/2006/relationships"><Relationship Type="http://schemas.openxmlformats.org/officeDocument/2006/relationships/slide" Target="../../slides/slide113.xml" Id="Rd9567fa8a6134d90"/><Relationship Type="http://schemas.openxmlformats.org/officeDocument/2006/relationships/notesMaster" Target="../notesMasters/notesMaster1.xml" Id="R3a28cc7ee14148ff"/></Relationships>
</file>

<file path=ppt/copula/notesSlides/_rels/notesSlide14.xml.rels><?xml version='1.0' encoding='UTF-8' standalone='yes'?>
<Relationships xmlns="http://schemas.openxmlformats.org/package/2006/relationships"><Relationship Type="http://schemas.openxmlformats.org/officeDocument/2006/relationships/slide" Target="../../slides/slide114.xml" Id="Rff810f69e4224243"/><Relationship Type="http://schemas.openxmlformats.org/officeDocument/2006/relationships/notesMaster" Target="../notesMasters/notesMaster1.xml" Id="Rf72379c535a347a7"/></Relationships>
</file>

<file path=ppt/copula/notesSlides/_rels/notesSlide15.xml.rels><?xml version='1.0' encoding='UTF-8' standalone='yes'?>
<Relationships xmlns="http://schemas.openxmlformats.org/package/2006/relationships"><Relationship Type="http://schemas.openxmlformats.org/officeDocument/2006/relationships/slide" Target="../../slides/slide115.xml" Id="Rea4ef437e1db42bf"/><Relationship Type="http://schemas.openxmlformats.org/officeDocument/2006/relationships/notesMaster" Target="../notesMasters/notesMaster1.xml" Id="R18e14cd979514961"/></Relationships>
</file>

<file path=ppt/copula/notesSlides/_rels/notesSlide16.xml.rels><?xml version='1.0' encoding='UTF-8' standalone='yes'?>
<Relationships xmlns="http://schemas.openxmlformats.org/package/2006/relationships"><Relationship Type="http://schemas.openxmlformats.org/officeDocument/2006/relationships/slide" Target="../../slides/slide116.xml" Id="R6cd9b748f81248dd"/><Relationship Type="http://schemas.openxmlformats.org/officeDocument/2006/relationships/notesMaster" Target="../notesMasters/notesMaster1.xml" Id="Rfeffa8f7bf794f5c"/></Relationships>
</file>

<file path=ppt/copula/notesSlides/_rels/notesSlide17.xml.rels><?xml version='1.0' encoding='UTF-8' standalone='yes'?>
<Relationships xmlns="http://schemas.openxmlformats.org/package/2006/relationships"><Relationship Type="http://schemas.openxmlformats.org/officeDocument/2006/relationships/slide" Target="../../slides/slide117.xml" Id="R563406a7465f486e"/><Relationship Type="http://schemas.openxmlformats.org/officeDocument/2006/relationships/notesMaster" Target="../notesMasters/notesMaster1.xml" Id="R8757b9f50b1d40f6"/></Relationships>
</file>

<file path=ppt/copula/notesSlides/_rels/notesSlide18.xml.rels><?xml version='1.0' encoding='UTF-8' standalone='yes'?>
<Relationships xmlns="http://schemas.openxmlformats.org/package/2006/relationships"><Relationship Type="http://schemas.openxmlformats.org/officeDocument/2006/relationships/slide" Target="../../slides/slide118.xml" Id="Re9867a51579f496d"/><Relationship Type="http://schemas.openxmlformats.org/officeDocument/2006/relationships/notesMaster" Target="../notesMasters/notesMaster1.xml" Id="R2491b776c9a545d5"/></Relationships>
</file>

<file path=ppt/copula/notesSlides/_rels/notesSlide19.xml.rels><?xml version='1.0' encoding='UTF-8' standalone='yes'?>
<Relationships xmlns="http://schemas.openxmlformats.org/package/2006/relationships"><Relationship Type="http://schemas.openxmlformats.org/officeDocument/2006/relationships/slide" Target="../../slides/slide119.xml" Id="Rd9f8a374c79643e4"/><Relationship Type="http://schemas.openxmlformats.org/officeDocument/2006/relationships/notesMaster" Target="../notesMasters/notesMaster1.xml" Id="Rcc2455816c474ce2"/></Relationships>
</file>

<file path=ppt/copula/notesSlides/_rels/notesSlide20.xml.rels><?xml version='1.0' encoding='UTF-8' standalone='yes'?>
<Relationships xmlns="http://schemas.openxmlformats.org/package/2006/relationships"><Relationship Type="http://schemas.openxmlformats.org/officeDocument/2006/relationships/slide" Target="../../slides/slide120.xml" Id="Rc91141a833d6403e"/><Relationship Type="http://schemas.openxmlformats.org/officeDocument/2006/relationships/notesMaster" Target="../notesMasters/notesMaster1.xml" Id="R7e77019d7a7045c9"/></Relationships>
</file>

<file path=ppt/copula/notesSlides/_rels/notesSlide21.xml.rels><?xml version='1.0' encoding='UTF-8' standalone='yes'?>
<Relationships xmlns="http://schemas.openxmlformats.org/package/2006/relationships"><Relationship Type="http://schemas.openxmlformats.org/officeDocument/2006/relationships/slide" Target="../../slides/slide121.xml" Id="R68af67a25f8e40be"/><Relationship Type="http://schemas.openxmlformats.org/officeDocument/2006/relationships/notesMaster" Target="../notesMasters/notesMaster1.xml" Id="R082fdba5434143ef"/></Relationships>
</file>

<file path=ppt/copula/notesSlides/_rels/notesSlide22.xml.rels><?xml version='1.0' encoding='UTF-8' standalone='yes'?>
<Relationships xmlns="http://schemas.openxmlformats.org/package/2006/relationships"><Relationship Type="http://schemas.openxmlformats.org/officeDocument/2006/relationships/slide" Target="../../slides/slide122.xml" Id="Rbed7cb22c6ba4cfa"/><Relationship Type="http://schemas.openxmlformats.org/officeDocument/2006/relationships/notesMaster" Target="../notesMasters/notesMaster1.xml" Id="R3ce2582db1e9491c"/></Relationships>
</file>

<file path=ppt/copula/notesSlides/_rels/notesSlide23.xml.rels><?xml version='1.0' encoding='UTF-8' standalone='yes'?>
<Relationships xmlns="http://schemas.openxmlformats.org/package/2006/relationships"><Relationship Type="http://schemas.openxmlformats.org/officeDocument/2006/relationships/slide" Target="../../slides/slide123.xml" Id="R42e6abf46ee542ea"/><Relationship Type="http://schemas.openxmlformats.org/officeDocument/2006/relationships/notesMaster" Target="../notesMasters/notesMaster1.xml" Id="Rc65f4ed88c284149"/></Relationships>
</file>

<file path=ppt/copula/notesSlides/_rels/notesSlide24.xml.rels><?xml version='1.0' encoding='UTF-8' standalone='yes'?>
<Relationships xmlns="http://schemas.openxmlformats.org/package/2006/relationships"><Relationship Type="http://schemas.openxmlformats.org/officeDocument/2006/relationships/slide" Target="../../slides/slide124.xml" Id="R85ea359c9e764a42"/><Relationship Type="http://schemas.openxmlformats.org/officeDocument/2006/relationships/notesMaster" Target="../notesMasters/notesMaster1.xml" Id="Rbd08e440c2ba4fe1"/></Relationships>
</file>

<file path=ppt/copula/notesSlides/_rels/notesSlide25.xml.rels><?xml version='1.0' encoding='UTF-8' standalone='yes'?>
<Relationships xmlns="http://schemas.openxmlformats.org/package/2006/relationships"><Relationship Type="http://schemas.openxmlformats.org/officeDocument/2006/relationships/slide" Target="../../slides/slide125.xml" Id="Rb9d80dc871134775"/><Relationship Type="http://schemas.openxmlformats.org/officeDocument/2006/relationships/notesMaster" Target="../notesMasters/notesMaster1.xml" Id="R5d76683eaa87441d"/></Relationships>
</file>

<file path=ppt/copula/notesSlides/_rels/notesSlide26.xml.rels><?xml version='1.0' encoding='UTF-8' standalone='yes'?>
<Relationships xmlns="http://schemas.openxmlformats.org/package/2006/relationships"><Relationship Type="http://schemas.openxmlformats.org/officeDocument/2006/relationships/slide" Target="../../slides/slide126.xml" Id="Rde32846a7c5c4ae7"/><Relationship Type="http://schemas.openxmlformats.org/officeDocument/2006/relationships/notesMaster" Target="../notesMasters/notesMaster1.xml" Id="Rd839de0fab4a4fe0"/></Relationships>
</file>

<file path=ppt/copula/notesSlides/_rels/notesSlide27.xml.rels><?xml version='1.0' encoding='UTF-8' standalone='yes'?>
<Relationships xmlns="http://schemas.openxmlformats.org/package/2006/relationships"><Relationship Type="http://schemas.openxmlformats.org/officeDocument/2006/relationships/slide" Target="../../slides/slide127.xml" Id="Rd1c687a211a2490b"/><Relationship Type="http://schemas.openxmlformats.org/officeDocument/2006/relationships/notesMaster" Target="../notesMasters/notesMaster1.xml" Id="R8c2fb14343674482"/></Relationships>
</file>

<file path=ppt/copula/notesSlides/_rels/notesSlide28.xml.rels><?xml version='1.0' encoding='UTF-8' standalone='yes'?>
<Relationships xmlns="http://schemas.openxmlformats.org/package/2006/relationships"><Relationship Type="http://schemas.openxmlformats.org/officeDocument/2006/relationships/slide" Target="../../slides/slide128.xml" Id="R519df0b83b5048e4"/><Relationship Type="http://schemas.openxmlformats.org/officeDocument/2006/relationships/notesMaster" Target="../notesMasters/notesMaster1.xml" Id="Rc564a00807f647f9"/></Relationships>
</file>

<file path=ppt/copula/notesSlides/_rels/notesSlide29.xml.rels><?xml version='1.0' encoding='UTF-8' standalone='yes'?>
<Relationships xmlns="http://schemas.openxmlformats.org/package/2006/relationships"><Relationship Type="http://schemas.openxmlformats.org/officeDocument/2006/relationships/slide" Target="../../slides/slide129.xml" Id="Rf2053e2920574c33"/><Relationship Type="http://schemas.openxmlformats.org/officeDocument/2006/relationships/notesMaster" Target="../notesMasters/notesMaster1.xml" Id="R0d0287704e474b08"/></Relationships>
</file>

<file path=ppt/copula/notesSlides/_rels/notesSlide30.xml.rels><?xml version='1.0' encoding='UTF-8' standalone='yes'?>
<Relationships xmlns="http://schemas.openxmlformats.org/package/2006/relationships"><Relationship Type="http://schemas.openxmlformats.org/officeDocument/2006/relationships/slide" Target="../../slides/slide130.xml" Id="R91213c1424da4a23"/><Relationship Type="http://schemas.openxmlformats.org/officeDocument/2006/relationships/notesMaster" Target="../notesMasters/notesMaster1.xml" Id="R9ef265a740a548e8"/></Relationships>
</file>

<file path=ppt/copula/notesSlides/_rels/notesSlide31.xml.rels><?xml version='1.0' encoding='UTF-8' standalone='yes'?>
<Relationships xmlns="http://schemas.openxmlformats.org/package/2006/relationships"><Relationship Type="http://schemas.openxmlformats.org/officeDocument/2006/relationships/slide" Target="../../slides/slide131.xml" Id="Re52cd9e0ddf2451c"/><Relationship Type="http://schemas.openxmlformats.org/officeDocument/2006/relationships/notesMaster" Target="../notesMasters/notesMaster1.xml" Id="Re7fbce0320134610"/></Relationships>
</file>

<file path=ppt/copula/notesSlides/_rels/notesSlide32.xml.rels><?xml version='1.0' encoding='UTF-8' standalone='yes'?>
<Relationships xmlns="http://schemas.openxmlformats.org/package/2006/relationships"><Relationship Type="http://schemas.openxmlformats.org/officeDocument/2006/relationships/slide" Target="../../slides/slide132.xml" Id="Rf9f597893b3a4caf"/><Relationship Type="http://schemas.openxmlformats.org/officeDocument/2006/relationships/notesMaster" Target="../notesMasters/notesMaster1.xml" Id="R9929c0252dd84a5b"/></Relationships>
</file>

<file path=ppt/copula/notesSlides/_rels/notesSlide33.xml.rels><?xml version='1.0' encoding='UTF-8' standalone='yes'?>
<Relationships xmlns="http://schemas.openxmlformats.org/package/2006/relationships"><Relationship Type="http://schemas.openxmlformats.org/officeDocument/2006/relationships/slide" Target="../../slides/slide133.xml" Id="R7884b523100b4e52"/><Relationship Type="http://schemas.openxmlformats.org/officeDocument/2006/relationships/notesMaster" Target="../notesMasters/notesMaster1.xml" Id="R33f8f312e4424b88"/></Relationships>
</file>

<file path=ppt/copula/notesSlides/_rels/notesSlide34.xml.rels><?xml version='1.0' encoding='UTF-8' standalone='yes'?>
<Relationships xmlns="http://schemas.openxmlformats.org/package/2006/relationships"><Relationship Type="http://schemas.openxmlformats.org/officeDocument/2006/relationships/slide" Target="../../slides/slide134.xml" Id="R5bef3e133ede493d"/><Relationship Type="http://schemas.openxmlformats.org/officeDocument/2006/relationships/notesMaster" Target="../notesMasters/notesMaster1.xml" Id="R98a46db855a746fe"/></Relationships>
</file>

<file path=ppt/copula/notesSlides/_rels/notesSlide35.xml.rels><?xml version='1.0' encoding='UTF-8' standalone='yes'?>
<Relationships xmlns="http://schemas.openxmlformats.org/package/2006/relationships"><Relationship Type="http://schemas.openxmlformats.org/officeDocument/2006/relationships/slide" Target="../../slides/slide135.xml" Id="R7bd666b483ff4f31"/><Relationship Type="http://schemas.openxmlformats.org/officeDocument/2006/relationships/notesMaster" Target="../notesMasters/notesMaster1.xml" Id="R4bdce23694fb4762"/></Relationships>
</file>

<file path=ppt/copula/notesSlides/_rels/notesSlide36.xml.rels><?xml version='1.0' encoding='UTF-8' standalone='yes'?>
<Relationships xmlns="http://schemas.openxmlformats.org/package/2006/relationships"><Relationship Type="http://schemas.openxmlformats.org/officeDocument/2006/relationships/slide" Target="../../slides/slide136.xml" Id="R0926d3e57d4a4301"/><Relationship Type="http://schemas.openxmlformats.org/officeDocument/2006/relationships/notesMaster" Target="../notesMasters/notesMaster1.xml" Id="R2862a2c9b03847c4"/></Relationships>
</file>

<file path=ppt/copula/notesSlides/_rels/notesSlide37.xml.rels><?xml version='1.0' encoding='UTF-8' standalone='yes'?>
<Relationships xmlns="http://schemas.openxmlformats.org/package/2006/relationships"><Relationship Type="http://schemas.openxmlformats.org/officeDocument/2006/relationships/slide" Target="../../slides/slide137.xml" Id="Rc851cac6139c498b"/><Relationship Type="http://schemas.openxmlformats.org/officeDocument/2006/relationships/notesMaster" Target="../notesMasters/notesMaster1.xml" Id="R6bb7d0f71f544267"/></Relationships>
</file>

<file path=ppt/copula/notesSlides/_rels/notesSlide38.xml.rels><?xml version='1.0' encoding='UTF-8' standalone='yes'?>
<Relationships xmlns="http://schemas.openxmlformats.org/package/2006/relationships"><Relationship Type="http://schemas.openxmlformats.org/officeDocument/2006/relationships/slide" Target="../../slides/slide138.xml" Id="R6f9ad87e5aa34941"/><Relationship Type="http://schemas.openxmlformats.org/officeDocument/2006/relationships/notesMaster" Target="../notesMasters/notesMaster1.xml" Id="R7b192f86f2df439d"/></Relationships>
</file>

<file path=ppt/copula/notesSlides/_rels/notesSlide39.xml.rels><?xml version='1.0' encoding='UTF-8' standalone='yes'?>
<Relationships xmlns="http://schemas.openxmlformats.org/package/2006/relationships"><Relationship Type="http://schemas.openxmlformats.org/officeDocument/2006/relationships/slide" Target="../../slides/slide139.xml" Id="Re7d84573708c4561"/><Relationship Type="http://schemas.openxmlformats.org/officeDocument/2006/relationships/notesMaster" Target="../notesMasters/notesMaster1.xml" Id="R88011e6b73a7406d"/></Relationships>
</file>

<file path=ppt/copula/notesSlides/_rels/notesSlide40.xml.rels><?xml version='1.0' encoding='UTF-8' standalone='yes'?>
<Relationships xmlns="http://schemas.openxmlformats.org/package/2006/relationships"><Relationship Type="http://schemas.openxmlformats.org/officeDocument/2006/relationships/slide" Target="../../slides/slide140.xml" Id="R5e26b39aaa5841f9"/><Relationship Type="http://schemas.openxmlformats.org/officeDocument/2006/relationships/notesMaster" Target="../notesMasters/notesMaster1.xml" Id="Re38b62ed9a1740da"/></Relationships>
</file>

<file path=ppt/copula/notesSlides/_rels/notesSlide41.xml.rels><?xml version='1.0' encoding='UTF-8' standalone='yes'?>
<Relationships xmlns="http://schemas.openxmlformats.org/package/2006/relationships"><Relationship Type="http://schemas.openxmlformats.org/officeDocument/2006/relationships/slide" Target="../../slides/slide141.xml" Id="R3ed2804547954e50"/><Relationship Type="http://schemas.openxmlformats.org/officeDocument/2006/relationships/notesMaster" Target="../notesMasters/notesMaster1.xml" Id="R75a9793860224d79"/></Relationships>
</file>

<file path=ppt/copula/notesSlides/_rels/notesSlide42.xml.rels><?xml version='1.0' encoding='UTF-8' standalone='yes'?>
<Relationships xmlns="http://schemas.openxmlformats.org/package/2006/relationships"><Relationship Type="http://schemas.openxmlformats.org/officeDocument/2006/relationships/slide" Target="../../slides/slide142.xml" Id="R9a47a8641f4c45ac"/><Relationship Type="http://schemas.openxmlformats.org/officeDocument/2006/relationships/notesMaster" Target="../notesMasters/notesMaster1.xml" Id="Re2c5371cea1e4dd9"/></Relationships>
</file>

<file path=ppt/copula/notesSlides/_rels/notesSlide43.xml.rels><?xml version='1.0' encoding='UTF-8' standalone='yes'?>
<Relationships xmlns="http://schemas.openxmlformats.org/package/2006/relationships"><Relationship Type="http://schemas.openxmlformats.org/officeDocument/2006/relationships/slide" Target="../../slides/slide143.xml" Id="R6aa9484517b24875"/><Relationship Type="http://schemas.openxmlformats.org/officeDocument/2006/relationships/notesMaster" Target="../notesMasters/notesMaster1.xml" Id="Rae6012a973ee49fa"/></Relationships>
</file>

<file path=ppt/copula/notesSlides/_rels/notesSlide44.xml.rels><?xml version='1.0' encoding='UTF-8' standalone='yes'?>
<Relationships xmlns="http://schemas.openxmlformats.org/package/2006/relationships"><Relationship Type="http://schemas.openxmlformats.org/officeDocument/2006/relationships/slide" Target="../../slides/slide144.xml" Id="Rb8433b19a32a4a2b"/><Relationship Type="http://schemas.openxmlformats.org/officeDocument/2006/relationships/notesMaster" Target="../notesMasters/notesMaster1.xml" Id="R888de76f3cad4141"/></Relationships>
</file>

<file path=ppt/copula/notesSlides/_rels/notesSlide45.xml.rels><?xml version='1.0' encoding='UTF-8' standalone='yes'?>
<Relationships xmlns="http://schemas.openxmlformats.org/package/2006/relationships"><Relationship Type="http://schemas.openxmlformats.org/officeDocument/2006/relationships/slide" Target="../../slides/slide145.xml" Id="R4eee880c98664e1a"/><Relationship Type="http://schemas.openxmlformats.org/officeDocument/2006/relationships/notesMaster" Target="../notesMasters/notesMaster1.xml" Id="R2a930126fff14481"/></Relationships>
</file>

<file path=ppt/copula/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4枚は前回の問題設定をそのまま残しました。そこに書かれた限界の一部は研究上の仮説であり、今回すべてを実証したわけではありません。今回の問いは、残す値を条件にして置換値をどう作るかです。まず身長と体重で考え、仕組みを定義し、実装へ接続します。</a:t>
            </a:r>
          </a:p>
          <a:p xmlns:a="http://schemas.openxmlformats.org/drawingml/2006/main">
            <a:r>
              <a:t/>
            </a:r>
          </a:p>
          <a:p xmlns:a="http://schemas.openxmlformats.org/drawingml/2006/main">
            <a:r>
              <a:t>次ページへのつなぎ：まず、体重だけ分かる人の身長を考える。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下はすべて説明用の架空例です。未知の身長が横軸なので、新しい人の点の位置はまだ決まりません。縦軸70kg付近の帯にいる人を集めることはできます。平均を取るなら点予測、値をランダムに選ぶなら条件付き生成です。近傍法は有効な比較対象です。</a:t>
            </a:r>
          </a:p>
          <a:p xmlns:a="http://schemas.openxmlformats.org/drawingml/2006/main">
            <a:r>
              <a:t/>
            </a:r>
          </a:p>
          <a:p xmlns:a="http://schemas.openxmlformats.org/drawingml/2006/main">
            <a:r>
              <a:t>次ページへのつなぎ：一つの身長ではなく、身長の分布を考える。</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変数のY=70という条件は確率ゼロの事象への通常の割り算ではなく、条件密度や正則条件付き分布で扱います。ここでは70kgを観測した際の身長の分布という直感を優先します。近傍法は近い観測行から、コピュラ法は推定した同時確率モデルから条件付き分布を求めます。コピュラは条件付き生成の唯一の方法ではありません。</a:t>
            </a:r>
          </a:p>
          <a:p xmlns:a="http://schemas.openxmlformats.org/drawingml/2006/main">
            <a:r>
              <a:t/>
            </a:r>
          </a:p>
          <a:p xmlns:a="http://schemas.openxmlformats.org/drawingml/2006/main">
            <a:r>
              <a:t>次ページへのつなぎ：その分布を作るため、値の分布と組合せを分ける。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体重の集合48,57,68,82はどちらの列も同じ。各列の分布だけでは組合せは決まりません。コピュラは列を独立にする操作ではなく、周辺分布と依存構造で元の同時分布を表す仕組みです。</a:t>
            </a:r>
          </a:p>
          <a:p xmlns:a="http://schemas.openxmlformats.org/drawingml/2006/main">
            <a:r>
              <a:t/>
            </a:r>
          </a:p>
          <a:p xmlns:a="http://schemas.openxmlformats.org/drawingml/2006/main">
            <a:r>
              <a:t>次ページへのつなぎ：組合せを単位によらず表すため、各値を確率位置へ変える。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ページの4人とは別の10人の説明用集団です。同じ集団を使って身長と体重の周辺を学びます。今回は70kg以下が7人と仮定しFY(70)=.7。累積確率は70kgそのものの確率ではありません。有限表の経験分布は階段状で、連続一様という理論と区別します。</a:t>
            </a:r>
          </a:p>
          <a:p xmlns:a="http://schemas.openxmlformats.org/drawingml/2006/main">
            <a:r>
              <a:t/>
            </a:r>
          </a:p>
          <a:p xmlns:a="http://schemas.openxmlformats.org/drawingml/2006/main">
            <a:r>
              <a:t>次ページへのつなぎ：一人につき、身長と体重の二つの位置を作る。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人についてU=FX(X),V=FY(Y)を作ります。右の数値は説明用で、前ページ10人と一致する経験分布を全点で定めたものではありません。生の散布図でも依存は見えます。単調変換は順位を保ちますが、距離や形は変えるので一般に同一図ではありません。目的は周辺を共通化し依存を表すことです。</a:t>
            </a:r>
          </a:p>
          <a:p xmlns:a="http://schemas.openxmlformats.org/drawingml/2006/main">
            <a:r>
              <a:t/>
            </a:r>
          </a:p>
          <a:p xmlns:a="http://schemas.openxmlformats.org/drawingml/2006/main">
            <a:r>
              <a:t>次ページへのつなぎ：位置の組の分布を、コピュラという関数で定義する。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定義は各成分がUniform(0,1)である同時CDFです。点の集合自体や相関係数そのものをコピュラとは呼びません。C(.6,.7)は身長位置下位60%かつ体重位置下位70%の確率であり、体重位置ちょうど.7を条件にした確率ではありません。一様周辺でも独立とは限りません。境界条件と独立minの説明は補足へ。</a:t>
            </a:r>
          </a:p>
          <a:p xmlns:a="http://schemas.openxmlformats.org/drawingml/2006/main">
            <a:r>
              <a:t/>
            </a:r>
          </a:p>
          <a:p xmlns:a="http://schemas.openxmlformats.org/drawingml/2006/main">
            <a:r>
              <a:t>次ページへのつなぎ：この定義を元の身長・体重に結びつける。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Sklarの定理。Hは元のjoint CDF。連続周辺ならC一意、離散では周辺CDFの値域に制限した部分しか一意でない。これは分解の存在でありGaussianが真のcopulaという保証ではありません。生成では逆CDFで戻します。一般化逆FX^-1(u)=inf{x:FX(x)≥u}。</a:t>
            </a:r>
          </a:p>
          <a:p xmlns:a="http://schemas.openxmlformats.org/drawingml/2006/main">
            <a:r>
              <a:t/>
            </a:r>
          </a:p>
          <a:p xmlns:a="http://schemas.openxmlformats.org/drawingml/2006/main">
            <a:r>
              <a:t>次ページへのつなぎ：実際に条件付き分布を計算するため、Cのモデルを選ぶ。</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copulaは周辺CDFと逆標準正規CDFにより潜在Zを作り、多変量正規N(0,R)を仮定します。元のX,Yが正規という仮定ではない。正規化は依存をGaussianに変える保証ではなく、Gaussian copulaの仮定を置いて近似する。条件式が解析的に求まるのが選択理由。U型や非対称裾等に万能でない。</a:t>
            </a:r>
          </a:p>
          <a:p xmlns:a="http://schemas.openxmlformats.org/drawingml/2006/main">
            <a:r>
              <a:t/>
            </a:r>
          </a:p>
          <a:p xmlns:a="http://schemas.openxmlformats.org/drawingml/2006/main">
            <a:r>
              <a:t>次ページへのつなぎ：まず、訓練データから周辺分布と相関Rを学ぶ。</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fitはラベルなし訓練データのみを使い、テストから推定しません。各列をソートし平均順位(r−.5)/nで位置を近似し端点を避ける。Φ^-1で変換しcorrcoefでRを推定。実装は.05identity shrinkageとjitterを入れる。ここでρ=.6は説明用で、実データの推定値ではありません。</a:t>
            </a:r>
          </a:p>
          <a:p xmlns:a="http://schemas.openxmlformats.org/drawingml/2006/main">
            <a:r>
              <a:t/>
            </a:r>
          </a:p>
          <a:p xmlns:a="http://schemas.openxmlformats.org/drawingml/2006/main">
            <a:r>
              <a:t>次ページへのつなぎ：学習したモデルに、観測した70kgという条件を入れる。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一貫した説明例ではFY(70)=.7,zY=Φ^-1(.7)=.5244005、ρ=.6。条件Zx|Zy=zY~N(.3146403,.64)、標準偏差.8。ρ=1退化などは除く。数式は入力条件により平均が変わり、未知部分の不確実さは分散で残ることを表す。</a:t>
            </a:r>
          </a:p>
          <a:p xmlns:a="http://schemas.openxmlformats.org/drawingml/2006/main">
            <a:r>
              <a:t/>
            </a:r>
          </a:p>
          <a:p xmlns:a="http://schemas.openxmlformats.org/drawingml/2006/main">
            <a:r>
              <a:t>次ページへのつなぎ：この身長の分布から値を一つ引き、cmに戻す。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ε~N(0,1)を引きzX=.315+.8ε、u=Φ(zX)、x=FX^-1(u)。このスライドは3回の説明用の乱数であり等確率3択ではありません。身長の周辺は説明用N(170,10²)と仮定し、x=170+10zX。ε=-1,0,1で165.15,173.15,181.15。経験周辺は実装linear quantileで戻す。70kgへのPITは前10人例、身長は説明用正規で、実測を主張しない。</a:t>
            </a:r>
          </a:p>
          <a:p xmlns:a="http://schemas.openxmlformats.org/drawingml/2006/main">
            <a:r>
              <a:t/>
            </a:r>
          </a:p>
          <a:p xmlns:a="http://schemas.openxmlformats.org/drawingml/2006/main">
            <a:r>
              <a:t>次ページへのつなぎ：同じ操作を、VIMEで置換する特徴に適用する。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欠損補完は未知の値を埋める目的、本研究は学習用拡張のため意図的にmaskした値を置き換える目的です。置換対象Mと観測列O。P(XM|XO)から同時生成。VIMEのmask/reconstructionとconsistency枠組みは同じ、corruptorだけ変更。自然な組合せが分類ラベルを保持するとは限らない。</a:t>
            </a:r>
          </a:p>
          <a:p xmlns:a="http://schemas.openxmlformats.org/drawingml/2006/main">
            <a:r>
              <a:t/>
            </a:r>
          </a:p>
          <a:p xmlns:a="http://schemas.openxmlformats.org/drawingml/2006/main">
            <a:r>
              <a:t>次ページへのつなぎ：まず、置換後に特徴の関係が保たれるかを確認する。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合成2500行、Z2=.8Z1+.6ε、第一列固定、第二列全mask、seed20261004、生成rng314159。fitと生成は同じデータで汎化性能実験ではない。表示先頭180行、相関全2500。潜在相関shrink.05によりcopulaの関係が少し弱まる。Gaussianの仮定に合う例で、非Gaussian性能やクラス保持を証明しない。</a:t>
            </a:r>
          </a:p>
          <a:p xmlns:a="http://schemas.openxmlformats.org/drawingml/2006/main">
            <a:r>
              <a:t/>
            </a:r>
          </a:p>
          <a:p xmlns:a="http://schemas.openxmlformats.org/drawingml/2006/main">
            <a:r>
              <a:t>次ページへのつなぎ：次は、同じVIME条件で分類への効果を比較する。</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前版で実行済みの2026/10/4の実測結果で再実験ではありません。共通PyTorchVIME、80/20stratified split、label30%train、4x32MLP、self15epochs semi300iterations、batch64mask.4CPU、seed11,23,37,51,67。各2手法は同一環境で置換器のみ変更。原論文実験環境の完全再現ではありません。ROC AUC主指標二値positive、多クラスmacroOVR。95%CIはpaired seed差のbootstrap、両0含む。5回重複holdoutの探索比較。</a:t>
            </a:r>
          </a:p>
          <a:p xmlns:a="http://schemas.openxmlformats.org/drawingml/2006/main">
            <a:r>
              <a:t/>
            </a:r>
          </a:p>
          <a:p xmlns:a="http://schemas.openxmlformats.org/drawingml/2006/main">
            <a:r>
              <a:t>次ページへのつなぎ：最後に、確認できたことと今後の研究課題を整理する。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本編の到達点です。近傍法から始めて条件付き分布という目的を示し、周辺と依存を分けるコピュラ、Gaussianによる実装へ進みました。研究課題は生成品質、元行からの変更量、class preservation、下流分類performanceを分けて評価すること。近傍によるjoint row resamplingも対照に含める。次ページから補足なので通常発表ではここで終える。</a:t>
            </a:r>
          </a:p>
          <a:p xmlns:a="http://schemas.openxmlformats.org/drawingml/2006/main">
            <a:r>
              <a:t/>
            </a:r>
          </a:p>
          <a:p xmlns:a="http://schemas.openxmlformats.org/drawingml/2006/main">
            <a:r>
              <a:t>次ページへのつなぎ：ここで本編終了。質問に応じて補足の定義・種類・実験条件へ進む。</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Vは0から1なのでV≤1は必ず成立します。そのためU≤uかつV≤1はU≤uと同じ事象です。さらにUが一様分布なのでP(U≤u)=uです。ここには独立という仮定は不要です。C(1,v)=vも同じです。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の定義P(A∩B)=P(A)P(B)を使います。1000人という例は期待される割合の説明であり有限標本で必ずこの人数になるという保証ではありません。身長が80%範囲の800人でも体重下位50%の割合が50%のままなので約400人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位置というのは身長cmと体重kgの数値が等しいことではありません。一つの位置Uに両方のしきい値を課すので厳しい方が残ります。U≤.8かつU≤.5はU≤.5です。一様性により確率.5。連続的な完全同方向依存は対角線に集中し通常の二次元密度を持ち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優れているかは真の依存構造、次元、標本数、目的、推定の安定性に依存します。この表は適する可能性のある条件です。全種類の完全な列挙ではありません。Archimedeanという共通枠組みの家族としてClayton Gumbel Frank Joeがあり、Vineは異なる家族を組み合わせる構成法です。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a:p xmlns:a="http://schemas.openxmlformats.org/drawingml/2006/main">
            <a:r>
              <a:t>https://doi.org/10.1111/j.1751-5823.2005.tb00254.x</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潜在空間条件付きサンプリングは広い概念です。Gaussian copulaでは周辺CDFとΦ^-1による明示的変換を使い、Zの正規同時分布を仮定します。ニューラルencoderの学習表現を条件付き生成する手法は、一般に周辺が一様である制約やSklar分解を持ちません。両者は排他的ではなく、encoder潜在にcopulaを適用する設計も可能ですが現在実装してい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ソースはresearch-bench/scripts/quick_compare.pyとresults/repeated_compare.jsonです。列シャッフル版とGaussian版は同じVIME再実装内です。共通データ分割、ラベル比率、前処理、モデル、学習予算、初期seedを使う。方法ごとの乱数消費が違うので全学習過程で同じマスクを使うとまでは言いません。nviews3、λconsistency1、復元重み2、mask.4。テストはモデル選択に用いてい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_compare.jsonの保存結果です。差は同じseedに対応付けて計算した平均。95%CIはseed差のbootstrap。わずか5組の探索的比較で、繰り返しholdoutの訓練テストは重なり得る。95%CIには0が入り、改善実証や統計的優位を主張できません。wineは標準偏差が大きい。保存結果を今回再実行した結果と混同し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2→[0,1]。境界条件と2-increasingでCDFを特徴付けます。矩形の確率の包含排除です。高次元では各直方体のCの交代和が非負というd-increasingに一般化します。これが単なる好きな曲線と確率分布を区別する条件です。</a:t>
            </a:r>
          </a:p>
          <a:p xmlns:a="http://schemas.openxmlformats.org/drawingml/2006/main">
            <a:r>
              <a:t/>
            </a:r>
          </a:p>
          <a:p xmlns:a="http://schemas.openxmlformats.org/drawingml/2006/main">
            <a:r>
              <a:t>出典・根拠</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FXが連続で狭義増加なら通常の逆関数で導出できます。単に連続の場合も一般化逆関数で定理成立。離散型ではPITは連続一様ではなく飛びがあります。ランダム化PIT U=F(X−)+W(F(X)−F(X−))などもあるが順序閾値潜在モデル等との目的違いに注意。実装の平均順位は一様性の近似で同値問題を完全解決するわけではありません。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十分な絶対連続性と微分可能性を仮定します。c=∂²C/∂u∂v。連鎖律からjoint densityを得ます。fX(x)&gt;0で割ると条件密度。Vの条件CDFは∂C(u,v)/∂u、U=uに条件付ける意味は正則条件付き分布を使います。V=U等の特異コピュラに通常の密度はありません。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の周辺は標準正規、相関行列は対角1で正定値（退化の場合半正定値）。多変量正規CDFで同時確率を計算します。パラメータRはd(d−1)/2個で、データが少なくdが大きければ正則化が必要です。Gaussianは変換後のPearsonでRを推定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をMとOの順へ並べるとブロック相関行列[[RMM,RMO],[ROM,ROO]]。ROO可逆を仮定。条件平均と共分散で一緒に引く。実装は逆行列を明示計算せずsolveを使い、正則化してCholeskyを取る。観測値が標準0でない場合にも式は平均0のjointモデルに対する条件式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コードcorruption.pyを根拠に記載。平均順位(r−.5)/n、クリップ1e−6、R=.95R+.05I、固有値min jitter1e−6。条件計算ではROO+jitterIをsolve、cov symmetric+jitter。端点クリップと線形分位点補間のため、厳密に理論的経験周辺を完全保存するとは言わない。マスク推定actualmask=x≠corruptedなので同値置換の場合実際マスク率が変わります。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νは1変量tCDF、tν,Rは多変量tCDF。自由度νとRを使う。λU=λL=2tν+1(−√((ν+1)(1−ρ)/(1+ρ)))。ν大でGaussianに近づく。ρ=0でも有限νでは共有スケールにより一般に独立ではない。周辺がtでないデータにもtコピュラを組み合わせられる。条件付きlatent tは自由度等が条件で変化するのでGaussian samplerを単に差し替えれば済む訳ではありません。</a:t>
            </a:r>
          </a:p>
          <a:p xmlns:a="http://schemas.openxmlformats.org/drawingml/2006/main">
            <a:r>
              <a:t/>
            </a:r>
          </a:p>
          <a:p xmlns:a="http://schemas.openxmlformats.org/drawingml/2006/main">
            <a:r>
              <a:t>出典・根拠</a:t>
            </a:r>
          </a:p>
          <a:p xmlns:a="http://schemas.openxmlformats.org/drawingml/2006/main">
            <a:r>
              <a:t>https://doi.org/10.1111/j.1751-5823.2005.tb00254.x</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θ&gt;0の通常の正依存の場合に限定しています。二変量では負θも許す範囲があるがd次元では制約が変わります。λL=2^-1/θ、λU=0。θ→0で独立。θ高で強い同方向依存。上側の極端共発生には通常形は向かず180°回転で上側に変更で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Gumbelθ≥1、θ=1で独立、λU=2−2^(1/θ)、λL=0。Joe同じθ≥1と裾係数ですが内部の依存形が異なり同一copulaではありません。Joe C=1−[(1−u)^θ+(1−v)^θ−(1−u)^θ(1−v)^θ]^(1/θ)。単一パラメータ交換可能多変量の制限あり。</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変量θ∈R{0}で正負の依存を扱いθ→0で独立。高次元で負thetaの一般化は制約があるため表の正負は二変量に限定。裾依存0でも有限の確率域で依存がないという意味ではありません。Gaussianとは別の依存形です。数式の括弧と分子をノートで読む。</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180°survival C=u+v−1+C(1−u,1−v)は上下の裾を交換。90/270で負依存のコーナーを扱います。Vineは条件付き2変量コピュラの積で多変量密度構成。simplifying assumptionは条件値によらず条件付きcopula一定であり条件付き独立ではない。経験/経験betaなどは柔軟だが高次元で条件付き推定が難しくなる。</a:t>
            </a:r>
          </a:p>
          <a:p xmlns:a="http://schemas.openxmlformats.org/drawingml/2006/main">
            <a:r>
              <a:t/>
            </a:r>
          </a:p>
          <a:p xmlns:a="http://schemas.openxmlformats.org/drawingml/2006/main">
            <a:r>
              <a:t>出典・根拠</a:t>
            </a:r>
          </a:p>
          <a:p xmlns:a="http://schemas.openxmlformats.org/drawingml/2006/main">
            <a:r>
              <a:t>https://www.annualreviews.org/content/journals/10.1146/annurev-statistics-040220-101153</a:t>
            </a:r>
          </a:p>
          <a:p xmlns:a="http://schemas.openxmlformats.org/drawingml/2006/main">
            <a:r>
              <a:t>https://arxiv.org/abs/1607.04430</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評価1〜5や低中高は順序カテゴリです。満足度5−4と2−1に同じ間隔を仮定できるとは限りません。名義変数は順番なし、連続変数は差に意味がある。順序Gaussian copulaは潜在連続Zを閾値で区切って観測カテゴリに対応させます。カテゴリを単なる連続順位として補間すると2.7など不適切な値が生じるため現在実装の対象外です。</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Value Imputation for Mixed Data via Gaussian Copula。混合型と欠損が現実の課題。各列の型を無視した一律距離や線形仮定への代わりに潜在Gaussian。順序値はZの区間、連続値は変換されたZ点。EMでRと条件期待を推定し逆変換。実験は合成/実データ、欠損補完誤差（連続NRMSE、順序MAE等条件に応じ）を比較。分類用拡張の優位を示す論文ではなく、本研究には型の扱いと条件分布設計が接続する。数値を未検証に引用せず、詳細実験は原論文参照。</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Explaining individual predictions when features are dependent: More accurate approximations to Shapley values。KernelSHAP型の無条件周辺からの抽出は、残した特徴との依存を無視して不自然な入力を作り得る。論文はGaussian、Gaussian copula、empirical、hybrid conditional approximations。シミュレーションで基準Shapley値からのMAEと不自然入力を分析。銀行実データ28特徴ではhybridの使用。Gaussian copulaが常に勝つとは報告しない。本研究はP(XM|XO)を使う同じ生成問題に接続、目的は説明でなく学習拡張なので評価を改めて行う。</a:t>
            </a:r>
          </a:p>
          <a:p xmlns:a="http://schemas.openxmlformats.org/drawingml/2006/main">
            <a:r>
              <a:t/>
            </a:r>
          </a:p>
          <a:p xmlns:a="http://schemas.openxmlformats.org/drawingml/2006/main">
            <a:r>
              <a:t>出典・根拠</a:t>
            </a:r>
          </a:p>
          <a:p xmlns:a="http://schemas.openxmlformats.org/drawingml/2006/main">
            <a:r>
              <a:t>https://martinjullum.com/publication/aas-2021-explaining/aas-2021-explaining.pdf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Cui et al.2024は対照学習、擬似ラベルとクラス内corruption、特徴相関ベースmaskなど。公式コードの比較はrand_featsマスクなので完全な提案設定の再現とは言わない。今回のVIMEとの比較では目的関数などが異なるためcopula効果の因果分離はできません。単独の置換器比較はVIME2版を優先します。確認バイアスを本論文が不可逆と実証したとの断定は避けます。</a:t>
            </a:r>
          </a:p>
          <a:p xmlns:a="http://schemas.openxmlformats.org/drawingml/2006/main">
            <a:r>
              <a:t/>
            </a:r>
          </a:p>
          <a:p xmlns:a="http://schemas.openxmlformats.org/drawingml/2006/main">
            <a:r>
              <a:t>出典・根拠</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主指標macroROC AUC OVRは多クラスで各クラスvs残りAUCの単純平均。二値は陽性クラスのAUC（両クラス対称では同じ）。balanced accuracyは各クラスrecallの平均、macroF1は各クラスF1の平均、accuracyは全体正解率。テスト20%でwine36件と小さく不安定。5 seedsは独立サンプル5個とは異なる再分割。少標本CI過信しない。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データと分割・幅とepoch予算は合わせるがself-supervised objective、optimizer、pseudo-label bootstrap等は異なる。論文全設定の再現ではない。VIME vs copulaの2行差からのみ置換器変更の効果を検討し、第三法の勝敗はアルゴリズム一式の小規模参考比較です。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各答えは研究者の設計意図か確立した数学的事実かを分けます。なぜGaussian=まず安定し扱いやすいconditional、なぜコピーでなく生成=observed valuesに連続調整し多様性を出せるが既知制約保証はない、なぜラベルなし=依存の推定にラベルは要らないがlabel invarianceとは別、なぜ性能不確定=小規模結果と仮定・強度が未検証。</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qは確率位置のしきい値。上下で極限をとる方向が異なる。λL=limq→0 C(q,q)/q、λU=limq→1 (1−2q+C(q,q))/(1−q)。Gaussianの非退化ρ∈(−1,1)は両方0、完全同方向ρ=1は1。有限qでは依存がある場合がある。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実装：自己教師ありL=BCE(mask_hat,actualmask)+2MSE(x_hat,x)。actualmask=(x!=x_corrupted)。エンコーダは前学習後freeze、予測器をラベルありCEとラベルなし拡張3viewのlogit分散の一貫性で学習。λconsistency1。原論文はマスク推定復元と半教師ありregularizationの枠組みを提案、現在のPyTorch版の実装選択とは区別。ソースvime_torch.py。</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実際のCorruptor APIは__call__です。GaussianCopulaCorruptor().fit(x_u)後にcopula(x,mask,rng)。VIMEClassifierはpretrain内部でfitを呼びます。maskはTrueの列を置換。実験run_experiment.pyとrun_toy.pyから実行。ここはコード概念でなく現在APIに対応した抜粋。ラベルなし訓練のみfit、テスト禁止。</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スライドのノートには対応する原資料URLまたはローカル実装を記載しています。このスライドは主要出典の一覧です。公式文書・原論文中心。データや数学の説明例は説明用で、引用結果と区別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a:p xmlns:a="http://schemas.openxmlformats.org/drawingml/2006/main">
            <a:r>
              <a:t>https://doi.org/10.1111/j.1751-5823.2005.tb00254.x</a:t>
            </a:r>
          </a:p>
          <a:p xmlns:a="http://schemas.openxmlformats.org/drawingml/2006/main">
            <a:r>
              <a:t>https://www.annualreviews.org/content/journals/10.1146/annurev-statistics-040220-101153</a:t>
            </a:r>
          </a:p>
          <a:p xmlns:a="http://schemas.openxmlformats.org/drawingml/2006/main">
            <a:r>
              <a:t>https://arxiv.org/abs/1910.12845</a:t>
            </a:r>
          </a:p>
          <a:p xmlns:a="http://schemas.openxmlformats.org/drawingml/2006/main">
            <a:r>
              <a:t>https://martinjullum.com/publication/aas-2021-explaining/aas-2021-explaining.pdf</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copula/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copula/slideLayouts/_rels/slideLayout1.xml.rels><?xml version='1.0' encoding='UTF-8' standalone='yes'?>
<Relationships xmlns="http://schemas.openxmlformats.org/package/2006/relationships"><Relationship Type="http://schemas.openxmlformats.org/officeDocument/2006/relationships/slideMaster" Target="../slideMasters/slideMaster1.xml" Id="R6d18678d6c534bec"/></Relationships>
</file>

<file path=ppt/copula/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copula/slideMasters/_rels/slideMaster1.xml.rels><?xml version='1.0' encoding='UTF-8' standalone='yes'?>
<Relationships xmlns="http://schemas.openxmlformats.org/package/2006/relationships"><Relationship Type="http://schemas.openxmlformats.org/officeDocument/2006/relationships/theme" Target="theme/theme2.xml" Id="Raced1e3ab0b94047"/><Relationship Type="http://schemas.openxmlformats.org/officeDocument/2006/relationships/slideLayout" Target="../slideLayouts/slideLayout1.xml" Id="Rabd8cb0a64454f30"/></Relationships>
</file>

<file path=ppt/copula/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d8cb0a64454f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copula/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copula/slides/charts/chart1.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Lit>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Lit>
          </c:xVal>
          <c:yVal>
            <c:numLit>
              <c:formatCode>0.0</c:formatCode>
              <c:ptCount val="180"/>
              <c:pt idx="0">
                <c:v>-0.210561</c:v>
              </c:pt>
              <c:pt idx="1">
                <c:v>-1.713056</c:v>
              </c:pt>
              <c:pt idx="2">
                <c:v>-0.624863</c:v>
              </c:pt>
              <c:pt idx="3">
                <c:v>0.700037</c:v>
              </c:pt>
              <c:pt idx="4">
                <c:v>-1.269596</c:v>
              </c:pt>
              <c:pt idx="5">
                <c:v>-0.01204</c:v>
              </c:pt>
              <c:pt idx="6">
                <c:v>0.133132</c:v>
              </c:pt>
              <c:pt idx="7">
                <c:v>0.437726</c:v>
              </c:pt>
              <c:pt idx="8">
                <c:v>2.036789</c:v>
              </c:pt>
              <c:pt idx="9">
                <c:v>-1.370433</c:v>
              </c:pt>
              <c:pt idx="10">
                <c:v>0.065495</c:v>
              </c:pt>
              <c:pt idx="11">
                <c:v>-0.862793</c:v>
              </c:pt>
              <c:pt idx="12">
                <c:v>1.453965</c:v>
              </c:pt>
              <c:pt idx="13">
                <c:v>1.306129</c:v>
              </c:pt>
              <c:pt idx="14">
                <c:v>-0.123963</c:v>
              </c:pt>
              <c:pt idx="15">
                <c:v>0.455768</c:v>
              </c:pt>
              <c:pt idx="16">
                <c:v>-1.035617</c:v>
              </c:pt>
              <c:pt idx="17">
                <c:v>-1.663404</c:v>
              </c:pt>
              <c:pt idx="18">
                <c:v>-2.516123</c:v>
              </c:pt>
              <c:pt idx="19">
                <c:v>0.694111</c:v>
              </c:pt>
              <c:pt idx="20">
                <c:v>-0.654308</c:v>
              </c:pt>
              <c:pt idx="21">
                <c:v>-0.218106</c:v>
              </c:pt>
              <c:pt idx="22">
                <c:v>-0.531666</c:v>
              </c:pt>
              <c:pt idx="23">
                <c:v>0.032668</c:v>
              </c:pt>
              <c:pt idx="24">
                <c:v>-0.025947</c:v>
              </c:pt>
              <c:pt idx="25">
                <c:v>-0.241011</c:v>
              </c:pt>
              <c:pt idx="26">
                <c:v>-1.10778</c:v>
              </c:pt>
              <c:pt idx="27">
                <c:v>0.288077</c:v>
              </c:pt>
              <c:pt idx="28">
                <c:v>-0.83871</c:v>
              </c:pt>
              <c:pt idx="29">
                <c:v>-0.29658</c:v>
              </c:pt>
              <c:pt idx="30">
                <c:v>-1.458526</c:v>
              </c:pt>
              <c:pt idx="31">
                <c:v>0.146215</c:v>
              </c:pt>
              <c:pt idx="32">
                <c:v>1.253883</c:v>
              </c:pt>
              <c:pt idx="33">
                <c:v>0.922958</c:v>
              </c:pt>
              <c:pt idx="34">
                <c:v>0.472563</c:v>
              </c:pt>
              <c:pt idx="35">
                <c:v>0.443993</c:v>
              </c:pt>
              <c:pt idx="36">
                <c:v>1.836666</c:v>
              </c:pt>
              <c:pt idx="37">
                <c:v>1.998814</c:v>
              </c:pt>
              <c:pt idx="38">
                <c:v>0.303016</c:v>
              </c:pt>
              <c:pt idx="39">
                <c:v>0.288125</c:v>
              </c:pt>
              <c:pt idx="40">
                <c:v>1.093635</c:v>
              </c:pt>
              <c:pt idx="41">
                <c:v>-0.619421</c:v>
              </c:pt>
              <c:pt idx="42">
                <c:v>-0.775727</c:v>
              </c:pt>
              <c:pt idx="43">
                <c:v>0.636762</c:v>
              </c:pt>
              <c:pt idx="44">
                <c:v>1.984869</c:v>
              </c:pt>
              <c:pt idx="45">
                <c:v>-0.50276</c:v>
              </c:pt>
              <c:pt idx="46">
                <c:v>0.473785</c:v>
              </c:pt>
              <c:pt idx="47">
                <c:v>-0.181957</c:v>
              </c:pt>
              <c:pt idx="48">
                <c:v>0.117176</c:v>
              </c:pt>
              <c:pt idx="49">
                <c:v>-0.104379</c:v>
              </c:pt>
              <c:pt idx="50">
                <c:v>-0.28131</c:v>
              </c:pt>
              <c:pt idx="51">
                <c:v>-1.22926</c:v>
              </c:pt>
              <c:pt idx="52">
                <c:v>0.787163</c:v>
              </c:pt>
              <c:pt idx="53">
                <c:v>-0.505629</c:v>
              </c:pt>
              <c:pt idx="54">
                <c:v>-1.456005</c:v>
              </c:pt>
              <c:pt idx="55">
                <c:v>0.038035</c:v>
              </c:pt>
              <c:pt idx="56">
                <c:v>-0.165187</c:v>
              </c:pt>
              <c:pt idx="57">
                <c:v>0.787543</c:v>
              </c:pt>
              <c:pt idx="58">
                <c:v>0.237884</c:v>
              </c:pt>
              <c:pt idx="59">
                <c:v>0.389573</c:v>
              </c:pt>
              <c:pt idx="60">
                <c:v>-0.416826</c:v>
              </c:pt>
              <c:pt idx="61">
                <c:v>0.19116</c:v>
              </c:pt>
              <c:pt idx="62">
                <c:v>-0.817319</c:v>
              </c:pt>
              <c:pt idx="63">
                <c:v>-1.305464</c:v>
              </c:pt>
              <c:pt idx="64">
                <c:v>1.361396</c:v>
              </c:pt>
              <c:pt idx="65">
                <c:v>0.520453</c:v>
              </c:pt>
              <c:pt idx="66">
                <c:v>-1.615519</c:v>
              </c:pt>
              <c:pt idx="67">
                <c:v>0.546359</c:v>
              </c:pt>
              <c:pt idx="68">
                <c:v>-1.656757</c:v>
              </c:pt>
              <c:pt idx="69">
                <c:v>-0.84341</c:v>
              </c:pt>
              <c:pt idx="70">
                <c:v>2.091688</c:v>
              </c:pt>
              <c:pt idx="71">
                <c:v>-0.222123</c:v>
              </c:pt>
              <c:pt idx="72">
                <c:v>0.614768</c:v>
              </c:pt>
              <c:pt idx="73">
                <c:v>0.863907</c:v>
              </c:pt>
              <c:pt idx="74">
                <c:v>-1.740884</c:v>
              </c:pt>
              <c:pt idx="75">
                <c:v>0.313218</c:v>
              </c:pt>
              <c:pt idx="76">
                <c:v>0.534711</c:v>
              </c:pt>
              <c:pt idx="77">
                <c:v>-1.480492</c:v>
              </c:pt>
              <c:pt idx="78">
                <c:v>-0.385907</c:v>
              </c:pt>
              <c:pt idx="79">
                <c:v>0.11407</c:v>
              </c:pt>
              <c:pt idx="80">
                <c:v>0.895041</c:v>
              </c:pt>
              <c:pt idx="81">
                <c:v>0.489411</c:v>
              </c:pt>
              <c:pt idx="82">
                <c:v>-0.73591</c:v>
              </c:pt>
              <c:pt idx="83">
                <c:v>0.233848</c:v>
              </c:pt>
              <c:pt idx="84">
                <c:v>0.408122</c:v>
              </c:pt>
              <c:pt idx="85">
                <c:v>-0.765441</c:v>
              </c:pt>
              <c:pt idx="86">
                <c:v>-1.570768</c:v>
              </c:pt>
              <c:pt idx="87">
                <c:v>0.357895</c:v>
              </c:pt>
              <c:pt idx="88">
                <c:v>0.909</c:v>
              </c:pt>
              <c:pt idx="89">
                <c:v>0.201396</c:v>
              </c:pt>
              <c:pt idx="90">
                <c:v>-0.070873</c:v>
              </c:pt>
              <c:pt idx="91">
                <c:v>1.546291</c:v>
              </c:pt>
              <c:pt idx="92">
                <c:v>1.296057</c:v>
              </c:pt>
              <c:pt idx="93">
                <c:v>0.615141</c:v>
              </c:pt>
              <c:pt idx="94">
                <c:v>-0.91846</c:v>
              </c:pt>
              <c:pt idx="95">
                <c:v>-0.719518</c:v>
              </c:pt>
              <c:pt idx="96">
                <c:v>-1.240074</c:v>
              </c:pt>
              <c:pt idx="97">
                <c:v>-0.694365</c:v>
              </c:pt>
              <c:pt idx="98">
                <c:v>0.476725</c:v>
              </c:pt>
              <c:pt idx="99">
                <c:v>0.348572</c:v>
              </c:pt>
              <c:pt idx="100">
                <c:v>-1.226755</c:v>
              </c:pt>
              <c:pt idx="101">
                <c:v>1.091137</c:v>
              </c:pt>
              <c:pt idx="102">
                <c:v>1.043307</c:v>
              </c:pt>
              <c:pt idx="103">
                <c:v>2.326211</c:v>
              </c:pt>
              <c:pt idx="104">
                <c:v>-0.718224</c:v>
              </c:pt>
              <c:pt idx="105">
                <c:v>0.611381</c:v>
              </c:pt>
              <c:pt idx="106">
                <c:v>2.069503</c:v>
              </c:pt>
              <c:pt idx="107">
                <c:v>0.357352</c:v>
              </c:pt>
              <c:pt idx="108">
                <c:v>1.278387</c:v>
              </c:pt>
              <c:pt idx="109">
                <c:v>0.334709</c:v>
              </c:pt>
              <c:pt idx="110">
                <c:v>-0.242152</c:v>
              </c:pt>
              <c:pt idx="111">
                <c:v>-1.047942</c:v>
              </c:pt>
              <c:pt idx="112">
                <c:v>0.074507</c:v>
              </c:pt>
              <c:pt idx="113">
                <c:v>-0.218564</c:v>
              </c:pt>
              <c:pt idx="114">
                <c:v>-1.560617</c:v>
              </c:pt>
              <c:pt idx="115">
                <c:v>-0.309118</c:v>
              </c:pt>
              <c:pt idx="116">
                <c:v>-1.057372</c:v>
              </c:pt>
              <c:pt idx="117">
                <c:v>-0.653348</c:v>
              </c:pt>
              <c:pt idx="118">
                <c:v>-0.49068</c:v>
              </c:pt>
              <c:pt idx="119">
                <c:v>0.998924</c:v>
              </c:pt>
              <c:pt idx="120">
                <c:v>1.025902</c:v>
              </c:pt>
              <c:pt idx="121">
                <c:v>0.157022</c:v>
              </c:pt>
              <c:pt idx="122">
                <c:v>-0.974692</c:v>
              </c:pt>
              <c:pt idx="123">
                <c:v>0.630976</c:v>
              </c:pt>
              <c:pt idx="124">
                <c:v>-1.414051</c:v>
              </c:pt>
              <c:pt idx="125">
                <c:v>-0.57502</c:v>
              </c:pt>
              <c:pt idx="126">
                <c:v>-0.540014</c:v>
              </c:pt>
              <c:pt idx="127">
                <c:v>0.64459</c:v>
              </c:pt>
              <c:pt idx="128">
                <c:v>-0.653106</c:v>
              </c:pt>
              <c:pt idx="129">
                <c:v>0.347963</c:v>
              </c:pt>
              <c:pt idx="130">
                <c:v>0.060361</c:v>
              </c:pt>
              <c:pt idx="131">
                <c:v>-0.342071</c:v>
              </c:pt>
              <c:pt idx="132">
                <c:v>-0.396855</c:v>
              </c:pt>
              <c:pt idx="133">
                <c:v>-0.751027</c:v>
              </c:pt>
              <c:pt idx="134">
                <c:v>0.279652</c:v>
              </c:pt>
              <c:pt idx="135">
                <c:v>0.249541</c:v>
              </c:pt>
              <c:pt idx="136">
                <c:v>1.452706</c:v>
              </c:pt>
              <c:pt idx="137">
                <c:v>0.772859</c:v>
              </c:pt>
              <c:pt idx="138">
                <c:v>0.495658</c:v>
              </c:pt>
              <c:pt idx="139">
                <c:v>0.347161</c:v>
              </c:pt>
              <c:pt idx="140">
                <c:v>0.37272</c:v>
              </c:pt>
              <c:pt idx="141">
                <c:v>2.16919</c:v>
              </c:pt>
              <c:pt idx="142">
                <c:v>1.594857</c:v>
              </c:pt>
              <c:pt idx="143">
                <c:v>1.235467</c:v>
              </c:pt>
              <c:pt idx="144">
                <c:v>0.486987</c:v>
              </c:pt>
              <c:pt idx="145">
                <c:v>-0.633328</c:v>
              </c:pt>
              <c:pt idx="146">
                <c:v>-1.143939</c:v>
              </c:pt>
              <c:pt idx="147">
                <c:v>1.387433</c:v>
              </c:pt>
              <c:pt idx="148">
                <c:v>-0.787109</c:v>
              </c:pt>
              <c:pt idx="149">
                <c:v>-0.53829</c:v>
              </c:pt>
              <c:pt idx="150">
                <c:v>0.722009</c:v>
              </c:pt>
              <c:pt idx="151">
                <c:v>-1.361264</c:v>
              </c:pt>
              <c:pt idx="152">
                <c:v>0.494698</c:v>
              </c:pt>
              <c:pt idx="153">
                <c:v>2.162272</c:v>
              </c:pt>
              <c:pt idx="154">
                <c:v>-0.287687</c:v>
              </c:pt>
              <c:pt idx="155">
                <c:v>0.795013</c:v>
              </c:pt>
              <c:pt idx="156">
                <c:v>-1.174578</c:v>
              </c:pt>
              <c:pt idx="157">
                <c:v>0.969031</c:v>
              </c:pt>
              <c:pt idx="158">
                <c:v>0.602076</c:v>
              </c:pt>
              <c:pt idx="159">
                <c:v>0.138562</c:v>
              </c:pt>
              <c:pt idx="160">
                <c:v>0.10879</c:v>
              </c:pt>
              <c:pt idx="161">
                <c:v>-0.112019</c:v>
              </c:pt>
              <c:pt idx="162">
                <c:v>-0.592551</c:v>
              </c:pt>
              <c:pt idx="163">
                <c:v>-0.317517</c:v>
              </c:pt>
              <c:pt idx="164">
                <c:v>-0.990106</c:v>
              </c:pt>
              <c:pt idx="165">
                <c:v>1.45095</c:v>
              </c:pt>
              <c:pt idx="166">
                <c:v>0.050371</c:v>
              </c:pt>
              <c:pt idx="167">
                <c:v>0.962529</c:v>
              </c:pt>
              <c:pt idx="168">
                <c:v>0.217266</c:v>
              </c:pt>
              <c:pt idx="169">
                <c:v>1.036899</c:v>
              </c:pt>
              <c:pt idx="170">
                <c:v>1.496596</c:v>
              </c:pt>
              <c:pt idx="171">
                <c:v>0.246041</c:v>
              </c:pt>
              <c:pt idx="172">
                <c:v>0.498105</c:v>
              </c:pt>
              <c:pt idx="173">
                <c:v>0.046019</c:v>
              </c:pt>
              <c:pt idx="174">
                <c:v>1.692766</c:v>
              </c:pt>
              <c:pt idx="175">
                <c:v>-0.356243</c:v>
              </c:pt>
              <c:pt idx="176">
                <c:v>0.229687</c:v>
              </c:pt>
              <c:pt idx="177">
                <c:v>0.811138</c:v>
              </c:pt>
              <c:pt idx="178">
                <c:v>0.005554</c:v>
              </c:pt>
              <c:pt idx="179">
                <c:v>0.32401</c:v>
              </c:pt>
            </c:numLit>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copula/slides/charts/chart2.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Lit>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Lit>
          </c:xVal>
          <c:yVal>
            <c:numLit>
              <c:formatCode>0.0</c:formatCode>
              <c:ptCount val="180"/>
              <c:pt idx="0">
                <c:v>0.154852</c:v>
              </c:pt>
              <c:pt idx="1">
                <c:v>1.692766</c:v>
              </c:pt>
              <c:pt idx="2">
                <c:v>1.2041</c:v>
              </c:pt>
              <c:pt idx="3">
                <c:v>-0.165187</c:v>
              </c:pt>
              <c:pt idx="4">
                <c:v>-2.119382</c:v>
              </c:pt>
              <c:pt idx="5">
                <c:v>-1.316218</c:v>
              </c:pt>
              <c:pt idx="6">
                <c:v>1.530522</c:v>
              </c:pt>
              <c:pt idx="7">
                <c:v>0.688716</c:v>
              </c:pt>
              <c:pt idx="8">
                <c:v>1.711785</c:v>
              </c:pt>
              <c:pt idx="9">
                <c:v>-0.189384</c:v>
              </c:pt>
              <c:pt idx="10">
                <c:v>0.334709</c:v>
              </c:pt>
              <c:pt idx="11">
                <c:v>0.561395</c:v>
              </c:pt>
              <c:pt idx="12">
                <c:v>0.289951</c:v>
              </c:pt>
              <c:pt idx="13">
                <c:v>0.883718</c:v>
              </c:pt>
              <c:pt idx="14">
                <c:v>0.702595</c:v>
              </c:pt>
              <c:pt idx="15">
                <c:v>-0.022548</c:v>
              </c:pt>
              <c:pt idx="16">
                <c:v>-0.064899</c:v>
              </c:pt>
              <c:pt idx="17">
                <c:v>-0.049644</c:v>
              </c:pt>
              <c:pt idx="18">
                <c:v>0.156544</c:v>
              </c:pt>
              <c:pt idx="19">
                <c:v>-1.509061</c:v>
              </c:pt>
              <c:pt idx="20">
                <c:v>0.623168</c:v>
              </c:pt>
              <c:pt idx="21">
                <c:v>0.176928</c:v>
              </c:pt>
              <c:pt idx="22">
                <c:v>-0.411131</c:v>
              </c:pt>
              <c:pt idx="23">
                <c:v>-1.659642</c:v>
              </c:pt>
              <c:pt idx="24">
                <c:v>-0.773943</c:v>
              </c:pt>
              <c:pt idx="25">
                <c:v>-0.28131</c:v>
              </c:pt>
              <c:pt idx="26">
                <c:v>0.933047</c:v>
              </c:pt>
              <c:pt idx="27">
                <c:v>-1.044475</c:v>
              </c:pt>
              <c:pt idx="28">
                <c:v>-0.135962</c:v>
              </c:pt>
              <c:pt idx="29">
                <c:v>-0.387742</c:v>
              </c:pt>
              <c:pt idx="30">
                <c:v>-0.756091</c:v>
              </c:pt>
              <c:pt idx="31">
                <c:v>0.10879</c:v>
              </c:pt>
              <c:pt idx="32">
                <c:v>0.151379</c:v>
              </c:pt>
              <c:pt idx="33">
                <c:v>0.734898</c:v>
              </c:pt>
              <c:pt idx="34">
                <c:v>1.040196</c:v>
              </c:pt>
              <c:pt idx="35">
                <c:v>1.496904</c:v>
              </c:pt>
              <c:pt idx="36">
                <c:v>-1.869224</c:v>
              </c:pt>
              <c:pt idx="37">
                <c:v>1.211914</c:v>
              </c:pt>
              <c:pt idx="38">
                <c:v>0.479186</c:v>
              </c:pt>
              <c:pt idx="39">
                <c:v>0.419965</c:v>
              </c:pt>
              <c:pt idx="40">
                <c:v>0.313218</c:v>
              </c:pt>
              <c:pt idx="41">
                <c:v>0.486292</c:v>
              </c:pt>
              <c:pt idx="42">
                <c:v>-1.893808</c:v>
              </c:pt>
              <c:pt idx="43">
                <c:v>0.735796</c:v>
              </c:pt>
              <c:pt idx="44">
                <c:v>-0.00683</c:v>
              </c:pt>
              <c:pt idx="45">
                <c:v>-1.057372</c:v>
              </c:pt>
              <c:pt idx="46">
                <c:v>-0.802664</c:v>
              </c:pt>
              <c:pt idx="47">
                <c:v>-0.279013</c:v>
              </c:pt>
              <c:pt idx="48">
                <c:v>-0.84717</c:v>
              </c:pt>
              <c:pt idx="49">
                <c:v>-0.314709</c:v>
              </c:pt>
              <c:pt idx="50">
                <c:v>1.673556</c:v>
              </c:pt>
              <c:pt idx="51">
                <c:v>-1.72969</c:v>
              </c:pt>
              <c:pt idx="52">
                <c:v>0.370722</c:v>
              </c:pt>
              <c:pt idx="53">
                <c:v>-0.351058</c:v>
              </c:pt>
              <c:pt idx="54">
                <c:v>0.065495</c:v>
              </c:pt>
              <c:pt idx="55">
                <c:v>-0.309118</c:v>
              </c:pt>
              <c:pt idx="56">
                <c:v>0.257939</c:v>
              </c:pt>
              <c:pt idx="57">
                <c:v>0.263324</c:v>
              </c:pt>
              <c:pt idx="58">
                <c:v>0.368132</c:v>
              </c:pt>
              <c:pt idx="59">
                <c:v>-0.088227</c:v>
              </c:pt>
              <c:pt idx="60">
                <c:v>1.334336</c:v>
              </c:pt>
              <c:pt idx="61">
                <c:v>-0.380575</c:v>
              </c:pt>
              <c:pt idx="62">
                <c:v>-1.451974</c:v>
              </c:pt>
              <c:pt idx="63">
                <c:v>-0.889791</c:v>
              </c:pt>
              <c:pt idx="64">
                <c:v>-1.561402</c:v>
              </c:pt>
              <c:pt idx="65">
                <c:v>0.038035</c:v>
              </c:pt>
              <c:pt idx="66">
                <c:v>-0.024082</c:v>
              </c:pt>
              <c:pt idx="67">
                <c:v>-0.988527</c:v>
              </c:pt>
              <c:pt idx="68">
                <c:v>-1.323811</c:v>
              </c:pt>
              <c:pt idx="69">
                <c:v>1.373701</c:v>
              </c:pt>
              <c:pt idx="70">
                <c:v>0.72781</c:v>
              </c:pt>
              <c:pt idx="71">
                <c:v>-0.765441</c:v>
              </c:pt>
              <c:pt idx="72">
                <c:v>-0.540014</c:v>
              </c:pt>
              <c:pt idx="73">
                <c:v>0.610536</c:v>
              </c:pt>
              <c:pt idx="74">
                <c:v>0.032418</c:v>
              </c:pt>
              <c:pt idx="75">
                <c:v>0.297134</c:v>
              </c:pt>
              <c:pt idx="76">
                <c:v>0.791437</c:v>
              </c:pt>
              <c:pt idx="77">
                <c:v>0.096756</c:v>
              </c:pt>
              <c:pt idx="78">
                <c:v>-0.196929</c:v>
              </c:pt>
              <c:pt idx="79">
                <c:v>0.958014</c:v>
              </c:pt>
              <c:pt idx="80">
                <c:v>1.402107</c:v>
              </c:pt>
              <c:pt idx="81">
                <c:v>-1.04676</c:v>
              </c:pt>
              <c:pt idx="82">
                <c:v>0.694503</c:v>
              </c:pt>
              <c:pt idx="83">
                <c:v>0.437726</c:v>
              </c:pt>
              <c:pt idx="84">
                <c:v>0.791205</c:v>
              </c:pt>
              <c:pt idx="85">
                <c:v>-0.193767</c:v>
              </c:pt>
              <c:pt idx="86">
                <c:v>-0.953</c:v>
              </c:pt>
              <c:pt idx="87">
                <c:v>0.324699</c:v>
              </c:pt>
              <c:pt idx="88">
                <c:v>-0.254996</c:v>
              </c:pt>
              <c:pt idx="89">
                <c:v>0.543994</c:v>
              </c:pt>
              <c:pt idx="90">
                <c:v>1.396014</c:v>
              </c:pt>
              <c:pt idx="91">
                <c:v>1.307993</c:v>
              </c:pt>
              <c:pt idx="92">
                <c:v>-0.261602</c:v>
              </c:pt>
              <c:pt idx="93">
                <c:v>-0.770238</c:v>
              </c:pt>
              <c:pt idx="94">
                <c:v>0.498636</c:v>
              </c:pt>
              <c:pt idx="95">
                <c:v>-0.73591</c:v>
              </c:pt>
              <c:pt idx="96">
                <c:v>-1.211103</c:v>
              </c:pt>
              <c:pt idx="97">
                <c:v>-0.18509</c:v>
              </c:pt>
              <c:pt idx="98">
                <c:v>-0.516388</c:v>
              </c:pt>
              <c:pt idx="99">
                <c:v>0.114358</c:v>
              </c:pt>
              <c:pt idx="100">
                <c:v>1.66802</c:v>
              </c:pt>
              <c:pt idx="101">
                <c:v>1.639043</c:v>
              </c:pt>
              <c:pt idx="102">
                <c:v>-0.544429</c:v>
              </c:pt>
              <c:pt idx="103">
                <c:v>1.998814</c:v>
              </c:pt>
              <c:pt idx="104">
                <c:v>-0.865345</c:v>
              </c:pt>
              <c:pt idx="105">
                <c:v>-0.557361</c:v>
              </c:pt>
              <c:pt idx="106">
                <c:v>1.650099</c:v>
              </c:pt>
              <c:pt idx="107">
                <c:v>-1.103861</c:v>
              </c:pt>
              <c:pt idx="108">
                <c:v>1.05415</c:v>
              </c:pt>
              <c:pt idx="109">
                <c:v>-1.099749</c:v>
              </c:pt>
              <c:pt idx="110">
                <c:v>-2.264521</c:v>
              </c:pt>
              <c:pt idx="111">
                <c:v>-0.076407</c:v>
              </c:pt>
              <c:pt idx="112">
                <c:v>0.626669</c:v>
              </c:pt>
              <c:pt idx="113">
                <c:v>-0.667684</c:v>
              </c:pt>
              <c:pt idx="114">
                <c:v>-1.084337</c:v>
              </c:pt>
              <c:pt idx="115">
                <c:v>-1.019429</c:v>
              </c:pt>
              <c:pt idx="116">
                <c:v>-1.021514</c:v>
              </c:pt>
              <c:pt idx="117">
                <c:v>-1.547305</c:v>
              </c:pt>
              <c:pt idx="118">
                <c:v>0.936357</c:v>
              </c:pt>
              <c:pt idx="119">
                <c:v>-0.703806</c:v>
              </c:pt>
              <c:pt idx="120">
                <c:v>1.008951</c:v>
              </c:pt>
              <c:pt idx="121">
                <c:v>-0.345443</c:v>
              </c:pt>
              <c:pt idx="122">
                <c:v>-3.168357</c:v>
              </c:pt>
              <c:pt idx="123">
                <c:v>-0.980025</c:v>
              </c:pt>
              <c:pt idx="124">
                <c:v>1.284285</c:v>
              </c:pt>
              <c:pt idx="125">
                <c:v>-1.501302</c:v>
              </c:pt>
              <c:pt idx="126">
                <c:v>-1.789826</c:v>
              </c:pt>
              <c:pt idx="127">
                <c:v>-0.970874</c:v>
              </c:pt>
              <c:pt idx="128">
                <c:v>-1.373157</c:v>
              </c:pt>
              <c:pt idx="129">
                <c:v>-1.322447</c:v>
              </c:pt>
              <c:pt idx="130">
                <c:v>-1.19829</c:v>
              </c:pt>
              <c:pt idx="131">
                <c:v>0.727169</c:v>
              </c:pt>
              <c:pt idx="132">
                <c:v>-0.990349</c:v>
              </c:pt>
              <c:pt idx="133">
                <c:v>-0.429247</c:v>
              </c:pt>
              <c:pt idx="134">
                <c:v>0.088093</c:v>
              </c:pt>
              <c:pt idx="135">
                <c:v>0.23827</c:v>
              </c:pt>
              <c:pt idx="136">
                <c:v>-1.352049</c:v>
              </c:pt>
              <c:pt idx="137">
                <c:v>0.270667</c:v>
              </c:pt>
              <c:pt idx="138">
                <c:v>0.631655</c:v>
              </c:pt>
              <c:pt idx="139">
                <c:v>-0.984964</c:v>
              </c:pt>
              <c:pt idx="140">
                <c:v>-0.465059</c:v>
              </c:pt>
              <c:pt idx="141">
                <c:v>0.023637</c:v>
              </c:pt>
              <c:pt idx="142">
                <c:v>-0.30961</c:v>
              </c:pt>
              <c:pt idx="143">
                <c:v>0.103067</c:v>
              </c:pt>
              <c:pt idx="144">
                <c:v>0.489526</c:v>
              </c:pt>
              <c:pt idx="145">
                <c:v>-0.486709</c:v>
              </c:pt>
              <c:pt idx="146">
                <c:v>-0.390631</c:v>
              </c:pt>
              <c:pt idx="147">
                <c:v>-1.713056</c:v>
              </c:pt>
              <c:pt idx="148">
                <c:v>-0.932573</c:v>
              </c:pt>
              <c:pt idx="149">
                <c:v>1.047418</c:v>
              </c:pt>
              <c:pt idx="150">
                <c:v>-0.831799</c:v>
              </c:pt>
              <c:pt idx="151">
                <c:v>0.729138</c:v>
              </c:pt>
              <c:pt idx="152">
                <c:v>-1.188245</c:v>
              </c:pt>
              <c:pt idx="153">
                <c:v>0.573166</c:v>
              </c:pt>
              <c:pt idx="154">
                <c:v>-0.176346</c:v>
              </c:pt>
              <c:pt idx="155">
                <c:v>-0.838939</c:v>
              </c:pt>
              <c:pt idx="156">
                <c:v>-0.397515</c:v>
              </c:pt>
              <c:pt idx="157">
                <c:v>-1.343576</c:v>
              </c:pt>
              <c:pt idx="158">
                <c:v>1.429867</c:v>
              </c:pt>
              <c:pt idx="159">
                <c:v>-0.870907</c:v>
              </c:pt>
              <c:pt idx="160">
                <c:v>-1.539698</c:v>
              </c:pt>
              <c:pt idx="161">
                <c:v>-0.570847</c:v>
              </c:pt>
              <c:pt idx="162">
                <c:v>1.602503</c:v>
              </c:pt>
              <c:pt idx="163">
                <c:v>-0.776695</c:v>
              </c:pt>
              <c:pt idx="164">
                <c:v>0.166045</c:v>
              </c:pt>
              <c:pt idx="165">
                <c:v>-1.581756</c:v>
              </c:pt>
              <c:pt idx="166">
                <c:v>-0.804408</c:v>
              </c:pt>
              <c:pt idx="167">
                <c:v>-0.486435</c:v>
              </c:pt>
              <c:pt idx="168">
                <c:v>0.546359</c:v>
              </c:pt>
              <c:pt idx="169">
                <c:v>0.071947</c:v>
              </c:pt>
              <c:pt idx="170">
                <c:v>0.05505</c:v>
              </c:pt>
              <c:pt idx="171">
                <c:v>-0.152179</c:v>
              </c:pt>
              <c:pt idx="172">
                <c:v>-0.175767</c:v>
              </c:pt>
              <c:pt idx="173">
                <c:v>0.03749</c:v>
              </c:pt>
              <c:pt idx="174">
                <c:v>-1.230582</c:v>
              </c:pt>
              <c:pt idx="175">
                <c:v>0.011619</c:v>
              </c:pt>
              <c:pt idx="176">
                <c:v>0.401376</c:v>
              </c:pt>
              <c:pt idx="177">
                <c:v>1.984869</c:v>
              </c:pt>
              <c:pt idx="178">
                <c:v>-2.037904</c:v>
              </c:pt>
              <c:pt idx="179">
                <c:v>1.311426</c:v>
              </c:pt>
            </c:numLit>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copula/slides/charts/chart3.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E7D5B"/>
            </a:solidFill>
            <a:ln xmlns:a="http://schemas.openxmlformats.org/drawingml/2006/main" w="0">
              <a:noFill/>
            </a:ln>
          </c:spPr>
          <c:marker>
            <c:symbol val="circle"/>
            <c:size val="5"/>
            <c:spPr>
              <a:noFill xmlns:a="http://schemas.openxmlformats.org/drawingml/2006/main"/>
            </c:spPr>
          </c:marker>
          <c:xVal>
            <c:numLit>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Lit>
          </c:xVal>
          <c:yVal>
            <c:numLit>
              <c:formatCode>0.0</c:formatCode>
              <c:ptCount val="180"/>
              <c:pt idx="0">
                <c:v>-1.207679</c:v>
              </c:pt>
              <c:pt idx="1">
                <c:v>0.064766</c:v>
              </c:pt>
              <c:pt idx="2">
                <c:v>-1.570259</c:v>
              </c:pt>
              <c:pt idx="3">
                <c:v>1.384693</c:v>
              </c:pt>
              <c:pt idx="4">
                <c:v>0.135435</c:v>
              </c:pt>
              <c:pt idx="5">
                <c:v>0.396892</c:v>
              </c:pt>
              <c:pt idx="6">
                <c:v>-0.730289</c:v>
              </c:pt>
              <c:pt idx="7">
                <c:v>-0.825686</c:v>
              </c:pt>
              <c:pt idx="8">
                <c:v>1.674796</c:v>
              </c:pt>
              <c:pt idx="9">
                <c:v>-1.352148</c:v>
              </c:pt>
              <c:pt idx="10">
                <c:v>0.42007</c:v>
              </c:pt>
              <c:pt idx="11">
                <c:v>-0.184197</c:v>
              </c:pt>
              <c:pt idx="12">
                <c:v>0.28811</c:v>
              </c:pt>
              <c:pt idx="13">
                <c:v>1.246442</c:v>
              </c:pt>
              <c:pt idx="14">
                <c:v>-0.09393</c:v>
              </c:pt>
              <c:pt idx="15">
                <c:v>1.246966</c:v>
              </c:pt>
              <c:pt idx="16">
                <c:v>0.795496</c:v>
              </c:pt>
              <c:pt idx="17">
                <c:v>-1.356663</c:v>
              </c:pt>
              <c:pt idx="18">
                <c:v>-0.769399</c:v>
              </c:pt>
              <c:pt idx="19">
                <c:v>0.947518</c:v>
              </c:pt>
              <c:pt idx="20">
                <c:v>-0.892739</c:v>
              </c:pt>
              <c:pt idx="21">
                <c:v>0.225308</c:v>
              </c:pt>
              <c:pt idx="22">
                <c:v>-1.247125</c:v>
              </c:pt>
              <c:pt idx="23">
                <c:v>1.434449</c:v>
              </c:pt>
              <c:pt idx="24">
                <c:v>0.054992</c:v>
              </c:pt>
              <c:pt idx="25">
                <c:v>0.813956</c:v>
              </c:pt>
              <c:pt idx="26">
                <c:v>-0.488947</c:v>
              </c:pt>
              <c:pt idx="27">
                <c:v>0.348582</c:v>
              </c:pt>
              <c:pt idx="28">
                <c:v>-1.215141</c:v>
              </c:pt>
              <c:pt idx="29">
                <c:v>-0.499056</c:v>
              </c:pt>
              <c:pt idx="30">
                <c:v>-0.974715</c:v>
              </c:pt>
              <c:pt idx="31">
                <c:v>0.302907</c:v>
              </c:pt>
              <c:pt idx="32">
                <c:v>1.292589</c:v>
              </c:pt>
              <c:pt idx="33">
                <c:v>-0.220465</c:v>
              </c:pt>
              <c:pt idx="34">
                <c:v>1.463912</c:v>
              </c:pt>
              <c:pt idx="35">
                <c:v>1.979694</c:v>
              </c:pt>
              <c:pt idx="36">
                <c:v>2.466763</c:v>
              </c:pt>
              <c:pt idx="37">
                <c:v>1.685241</c:v>
              </c:pt>
              <c:pt idx="38">
                <c:v>0.787442</c:v>
              </c:pt>
              <c:pt idx="39">
                <c:v>0.790908</c:v>
              </c:pt>
              <c:pt idx="40">
                <c:v>0.820316</c:v>
              </c:pt>
              <c:pt idx="41">
                <c:v>-0.618638</c:v>
              </c:pt>
              <c:pt idx="42">
                <c:v>0.308311</c:v>
              </c:pt>
              <c:pt idx="43">
                <c:v>0.703703</c:v>
              </c:pt>
              <c:pt idx="44">
                <c:v>-0.524314</c:v>
              </c:pt>
              <c:pt idx="45">
                <c:v>-0.138807</c:v>
              </c:pt>
              <c:pt idx="46">
                <c:v>-0.491427</c:v>
              </c:pt>
              <c:pt idx="47">
                <c:v>-0.972111</c:v>
              </c:pt>
              <c:pt idx="48">
                <c:v>-0.006774</c:v>
              </c:pt>
              <c:pt idx="49">
                <c:v>-0.189362</c:v>
              </c:pt>
              <c:pt idx="50">
                <c:v>1.509903</c:v>
              </c:pt>
              <c:pt idx="51">
                <c:v>-1.250143</c:v>
              </c:pt>
              <c:pt idx="52">
                <c:v>0.631667</c:v>
              </c:pt>
              <c:pt idx="53">
                <c:v>-1.688817</c:v>
              </c:pt>
              <c:pt idx="54">
                <c:v>-0.694026</c:v>
              </c:pt>
              <c:pt idx="55">
                <c:v>-1.48701</c:v>
              </c:pt>
              <c:pt idx="56">
                <c:v>-0.19868</c:v>
              </c:pt>
              <c:pt idx="57">
                <c:v>1.791275</c:v>
              </c:pt>
              <c:pt idx="58">
                <c:v>-1.243</c:v>
              </c:pt>
              <c:pt idx="59">
                <c:v>-0.898429</c:v>
              </c:pt>
              <c:pt idx="60">
                <c:v>-0.629558</c:v>
              </c:pt>
              <c:pt idx="61">
                <c:v>-0.616208</c:v>
              </c:pt>
              <c:pt idx="62">
                <c:v>1.007541</c:v>
              </c:pt>
              <c:pt idx="63">
                <c:v>-1.460317</c:v>
              </c:pt>
              <c:pt idx="64">
                <c:v>0.975727</c:v>
              </c:pt>
              <c:pt idx="65">
                <c:v>1.366773</c:v>
              </c:pt>
              <c:pt idx="66">
                <c:v>-0.681053</c:v>
              </c:pt>
              <c:pt idx="67">
                <c:v>0.993109</c:v>
              </c:pt>
              <c:pt idx="68">
                <c:v>-0.330262</c:v>
              </c:pt>
              <c:pt idx="69">
                <c:v>-0.430713</c:v>
              </c:pt>
              <c:pt idx="70">
                <c:v>1.293828</c:v>
              </c:pt>
              <c:pt idx="71">
                <c:v>0.024272</c:v>
              </c:pt>
              <c:pt idx="72">
                <c:v>0.659677</c:v>
              </c:pt>
              <c:pt idx="73">
                <c:v>-0.33779</c:v>
              </c:pt>
              <c:pt idx="74">
                <c:v>-1.213409</c:v>
              </c:pt>
              <c:pt idx="75">
                <c:v>0.165688</c:v>
              </c:pt>
              <c:pt idx="76">
                <c:v>-0.676667</c:v>
              </c:pt>
              <c:pt idx="77">
                <c:v>-1.544757</c:v>
              </c:pt>
              <c:pt idx="78">
                <c:v>-0.774826</c:v>
              </c:pt>
              <c:pt idx="79">
                <c:v>0.367864</c:v>
              </c:pt>
              <c:pt idx="80">
                <c:v>1.048536</c:v>
              </c:pt>
              <c:pt idx="81">
                <c:v>0.738652</c:v>
              </c:pt>
              <c:pt idx="82">
                <c:v>-0.476053</c:v>
              </c:pt>
              <c:pt idx="83">
                <c:v>0.162373</c:v>
              </c:pt>
              <c:pt idx="84">
                <c:v>0.658103</c:v>
              </c:pt>
              <c:pt idx="85">
                <c:v>-0.06447</c:v>
              </c:pt>
              <c:pt idx="86">
                <c:v>-0.410943</c:v>
              </c:pt>
              <c:pt idx="87">
                <c:v>-0.346004</c:v>
              </c:pt>
              <c:pt idx="88">
                <c:v>0.868093</c:v>
              </c:pt>
              <c:pt idx="89">
                <c:v>-0.886069</c:v>
              </c:pt>
              <c:pt idx="90">
                <c:v>-0.770308</c:v>
              </c:pt>
              <c:pt idx="91">
                <c:v>1.698136</c:v>
              </c:pt>
              <c:pt idx="92">
                <c:v>2.326309</c:v>
              </c:pt>
              <c:pt idx="93">
                <c:v>-0.686001</c:v>
              </c:pt>
              <c:pt idx="94">
                <c:v>-2.132552</c:v>
              </c:pt>
              <c:pt idx="95">
                <c:v>-0.200536</c:v>
              </c:pt>
              <c:pt idx="96">
                <c:v>-0.419482</c:v>
              </c:pt>
              <c:pt idx="97">
                <c:v>0.280446</c:v>
              </c:pt>
              <c:pt idx="98">
                <c:v>-0.891222</c:v>
              </c:pt>
              <c:pt idx="99">
                <c:v>-1.617071</c:v>
              </c:pt>
              <c:pt idx="100">
                <c:v>-1.210563</c:v>
              </c:pt>
              <c:pt idx="101">
                <c:v>0.629868</c:v>
              </c:pt>
              <c:pt idx="102">
                <c:v>1.536184</c:v>
              </c:pt>
              <c:pt idx="103">
                <c:v>2.328331</c:v>
              </c:pt>
              <c:pt idx="104">
                <c:v>0.66004</c:v>
              </c:pt>
              <c:pt idx="105">
                <c:v>1.364959</c:v>
              </c:pt>
              <c:pt idx="106">
                <c:v>0.828327</c:v>
              </c:pt>
              <c:pt idx="107">
                <c:v>0.42019</c:v>
              </c:pt>
              <c:pt idx="108">
                <c:v>-0.411046</c:v>
              </c:pt>
              <c:pt idx="109">
                <c:v>-0.282025</c:v>
              </c:pt>
              <c:pt idx="110">
                <c:v>-0.16105</c:v>
              </c:pt>
              <c:pt idx="111">
                <c:v>-0.921979</c:v>
              </c:pt>
              <c:pt idx="112">
                <c:v>0.160909</c:v>
              </c:pt>
              <c:pt idx="113">
                <c:v>-0.084663</c:v>
              </c:pt>
              <c:pt idx="114">
                <c:v>-1.133058</c:v>
              </c:pt>
              <c:pt idx="115">
                <c:v>-1.456001</c:v>
              </c:pt>
              <c:pt idx="116">
                <c:v>0.364198</c:v>
              </c:pt>
              <c:pt idx="117">
                <c:v>0.321771</c:v>
              </c:pt>
              <c:pt idx="118">
                <c:v>-0.090161</c:v>
              </c:pt>
              <c:pt idx="119">
                <c:v>-0.974607</c:v>
              </c:pt>
              <c:pt idx="120">
                <c:v>0.958443</c:v>
              </c:pt>
              <c:pt idx="121">
                <c:v>0.812339</c:v>
              </c:pt>
              <c:pt idx="122">
                <c:v>0.347138</c:v>
              </c:pt>
              <c:pt idx="123">
                <c:v>-1.729596</c:v>
              </c:pt>
              <c:pt idx="124">
                <c:v>-0.41609</c:v>
              </c:pt>
              <c:pt idx="125">
                <c:v>-1.124611</c:v>
              </c:pt>
              <c:pt idx="126">
                <c:v>-1.424591</c:v>
              </c:pt>
              <c:pt idx="127">
                <c:v>-0.227873</c:v>
              </c:pt>
              <c:pt idx="128">
                <c:v>0.009425</c:v>
              </c:pt>
              <c:pt idx="129">
                <c:v>0.294201</c:v>
              </c:pt>
              <c:pt idx="130">
                <c:v>-0.954002</c:v>
              </c:pt>
              <c:pt idx="131">
                <c:v>-0.643453</c:v>
              </c:pt>
              <c:pt idx="132">
                <c:v>-0.620035</c:v>
              </c:pt>
              <c:pt idx="133">
                <c:v>-0.119723</c:v>
              </c:pt>
              <c:pt idx="134">
                <c:v>-0.141193</c:v>
              </c:pt>
              <c:pt idx="135">
                <c:v>1.947863</c:v>
              </c:pt>
              <c:pt idx="136">
                <c:v>-0.17544</c:v>
              </c:pt>
              <c:pt idx="137">
                <c:v>0.229376</c:v>
              </c:pt>
              <c:pt idx="138">
                <c:v>0.110527</c:v>
              </c:pt>
              <c:pt idx="139">
                <c:v>0.759531</c:v>
              </c:pt>
              <c:pt idx="140">
                <c:v>-0.362518</c:v>
              </c:pt>
              <c:pt idx="141">
                <c:v>0.652581</c:v>
              </c:pt>
              <c:pt idx="142">
                <c:v>0.086383</c:v>
              </c:pt>
              <c:pt idx="143">
                <c:v>0.589134</c:v>
              </c:pt>
              <c:pt idx="144">
                <c:v>-1.418022</c:v>
              </c:pt>
              <c:pt idx="145">
                <c:v>0.59242</c:v>
              </c:pt>
              <c:pt idx="146">
                <c:v>-0.133603</c:v>
              </c:pt>
              <c:pt idx="147">
                <c:v>0.658893</c:v>
              </c:pt>
              <c:pt idx="148">
                <c:v>-0.279656</c:v>
              </c:pt>
              <c:pt idx="149">
                <c:v>-1.264674</c:v>
              </c:pt>
              <c:pt idx="150">
                <c:v>0.129999</c:v>
              </c:pt>
              <c:pt idx="151">
                <c:v>-2.310391</c:v>
              </c:pt>
              <c:pt idx="152">
                <c:v>0.244633</c:v>
              </c:pt>
              <c:pt idx="153">
                <c:v>1.75186</c:v>
              </c:pt>
              <c:pt idx="154">
                <c:v>-0.397619</c:v>
              </c:pt>
              <c:pt idx="155">
                <c:v>0.991293</c:v>
              </c:pt>
              <c:pt idx="156">
                <c:v>0.065839</c:v>
              </c:pt>
              <c:pt idx="157">
                <c:v>1.603367</c:v>
              </c:pt>
              <c:pt idx="158">
                <c:v>1.340417</c:v>
              </c:pt>
              <c:pt idx="159">
                <c:v>0.856541</c:v>
              </c:pt>
              <c:pt idx="160">
                <c:v>0.368811</c:v>
              </c:pt>
              <c:pt idx="161">
                <c:v>-0.379281</c:v>
              </c:pt>
              <c:pt idx="162">
                <c:v>-0.384054</c:v>
              </c:pt>
              <c:pt idx="163">
                <c:v>1.005433</c:v>
              </c:pt>
              <c:pt idx="164">
                <c:v>-0.75666</c:v>
              </c:pt>
              <c:pt idx="165">
                <c:v>0.951366</c:v>
              </c:pt>
              <c:pt idx="166">
                <c:v>-0.220448</c:v>
              </c:pt>
              <c:pt idx="167">
                <c:v>0.511093</c:v>
              </c:pt>
              <c:pt idx="168">
                <c:v>0.096636</c:v>
              </c:pt>
              <c:pt idx="169">
                <c:v>-0.448288</c:v>
              </c:pt>
              <c:pt idx="170">
                <c:v>1.480219</c:v>
              </c:pt>
              <c:pt idx="171">
                <c:v>-0.126432</c:v>
              </c:pt>
              <c:pt idx="172">
                <c:v>0.530964</c:v>
              </c:pt>
              <c:pt idx="173">
                <c:v>0.840949</c:v>
              </c:pt>
              <c:pt idx="174">
                <c:v>0.947136</c:v>
              </c:pt>
              <c:pt idx="175">
                <c:v>-0.735994</c:v>
              </c:pt>
              <c:pt idx="176">
                <c:v>0.166476</c:v>
              </c:pt>
              <c:pt idx="177">
                <c:v>1.400589</c:v>
              </c:pt>
              <c:pt idx="178">
                <c:v>1.668163</c:v>
              </c:pt>
              <c:pt idx="179">
                <c:v>0.332434</c:v>
              </c:pt>
            </c:numLit>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copula/tableStyles.xml><?xml version="1.0" encoding="utf-8"?>
<a:tblStyleLst xmlns:a="http://schemas.openxmlformats.org/drawingml/2006/main" def="{5C22544A-7EE6-4342-B048-85BDC9FD1C3A}"/>
</file>

<file path=ppt/copula/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286B7-E2A9-F949-9125-15FCE6FD12A1}"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4D53A-6A9B-2549-B59F-BD94BABF0F70}" type="slidenum">
              <a:rPr kumimoji="1" lang="ja-JP" altLang="en-US" smtClean="0"/>
              <a:t>‹#›</a:t>
            </a:fld>
            <a:endParaRPr kumimoji="1" lang="ja-JP" altLang="en-US"/>
          </a:p>
        </p:txBody>
      </p:sp>
    </p:spTree>
    <p:extLst>
      <p:ext uri="{BB962C8B-B14F-4D97-AF65-F5344CB8AC3E}">
        <p14:creationId xmlns:p14="http://schemas.microsoft.com/office/powerpoint/2010/main" val="239109423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1</a:t>
            </a:fld>
            <a:endParaRPr kumimoji="1" lang="ja-JP" altLang="en-US"/>
          </a:p>
        </p:txBody>
      </p:sp>
    </p:spTree>
    <p:extLst>
      <p:ext uri="{BB962C8B-B14F-4D97-AF65-F5344CB8AC3E}">
        <p14:creationId xmlns:p14="http://schemas.microsoft.com/office/powerpoint/2010/main" val="273665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2</a:t>
            </a:fld>
            <a:endParaRPr kumimoji="1" lang="ja-JP" altLang="en-US"/>
          </a:p>
        </p:txBody>
      </p:sp>
    </p:spTree>
    <p:extLst>
      <p:ext uri="{BB962C8B-B14F-4D97-AF65-F5344CB8AC3E}">
        <p14:creationId xmlns:p14="http://schemas.microsoft.com/office/powerpoint/2010/main" val="23893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本研究</a:t>
            </a:r>
            <a:r>
              <a:rPr lang="ja-JP" altLang="ja-JP" dirty="0"/>
              <a:t>の問題設定を整理します。 先行研究1では、無作為な値の抽出により「意味的におかしなデータ」が生成されてしまう問題がありました。 一方、先行研究2では、文脈を維持しようとして疑似ラベルに依存した結果、「確証バイアスが増幅」してしまう問題がありました。 私は、この2つの課題を同時に解決する、新しいデータ拡張のフレームワークを提案します。</a:t>
            </a:r>
            <a:r>
              <a:rPr lang="ja-JP" altLang="en-US" dirty="0"/>
              <a:t>　</a:t>
            </a:r>
            <a:r>
              <a:rPr lang="en-US" altLang="ja-JP" dirty="0"/>
              <a:t>10</a:t>
            </a:r>
            <a:r>
              <a:rPr lang="ja-JP" altLang="en-US" dirty="0"/>
              <a:t>分</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3</a:t>
            </a:fld>
            <a:endParaRPr kumimoji="1" lang="ja-JP" altLang="en-US"/>
          </a:p>
        </p:txBody>
      </p:sp>
    </p:spTree>
    <p:extLst>
      <p:ext uri="{BB962C8B-B14F-4D97-AF65-F5344CB8AC3E}">
        <p14:creationId xmlns:p14="http://schemas.microsoft.com/office/powerpoint/2010/main" val="1120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解決へのアプローチとして、データの依存構造の捉え方に着目しました。 従来の「相関係数」では、線形な関係しか測れず、非線形な関係や極端な値でのみ連動するような複雑な関係性を「無相関」と誤認してしまいます。 そこで本研究では、変数の分布の形に依存せず、あらゆる依存構造を直接捉えることができる統計的手法「コピュラ」を採用します。</a:t>
            </a:r>
            <a:r>
              <a:rPr lang="en-US" altLang="ja-JP" dirty="0"/>
              <a:t>10</a:t>
            </a:r>
            <a:r>
              <a:rPr lang="ja-JP" altLang="en-US" dirty="0"/>
              <a:t>分</a:t>
            </a:r>
            <a:r>
              <a:rPr lang="en-US" altLang="ja-JP" dirty="0"/>
              <a:t>50</a:t>
            </a:r>
            <a:r>
              <a:rPr lang="ja-JP" altLang="en-US" dirty="0"/>
              <a:t>秒</a:t>
            </a:r>
            <a:endParaRPr kumimoji="1" lang="ja-JP" altLang="en-US" dirty="0"/>
          </a:p>
        </p:txBody>
      </p:sp>
      <p:sp>
        <p:nvSpPr>
          <p:cNvPr id="4" name="スライド番号プレースホルダー 3"/>
          <p:cNvSpPr>
            <a:spLocks noGrp="1"/>
          </p:cNvSpPr>
          <p:nvPr>
            <p:ph type="sldNum" sz="quarter" idx="5"/>
          </p:nvPr>
        </p:nvSpPr>
        <p:spPr/>
        <p:txBody>
          <a:bodyPr/>
          <a:lstStyle/>
          <a:p>
            <a:fld id="{4E24D53A-6A9B-2549-B59F-BD94BABF0F70}" type="slidenum">
              <a:rPr kumimoji="1" lang="ja-JP" altLang="en-US" smtClean="0"/>
              <a:t>4</a:t>
            </a:fld>
            <a:endParaRPr kumimoji="1" lang="ja-JP" altLang="en-US"/>
          </a:p>
        </p:txBody>
      </p:sp>
    </p:spTree>
    <p:extLst>
      <p:ext uri="{BB962C8B-B14F-4D97-AF65-F5344CB8AC3E}">
        <p14:creationId xmlns:p14="http://schemas.microsoft.com/office/powerpoint/2010/main" val="378144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C62428-3EAA-D3DF-6488-F1AFD905D59F}"/>
              </a:ext>
            </a:extLst>
          </p:cNvPr>
          <p:cNvSpPr>
            <a:spLocks noGrp="1"/>
          </p:cNvSpPr>
          <p:nvPr>
            <p:ph type="ctrTitle"/>
          </p:nvPr>
        </p:nvSpPr>
        <p:spPr>
          <a:xfrm>
            <a:off x="1454426" y="77449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553445-D902-F302-B044-904B903D9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584B2F-D7EB-0BAD-FBB0-8B5D4B428410}"/>
              </a:ext>
            </a:extLst>
          </p:cNvPr>
          <p:cNvSpPr>
            <a:spLocks noGrp="1"/>
          </p:cNvSpPr>
          <p:nvPr>
            <p:ph type="dt" sz="half" idx="10"/>
          </p:nvPr>
        </p:nvSpPr>
        <p:spPr/>
        <p:txBody>
          <a:bodyPr/>
          <a:lstStyle/>
          <a:p>
            <a:fld id="{12B62986-E32F-3F45-926B-13F93A5276DA}"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D80E35A-584B-829C-F77A-8DB8EEB34E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DA6C3E-68A0-8B17-6EFC-E1C42188CD59}"/>
              </a:ext>
            </a:extLst>
          </p:cNvPr>
          <p:cNvSpPr>
            <a:spLocks noGrp="1"/>
          </p:cNvSpPr>
          <p:nvPr>
            <p:ph type="sldNum" sz="quarter" idx="12"/>
          </p:nvPr>
        </p:nvSpPr>
        <p:spPr>
          <a:xfrm>
            <a:off x="9296400" y="6356350"/>
            <a:ext cx="2743200" cy="365125"/>
          </a:xfrm>
        </p:spPr>
        <p:txBody>
          <a:bodyPr/>
          <a:lstStyle/>
          <a:p>
            <a:fld id="{766CFED1-DF6F-7E4C-BB21-72E6FAF4BC7E}" type="slidenum">
              <a:rPr kumimoji="1" lang="ja-JP" altLang="en-US" smtClean="0"/>
              <a:t>‹#›</a:t>
            </a:fld>
            <a:endParaRPr kumimoji="1" lang="ja-JP" altLang="en-US"/>
          </a:p>
        </p:txBody>
      </p:sp>
      <p:cxnSp>
        <p:nvCxnSpPr>
          <p:cNvPr id="10" name="直線コネクタ 9">
            <a:extLst>
              <a:ext uri="{FF2B5EF4-FFF2-40B4-BE49-F238E27FC236}">
                <a16:creationId xmlns:a16="http://schemas.microsoft.com/office/drawing/2014/main" id="{6C198444-E130-0F1B-2AFD-351B1CD4FF93}"/>
              </a:ext>
            </a:extLst>
          </p:cNvPr>
          <p:cNvCxnSpPr>
            <a:cxnSpLocks/>
          </p:cNvCxnSpPr>
          <p:nvPr userDrawn="1"/>
        </p:nvCxnSpPr>
        <p:spPr>
          <a:xfrm>
            <a:off x="407504" y="3359426"/>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0541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5620F-4E38-0315-8A12-3DF0B8405E4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154BFF-E794-1002-3131-AF7F08FA280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8348D0-3BF0-4223-4BC3-512812A2EFC1}"/>
              </a:ext>
            </a:extLst>
          </p:cNvPr>
          <p:cNvSpPr>
            <a:spLocks noGrp="1"/>
          </p:cNvSpPr>
          <p:nvPr>
            <p:ph type="dt" sz="half" idx="10"/>
          </p:nvPr>
        </p:nvSpPr>
        <p:spPr/>
        <p:txBody>
          <a:bodyPr/>
          <a:lstStyle/>
          <a:p>
            <a:fld id="{CDD7F4FE-345A-5F4A-9546-4886EAF1A516}"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63C78DD7-376B-5A81-5D9D-E6927B75D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7B70C2-D2F7-1AA1-4563-1237CA0FEE8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89226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ADCBC5-E6DC-8AF6-AD23-046CA016447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395E60-800D-C7CE-9F3E-B4718DD015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2247C7-CFCA-CB7C-17D8-15FECD4B4EB2}"/>
              </a:ext>
            </a:extLst>
          </p:cNvPr>
          <p:cNvSpPr>
            <a:spLocks noGrp="1"/>
          </p:cNvSpPr>
          <p:nvPr>
            <p:ph type="dt" sz="half" idx="10"/>
          </p:nvPr>
        </p:nvSpPr>
        <p:spPr/>
        <p:txBody>
          <a:bodyPr/>
          <a:lstStyle/>
          <a:p>
            <a:fld id="{56C3EEF2-518D-5F4E-935A-B1AB75DCD2C8}"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A7E0BF15-F7D2-6981-2503-49DA00BFE4B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C71387-1484-8EDB-D070-FA2A80B3120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409071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A073B-255D-F67A-FB33-13A1F8B54B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022F83-2037-4DE3-0789-D099983A10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D3E740-C360-A62E-19F7-D49AF623AA3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8D6CD9-8260-9628-D228-BFEB4FF5C5DC}"/>
              </a:ext>
            </a:extLst>
          </p:cNvPr>
          <p:cNvSpPr>
            <a:spLocks noGrp="1"/>
          </p:cNvSpPr>
          <p:nvPr>
            <p:ph type="dt" sz="half" idx="10"/>
          </p:nvPr>
        </p:nvSpPr>
        <p:spPr/>
        <p:txBody>
          <a:bodyPr/>
          <a:lstStyle/>
          <a:p>
            <a:fld id="{B44E732C-FFEF-5A40-B4DF-62501D69DFD6}"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3005691-7675-B708-8E81-1FF3B816AC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08922-F437-EEF9-3D8B-16C5F78C8B64}"/>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141369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8A3D-683F-2F12-80C6-B21723FE68C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0EDBAF-5EA7-DDE8-102E-A02A416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87F1F7-CE78-6124-478E-E0847032F8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17B314B-6A5F-B082-7771-96133A4A6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7A09DA-9702-AC19-1508-2D6C1FF9B29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F49AEA-BAE0-0741-0BB4-107A8AB11357}"/>
              </a:ext>
            </a:extLst>
          </p:cNvPr>
          <p:cNvSpPr>
            <a:spLocks noGrp="1"/>
          </p:cNvSpPr>
          <p:nvPr>
            <p:ph type="dt" sz="half" idx="10"/>
          </p:nvPr>
        </p:nvSpPr>
        <p:spPr/>
        <p:txBody>
          <a:bodyPr/>
          <a:lstStyle/>
          <a:p>
            <a:fld id="{C51619AA-BD33-2246-BA43-5237AD6593E6}" type="datetime1">
              <a:rPr kumimoji="1" lang="ja-JP" altLang="en-US" smtClean="0"/>
              <a:t>2026/10/4</a:t>
            </a:fld>
            <a:endParaRPr kumimoji="1" lang="ja-JP" altLang="en-US"/>
          </a:p>
        </p:txBody>
      </p:sp>
      <p:sp>
        <p:nvSpPr>
          <p:cNvPr id="8" name="フッター プレースホルダー 7">
            <a:extLst>
              <a:ext uri="{FF2B5EF4-FFF2-40B4-BE49-F238E27FC236}">
                <a16:creationId xmlns:a16="http://schemas.microsoft.com/office/drawing/2014/main" id="{B1C20E53-C943-8989-3E64-6A93ECF31B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6A8A4E4-9165-95F4-245A-9F879491015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285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A9F83C-610A-747C-74D4-9EDAFE8B02BE}"/>
              </a:ext>
            </a:extLst>
          </p:cNvPr>
          <p:cNvSpPr>
            <a:spLocks noGrp="1"/>
          </p:cNvSpPr>
          <p:nvPr>
            <p:ph type="title"/>
          </p:nvPr>
        </p:nvSpPr>
        <p:spPr>
          <a:xfrm>
            <a:off x="838200" y="136525"/>
            <a:ext cx="10515600" cy="638726"/>
          </a:xfrm>
        </p:spPr>
        <p:txBody>
          <a:bodyPr>
            <a:noAutofit/>
          </a:bodyPr>
          <a:lstStyle>
            <a:lvl1pPr algn="ctr">
              <a:defRPr sz="4000" b="1"/>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18FE116-57A1-9757-2F68-577E85943F7D}"/>
              </a:ext>
            </a:extLst>
          </p:cNvPr>
          <p:cNvSpPr>
            <a:spLocks noGrp="1"/>
          </p:cNvSpPr>
          <p:nvPr>
            <p:ph type="dt" sz="half" idx="10"/>
          </p:nvPr>
        </p:nvSpPr>
        <p:spPr/>
        <p:txBody>
          <a:bodyPr/>
          <a:lstStyle/>
          <a:p>
            <a:fld id="{2E2BC83F-8058-7840-965D-A6C7785E9FD7}"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2B1C2997-4C24-4243-B46B-8F5A50D0FD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943A9A3-D535-21B4-E160-5A825E66102D}"/>
              </a:ext>
            </a:extLst>
          </p:cNvPr>
          <p:cNvSpPr>
            <a:spLocks noGrp="1"/>
          </p:cNvSpPr>
          <p:nvPr>
            <p:ph type="sldNum" sz="quarter" idx="12"/>
          </p:nvPr>
        </p:nvSpPr>
        <p:spPr>
          <a:xfrm>
            <a:off x="9236766" y="6356350"/>
            <a:ext cx="2743200" cy="365125"/>
          </a:xfrm>
        </p:spPr>
        <p:txBody>
          <a:bodyPr/>
          <a:lstStyle/>
          <a:p>
            <a:fld id="{766CFED1-DF6F-7E4C-BB21-72E6FAF4BC7E}" type="slidenum">
              <a:rPr kumimoji="1" lang="ja-JP" altLang="en-US" smtClean="0"/>
              <a:t>‹#›</a:t>
            </a:fld>
            <a:endParaRPr kumimoji="1" lang="ja-JP" altLang="en-US"/>
          </a:p>
        </p:txBody>
      </p:sp>
      <p:cxnSp>
        <p:nvCxnSpPr>
          <p:cNvPr id="6" name="直線コネクタ 5">
            <a:extLst>
              <a:ext uri="{FF2B5EF4-FFF2-40B4-BE49-F238E27FC236}">
                <a16:creationId xmlns:a16="http://schemas.microsoft.com/office/drawing/2014/main" id="{BC088362-4504-DF8A-DADD-5CA4DA6731BF}"/>
              </a:ext>
            </a:extLst>
          </p:cNvPr>
          <p:cNvCxnSpPr>
            <a:cxnSpLocks/>
          </p:cNvCxnSpPr>
          <p:nvPr userDrawn="1"/>
        </p:nvCxnSpPr>
        <p:spPr>
          <a:xfrm>
            <a:off x="327991" y="914400"/>
            <a:ext cx="11519452"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6521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E9EFD96-5E9C-775B-8974-6725E865A2A5}"/>
              </a:ext>
            </a:extLst>
          </p:cNvPr>
          <p:cNvSpPr>
            <a:spLocks noGrp="1"/>
          </p:cNvSpPr>
          <p:nvPr>
            <p:ph type="dt" sz="half" idx="10"/>
          </p:nvPr>
        </p:nvSpPr>
        <p:spPr/>
        <p:txBody>
          <a:bodyPr/>
          <a:lstStyle/>
          <a:p>
            <a:fld id="{236BC3A5-B07F-074E-BF1E-28889F224AA8}" type="datetime1">
              <a:rPr kumimoji="1" lang="ja-JP" altLang="en-US" smtClean="0"/>
              <a:t>2026/10/4</a:t>
            </a:fld>
            <a:endParaRPr kumimoji="1" lang="ja-JP" altLang="en-US"/>
          </a:p>
        </p:txBody>
      </p:sp>
      <p:sp>
        <p:nvSpPr>
          <p:cNvPr id="3" name="フッター プレースホルダー 2">
            <a:extLst>
              <a:ext uri="{FF2B5EF4-FFF2-40B4-BE49-F238E27FC236}">
                <a16:creationId xmlns:a16="http://schemas.microsoft.com/office/drawing/2014/main" id="{442FEB74-5CA5-9940-564C-CFC8F124C85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A89C72-03B4-42B5-B26C-8A3DE1CDF499}"/>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95015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798F4-4854-695C-E7FA-7B1FC07F19F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2CDCFC-A8E6-17BD-3EF1-8E669C3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B29505-AC94-3BD9-B17F-D96D53198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6F7814-2ACD-6950-9021-00F3AAC6EC96}"/>
              </a:ext>
            </a:extLst>
          </p:cNvPr>
          <p:cNvSpPr>
            <a:spLocks noGrp="1"/>
          </p:cNvSpPr>
          <p:nvPr>
            <p:ph type="dt" sz="half" idx="10"/>
          </p:nvPr>
        </p:nvSpPr>
        <p:spPr/>
        <p:txBody>
          <a:bodyPr/>
          <a:lstStyle/>
          <a:p>
            <a:fld id="{69AAD45A-B93C-614E-8B62-1D82A39E8527}"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B51223EA-7C20-9174-727C-237911D0D2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00C1C0-18CD-582A-DD89-9688198867DB}"/>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52344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19A8B-BC2B-EF13-9679-08A0C70A45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7FACDA-66DE-8364-6A6B-D52802341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1762871-AB62-8626-86CD-F5FF75703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7DC5BB0-DCA1-E6B2-9E8A-4B60369F80C9}"/>
              </a:ext>
            </a:extLst>
          </p:cNvPr>
          <p:cNvSpPr>
            <a:spLocks noGrp="1"/>
          </p:cNvSpPr>
          <p:nvPr>
            <p:ph type="dt" sz="half" idx="10"/>
          </p:nvPr>
        </p:nvSpPr>
        <p:spPr/>
        <p:txBody>
          <a:bodyPr/>
          <a:lstStyle/>
          <a:p>
            <a:fld id="{0E79B6FF-6AEC-064A-ADD5-0AA1F48E6210}" type="datetime1">
              <a:rPr kumimoji="1" lang="ja-JP" altLang="en-US" smtClean="0"/>
              <a:t>2026/10/4</a:t>
            </a:fld>
            <a:endParaRPr kumimoji="1" lang="ja-JP" altLang="en-US"/>
          </a:p>
        </p:txBody>
      </p:sp>
      <p:sp>
        <p:nvSpPr>
          <p:cNvPr id="6" name="フッター プレースホルダー 5">
            <a:extLst>
              <a:ext uri="{FF2B5EF4-FFF2-40B4-BE49-F238E27FC236}">
                <a16:creationId xmlns:a16="http://schemas.microsoft.com/office/drawing/2014/main" id="{4950342B-0ADB-28BA-E5EA-4684620582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42CDFFD-97BC-74E7-0A03-595335BD36D5}"/>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01504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FF5598-C6E5-AF43-DD9C-1674C32A69D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79B229-58FA-01DB-C3E5-46F927525B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FC2B64-6424-D8AE-25B0-CD8219318135}"/>
              </a:ext>
            </a:extLst>
          </p:cNvPr>
          <p:cNvSpPr>
            <a:spLocks noGrp="1"/>
          </p:cNvSpPr>
          <p:nvPr>
            <p:ph type="dt" sz="half" idx="10"/>
          </p:nvPr>
        </p:nvSpPr>
        <p:spPr/>
        <p:txBody>
          <a:bodyPr/>
          <a:lstStyle/>
          <a:p>
            <a:fld id="{C30C6809-16D3-EF49-8F3D-D560C6FE722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CC0DD2D4-4BCE-2863-82CF-B3B6FE7B1E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23F9CC-4B9B-1F8C-45FB-F3A77FF6CB73}"/>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55842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8EE1C15-D62D-66F2-2D6F-1D73480F4D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341647-C411-8056-51B9-25B4C092028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09DC7B-8AE2-5E9A-7569-A6012ED9803F}"/>
              </a:ext>
            </a:extLst>
          </p:cNvPr>
          <p:cNvSpPr>
            <a:spLocks noGrp="1"/>
          </p:cNvSpPr>
          <p:nvPr>
            <p:ph type="dt" sz="half" idx="10"/>
          </p:nvPr>
        </p:nvSpPr>
        <p:spPr/>
        <p:txBody>
          <a:bodyPr/>
          <a:lstStyle/>
          <a:p>
            <a:fld id="{9A78F1A1-1C1B-DE48-86BB-8A99AA3C859B}"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0B652BCA-C997-C0B6-7B4D-1047D1B0E5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EC20D-7F27-67B4-BEB3-50AE2AD60C31}"/>
              </a:ext>
            </a:extLst>
          </p:cNvPr>
          <p:cNvSpPr>
            <a:spLocks noGrp="1"/>
          </p:cNvSpPr>
          <p:nvPr>
            <p:ph type="sldNum" sz="quarter" idx="12"/>
          </p:nvPr>
        </p:nvSpPr>
        <p:spPr/>
        <p:txBody>
          <a:body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3766150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D36F4EF-115A-5158-119D-1CBF31B9A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1B72E-5159-6D91-575D-3B5DA8342C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2FF58E-439B-4730-2332-43C4C72E4F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48C526-1B6A-9344-9A17-9A8BB3160E70}" type="datetime1">
              <a:rPr kumimoji="1" lang="ja-JP" altLang="en-US" smtClean="0"/>
              <a:t>2026/10/4</a:t>
            </a:fld>
            <a:endParaRPr kumimoji="1" lang="ja-JP" altLang="en-US"/>
          </a:p>
        </p:txBody>
      </p:sp>
      <p:sp>
        <p:nvSpPr>
          <p:cNvPr id="5" name="フッター プレースホルダー 4">
            <a:extLst>
              <a:ext uri="{FF2B5EF4-FFF2-40B4-BE49-F238E27FC236}">
                <a16:creationId xmlns:a16="http://schemas.microsoft.com/office/drawing/2014/main" id="{2950BB3B-76A2-ED3D-CECC-C386D2DEF5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023CB6-DE45-7936-C9D2-D2F27B5B0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6CFED1-DF6F-7E4C-BB21-72E6FAF4BC7E}" type="slidenum">
              <a:rPr kumimoji="1" lang="ja-JP" altLang="en-US" smtClean="0"/>
              <a:t>‹#›</a:t>
            </a:fld>
            <a:endParaRPr kumimoji="1" lang="ja-JP" altLang="en-US"/>
          </a:p>
        </p:txBody>
      </p:sp>
    </p:spTree>
    <p:extLst>
      <p:ext uri="{BB962C8B-B14F-4D97-AF65-F5344CB8AC3E}">
        <p14:creationId xmlns:p14="http://schemas.microsoft.com/office/powerpoint/2010/main" val="2440024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Type="http://schemas.openxmlformats.org/officeDocument/2006/relationships/slideLayout" Target="../copula/slideLayouts/slideLayout1.xml" Id="R70ab19905b8145b6"/><Relationship Type="http://schemas.openxmlformats.org/officeDocument/2006/relationships/notesSlide" Target="../copula/notesSlides/notesSlide1.xml" Id="R6980fb8221564641"/></Relationships>
</file>

<file path=ppt/slides/_rels/slide102.xml.rels><?xml version='1.0' encoding='UTF-8' standalone='yes'?>
<Relationships xmlns="http://schemas.openxmlformats.org/package/2006/relationships"><Relationship Type="http://schemas.openxmlformats.org/officeDocument/2006/relationships/slideLayout" Target="../copula/slideLayouts/slideLayout1.xml" Id="R95d37a97398a4f90"/><Relationship Type="http://schemas.openxmlformats.org/officeDocument/2006/relationships/notesSlide" Target="../copula/notesSlides/notesSlide2.xml" Id="R060b4419d4ae4641"/></Relationships>
</file>

<file path=ppt/slides/_rels/slide103.xml.rels><?xml version='1.0' encoding='UTF-8' standalone='yes'?>
<Relationships xmlns="http://schemas.openxmlformats.org/package/2006/relationships"><Relationship Type="http://schemas.openxmlformats.org/officeDocument/2006/relationships/slideLayout" Target="../copula/slideLayouts/slideLayout1.xml" Id="R05f003c6ca554d32"/><Relationship Type="http://schemas.openxmlformats.org/officeDocument/2006/relationships/notesSlide" Target="../copula/notesSlides/notesSlide3.xml" Id="R48b1b9c8112c47bf"/></Relationships>
</file>

<file path=ppt/slides/_rels/slide104.xml.rels><?xml version='1.0' encoding='UTF-8' standalone='yes'?>
<Relationships xmlns="http://schemas.openxmlformats.org/package/2006/relationships"><Relationship Type="http://schemas.openxmlformats.org/officeDocument/2006/relationships/slideLayout" Target="../copula/slideLayouts/slideLayout1.xml" Id="R1cb6acb52ee9403e"/><Relationship Type="http://schemas.openxmlformats.org/officeDocument/2006/relationships/notesSlide" Target="../copula/notesSlides/notesSlide4.xml" Id="R30d2236142964059"/></Relationships>
</file>

<file path=ppt/slides/_rels/slide105.xml.rels><?xml version='1.0' encoding='UTF-8' standalone='yes'?>
<Relationships xmlns="http://schemas.openxmlformats.org/package/2006/relationships"><Relationship Type="http://schemas.openxmlformats.org/officeDocument/2006/relationships/slideLayout" Target="../copula/slideLayouts/slideLayout1.xml" Id="R38b5553c1d8b42e6"/><Relationship Type="http://schemas.openxmlformats.org/officeDocument/2006/relationships/notesSlide" Target="../copula/notesSlides/notesSlide5.xml" Id="Rf353f1006374444e"/></Relationships>
</file>

<file path=ppt/slides/_rels/slide106.xml.rels><?xml version='1.0' encoding='UTF-8' standalone='yes'?>
<Relationships xmlns="http://schemas.openxmlformats.org/package/2006/relationships"><Relationship Type="http://schemas.openxmlformats.org/officeDocument/2006/relationships/slideLayout" Target="../copula/slideLayouts/slideLayout1.xml" Id="R8cdd10068b35443a"/><Relationship Type="http://schemas.openxmlformats.org/officeDocument/2006/relationships/notesSlide" Target="../copula/notesSlides/notesSlide6.xml" Id="R3e70376ecf174c5d"/></Relationships>
</file>

<file path=ppt/slides/_rels/slide107.xml.rels><?xml version='1.0' encoding='UTF-8' standalone='yes'?>
<Relationships xmlns="http://schemas.openxmlformats.org/package/2006/relationships"><Relationship Type="http://schemas.openxmlformats.org/officeDocument/2006/relationships/slideLayout" Target="../copula/slideLayouts/slideLayout1.xml" Id="R810810834b38469e"/><Relationship Type="http://schemas.openxmlformats.org/officeDocument/2006/relationships/notesSlide" Target="../copula/notesSlides/notesSlide7.xml" Id="Reeb9be1fcdd04f82"/></Relationships>
</file>

<file path=ppt/slides/_rels/slide108.xml.rels><?xml version='1.0' encoding='UTF-8' standalone='yes'?>
<Relationships xmlns="http://schemas.openxmlformats.org/package/2006/relationships"><Relationship Type="http://schemas.openxmlformats.org/officeDocument/2006/relationships/slideLayout" Target="../copula/slideLayouts/slideLayout1.xml" Id="Rc5181b49a3f5479c"/><Relationship Type="http://schemas.openxmlformats.org/officeDocument/2006/relationships/notesSlide" Target="../copula/notesSlides/notesSlide8.xml" Id="Rf56eda087ce6492f"/></Relationships>
</file>

<file path=ppt/slides/_rels/slide109.xml.rels><?xml version='1.0' encoding='UTF-8' standalone='yes'?>
<Relationships xmlns="http://schemas.openxmlformats.org/package/2006/relationships"><Relationship Type="http://schemas.openxmlformats.org/officeDocument/2006/relationships/slideLayout" Target="../copula/slideLayouts/slideLayout1.xml" Id="Rdf7589efee6140e7"/><Relationship Type="http://schemas.openxmlformats.org/officeDocument/2006/relationships/notesSlide" Target="../copula/notesSlides/notesSlide9.xml" Id="Rc12880a1945a49ee"/></Relationships>
</file>

<file path=ppt/slides/_rels/slide110.xml.rels><?xml version='1.0' encoding='UTF-8' standalone='yes'?>
<Relationships xmlns="http://schemas.openxmlformats.org/package/2006/relationships"><Relationship Type="http://schemas.openxmlformats.org/officeDocument/2006/relationships/slideLayout" Target="../copula/slideLayouts/slideLayout1.xml" Id="Ra6fabe7dd4c84aa0"/><Relationship Type="http://schemas.openxmlformats.org/officeDocument/2006/relationships/notesSlide" Target="../copula/notesSlides/notesSlide10.xml" Id="Re27f82e21f2c4fcf"/></Relationships>
</file>

<file path=ppt/slides/_rels/slide111.xml.rels><?xml version='1.0' encoding='UTF-8' standalone='yes'?>
<Relationships xmlns="http://schemas.openxmlformats.org/package/2006/relationships"><Relationship Type="http://schemas.openxmlformats.org/officeDocument/2006/relationships/slideLayout" Target="../copula/slideLayouts/slideLayout1.xml" Id="R33e7a89cab3e40a1"/><Relationship Type="http://schemas.openxmlformats.org/officeDocument/2006/relationships/notesSlide" Target="../copula/notesSlides/notesSlide11.xml" Id="R1680d921d27c4aba"/></Relationships>
</file>

<file path=ppt/slides/_rels/slide112.xml.rels><?xml version='1.0' encoding='UTF-8' standalone='yes'?>
<Relationships xmlns="http://schemas.openxmlformats.org/package/2006/relationships"><Relationship Type="http://schemas.openxmlformats.org/officeDocument/2006/relationships/slideLayout" Target="../copula/slideLayouts/slideLayout1.xml" Id="Rb7cb3f71b4a642a8"/><Relationship Type="http://schemas.openxmlformats.org/officeDocument/2006/relationships/notesSlide" Target="../copula/notesSlides/notesSlide12.xml" Id="Rd816c75201274e2e"/></Relationships>
</file>

<file path=ppt/slides/_rels/slide113.xml.rels><?xml version='1.0' encoding='UTF-8' standalone='yes'?>
<Relationships xmlns="http://schemas.openxmlformats.org/package/2006/relationships"><Relationship Type="http://schemas.openxmlformats.org/officeDocument/2006/relationships/slideLayout" Target="../copula/slideLayouts/slideLayout1.xml" Id="R83d68a0aa9cb40e2"/><Relationship Type="http://schemas.openxmlformats.org/officeDocument/2006/relationships/notesSlide" Target="../copula/notesSlides/notesSlide13.xml" Id="R207b155497e44e11"/></Relationships>
</file>

<file path=ppt/slides/_rels/slide114.xml.rels><?xml version='1.0' encoding='UTF-8' standalone='yes'?>
<Relationships xmlns="http://schemas.openxmlformats.org/package/2006/relationships"><Relationship Type="http://schemas.openxmlformats.org/officeDocument/2006/relationships/slideLayout" Target="../copula/slideLayouts/slideLayout1.xml" Id="Ra34f75329d314ae9"/><Relationship Type="http://schemas.openxmlformats.org/officeDocument/2006/relationships/chart" Target="../copula/slides/charts/chart1.xml" Id="R4141a0225f8b4aba"/><Relationship Type="http://schemas.openxmlformats.org/officeDocument/2006/relationships/chart" Target="../copula/slides/charts/chart2.xml" Id="Rc9f2fe3d476b47c2"/><Relationship Type="http://schemas.openxmlformats.org/officeDocument/2006/relationships/chart" Target="../copula/slides/charts/chart3.xml" Id="Rb67e5c0469934799"/><Relationship Type="http://schemas.openxmlformats.org/officeDocument/2006/relationships/notesSlide" Target="../copula/notesSlides/notesSlide14.xml" Id="Rd50d9e731e214d2d"/></Relationships>
</file>

<file path=ppt/slides/_rels/slide115.xml.rels><?xml version='1.0' encoding='UTF-8' standalone='yes'?>
<Relationships xmlns="http://schemas.openxmlformats.org/package/2006/relationships"><Relationship Type="http://schemas.openxmlformats.org/officeDocument/2006/relationships/slideLayout" Target="../copula/slideLayouts/slideLayout1.xml" Id="Rff217efdb7164f6f"/><Relationship Type="http://schemas.openxmlformats.org/officeDocument/2006/relationships/notesSlide" Target="../copula/notesSlides/notesSlide15.xml" Id="Rf732a638816b4f3f"/></Relationships>
</file>

<file path=ppt/slides/_rels/slide116.xml.rels><?xml version='1.0' encoding='UTF-8' standalone='yes'?>
<Relationships xmlns="http://schemas.openxmlformats.org/package/2006/relationships"><Relationship Type="http://schemas.openxmlformats.org/officeDocument/2006/relationships/slideLayout" Target="../copula/slideLayouts/slideLayout1.xml" Id="R62716168dd734338"/><Relationship Type="http://schemas.openxmlformats.org/officeDocument/2006/relationships/notesSlide" Target="../copula/notesSlides/notesSlide16.xml" Id="Rbc3ce98a4a7d4813"/></Relationships>
</file>

<file path=ppt/slides/_rels/slide117.xml.rels><?xml version='1.0' encoding='UTF-8' standalone='yes'?>
<Relationships xmlns="http://schemas.openxmlformats.org/package/2006/relationships"><Relationship Type="http://schemas.openxmlformats.org/officeDocument/2006/relationships/slideLayout" Target="../copula/slideLayouts/slideLayout1.xml" Id="Rdd3be1ebf8c345b0"/><Relationship Type="http://schemas.openxmlformats.org/officeDocument/2006/relationships/notesSlide" Target="../copula/notesSlides/notesSlide17.xml" Id="Rcec76287252c44eb"/></Relationships>
</file>

<file path=ppt/slides/_rels/slide118.xml.rels><?xml version='1.0' encoding='UTF-8' standalone='yes'?>
<Relationships xmlns="http://schemas.openxmlformats.org/package/2006/relationships"><Relationship Type="http://schemas.openxmlformats.org/officeDocument/2006/relationships/slideLayout" Target="../copula/slideLayouts/slideLayout1.xml" Id="R626d6b68e31e4f93"/><Relationship Type="http://schemas.openxmlformats.org/officeDocument/2006/relationships/notesSlide" Target="../copula/notesSlides/notesSlide18.xml" Id="Ra9c1efa7b19342d6"/></Relationships>
</file>

<file path=ppt/slides/_rels/slide119.xml.rels><?xml version='1.0' encoding='UTF-8' standalone='yes'?>
<Relationships xmlns="http://schemas.openxmlformats.org/package/2006/relationships"><Relationship Type="http://schemas.openxmlformats.org/officeDocument/2006/relationships/slideLayout" Target="../copula/slideLayouts/slideLayout1.xml" Id="Rfc8b5166b2ca488a"/><Relationship Type="http://schemas.openxmlformats.org/officeDocument/2006/relationships/notesSlide" Target="../copula/notesSlides/notesSlide19.xml" Id="Rcabe1edbd90d4666"/></Relationships>
</file>

<file path=ppt/slides/_rels/slide120.xml.rels><?xml version='1.0' encoding='UTF-8' standalone='yes'?>
<Relationships xmlns="http://schemas.openxmlformats.org/package/2006/relationships"><Relationship Type="http://schemas.openxmlformats.org/officeDocument/2006/relationships/slideLayout" Target="../copula/slideLayouts/slideLayout1.xml" Id="Rcb9ce8c771da4a9a"/><Relationship Type="http://schemas.openxmlformats.org/officeDocument/2006/relationships/notesSlide" Target="../copula/notesSlides/notesSlide20.xml" Id="Rca292eb3ee1542e8"/></Relationships>
</file>

<file path=ppt/slides/_rels/slide121.xml.rels><?xml version='1.0' encoding='UTF-8' standalone='yes'?>
<Relationships xmlns="http://schemas.openxmlformats.org/package/2006/relationships"><Relationship Type="http://schemas.openxmlformats.org/officeDocument/2006/relationships/slideLayout" Target="../copula/slideLayouts/slideLayout1.xml" Id="R2f63b91e8f814e7f"/><Relationship Type="http://schemas.openxmlformats.org/officeDocument/2006/relationships/notesSlide" Target="../copula/notesSlides/notesSlide21.xml" Id="R002c59ff0e994125"/></Relationships>
</file>

<file path=ppt/slides/_rels/slide122.xml.rels><?xml version='1.0' encoding='UTF-8' standalone='yes'?>
<Relationships xmlns="http://schemas.openxmlformats.org/package/2006/relationships"><Relationship Type="http://schemas.openxmlformats.org/officeDocument/2006/relationships/slideLayout" Target="../copula/slideLayouts/slideLayout1.xml" Id="R825d8a90ac874f22"/><Relationship Type="http://schemas.openxmlformats.org/officeDocument/2006/relationships/notesSlide" Target="../copula/notesSlides/notesSlide22.xml" Id="Rca19813093844973"/></Relationships>
</file>

<file path=ppt/slides/_rels/slide123.xml.rels><?xml version='1.0' encoding='UTF-8' standalone='yes'?>
<Relationships xmlns="http://schemas.openxmlformats.org/package/2006/relationships"><Relationship Type="http://schemas.openxmlformats.org/officeDocument/2006/relationships/slideLayout" Target="../copula/slideLayouts/slideLayout1.xml" Id="R357eaddcf6ae4aa5"/><Relationship Type="http://schemas.openxmlformats.org/officeDocument/2006/relationships/notesSlide" Target="../copula/notesSlides/notesSlide23.xml" Id="R0fea700165a54808"/></Relationships>
</file>

<file path=ppt/slides/_rels/slide124.xml.rels><?xml version='1.0' encoding='UTF-8' standalone='yes'?>
<Relationships xmlns="http://schemas.openxmlformats.org/package/2006/relationships"><Relationship Type="http://schemas.openxmlformats.org/officeDocument/2006/relationships/slideLayout" Target="../copula/slideLayouts/slideLayout1.xml" Id="R8a24c7fb629d4c37"/><Relationship Type="http://schemas.openxmlformats.org/officeDocument/2006/relationships/notesSlide" Target="../copula/notesSlides/notesSlide24.xml" Id="R1a0f2b6fd8ef46c8"/></Relationships>
</file>

<file path=ppt/slides/_rels/slide125.xml.rels><?xml version='1.0' encoding='UTF-8' standalone='yes'?>
<Relationships xmlns="http://schemas.openxmlformats.org/package/2006/relationships"><Relationship Type="http://schemas.openxmlformats.org/officeDocument/2006/relationships/slideLayout" Target="../copula/slideLayouts/slideLayout1.xml" Id="R69f8e91089f3476c"/><Relationship Type="http://schemas.openxmlformats.org/officeDocument/2006/relationships/notesSlide" Target="../copula/notesSlides/notesSlide25.xml" Id="R295fbc38dcda43d9"/></Relationships>
</file>

<file path=ppt/slides/_rels/slide126.xml.rels><?xml version='1.0' encoding='UTF-8' standalone='yes'?>
<Relationships xmlns="http://schemas.openxmlformats.org/package/2006/relationships"><Relationship Type="http://schemas.openxmlformats.org/officeDocument/2006/relationships/slideLayout" Target="../copula/slideLayouts/slideLayout1.xml" Id="R8f8da195424a44d2"/><Relationship Type="http://schemas.openxmlformats.org/officeDocument/2006/relationships/notesSlide" Target="../copula/notesSlides/notesSlide26.xml" Id="Ra4f2dd9ce1e744ef"/></Relationships>
</file>

<file path=ppt/slides/_rels/slide127.xml.rels><?xml version='1.0' encoding='UTF-8' standalone='yes'?>
<Relationships xmlns="http://schemas.openxmlformats.org/package/2006/relationships"><Relationship Type="http://schemas.openxmlformats.org/officeDocument/2006/relationships/slideLayout" Target="../copula/slideLayouts/slideLayout1.xml" Id="R579ee35e91194d22"/><Relationship Type="http://schemas.openxmlformats.org/officeDocument/2006/relationships/notesSlide" Target="../copula/notesSlides/notesSlide27.xml" Id="Rbf78cd8c137441f1"/></Relationships>
</file>

<file path=ppt/slides/_rels/slide128.xml.rels><?xml version='1.0' encoding='UTF-8' standalone='yes'?>
<Relationships xmlns="http://schemas.openxmlformats.org/package/2006/relationships"><Relationship Type="http://schemas.openxmlformats.org/officeDocument/2006/relationships/slideLayout" Target="../copula/slideLayouts/slideLayout1.xml" Id="R0021ca90f7cb4766"/><Relationship Type="http://schemas.openxmlformats.org/officeDocument/2006/relationships/notesSlide" Target="../copula/notesSlides/notesSlide28.xml" Id="R3b3aed87101c439d"/></Relationships>
</file>

<file path=ppt/slides/_rels/slide129.xml.rels><?xml version='1.0' encoding='UTF-8' standalone='yes'?>
<Relationships xmlns="http://schemas.openxmlformats.org/package/2006/relationships"><Relationship Type="http://schemas.openxmlformats.org/officeDocument/2006/relationships/slideLayout" Target="../copula/slideLayouts/slideLayout1.xml" Id="R36da7ddd93b04024"/><Relationship Type="http://schemas.openxmlformats.org/officeDocument/2006/relationships/notesSlide" Target="../copula/notesSlides/notesSlide29.xml" Id="R88c4118d183b40b4"/></Relationships>
</file>

<file path=ppt/slides/_rels/slide130.xml.rels><?xml version='1.0' encoding='UTF-8' standalone='yes'?>
<Relationships xmlns="http://schemas.openxmlformats.org/package/2006/relationships"><Relationship Type="http://schemas.openxmlformats.org/officeDocument/2006/relationships/slideLayout" Target="../copula/slideLayouts/slideLayout1.xml" Id="Rbcbef8c6c3e24cf9"/><Relationship Type="http://schemas.openxmlformats.org/officeDocument/2006/relationships/notesSlide" Target="../copula/notesSlides/notesSlide30.xml" Id="R802982b97cd242de"/></Relationships>
</file>

<file path=ppt/slides/_rels/slide131.xml.rels><?xml version='1.0' encoding='UTF-8' standalone='yes'?>
<Relationships xmlns="http://schemas.openxmlformats.org/package/2006/relationships"><Relationship Type="http://schemas.openxmlformats.org/officeDocument/2006/relationships/slideLayout" Target="../copula/slideLayouts/slideLayout1.xml" Id="R347dee60d9574cc3"/><Relationship Type="http://schemas.openxmlformats.org/officeDocument/2006/relationships/notesSlide" Target="../copula/notesSlides/notesSlide31.xml" Id="R89892591cdf14e3e"/></Relationships>
</file>

<file path=ppt/slides/_rels/slide132.xml.rels><?xml version='1.0' encoding='UTF-8' standalone='yes'?>
<Relationships xmlns="http://schemas.openxmlformats.org/package/2006/relationships"><Relationship Type="http://schemas.openxmlformats.org/officeDocument/2006/relationships/slideLayout" Target="../copula/slideLayouts/slideLayout1.xml" Id="Rf42e28835c134492"/><Relationship Type="http://schemas.openxmlformats.org/officeDocument/2006/relationships/notesSlide" Target="../copula/notesSlides/notesSlide32.xml" Id="R8c936dae31e840d8"/></Relationships>
</file>

<file path=ppt/slides/_rels/slide133.xml.rels><?xml version='1.0' encoding='UTF-8' standalone='yes'?>
<Relationships xmlns="http://schemas.openxmlformats.org/package/2006/relationships"><Relationship Type="http://schemas.openxmlformats.org/officeDocument/2006/relationships/slideLayout" Target="../copula/slideLayouts/slideLayout1.xml" Id="R7525ba72924e467a"/><Relationship Type="http://schemas.openxmlformats.org/officeDocument/2006/relationships/notesSlide" Target="../copula/notesSlides/notesSlide33.xml" Id="R9feb4e5f9fda4eb8"/></Relationships>
</file>

<file path=ppt/slides/_rels/slide134.xml.rels><?xml version='1.0' encoding='UTF-8' standalone='yes'?>
<Relationships xmlns="http://schemas.openxmlformats.org/package/2006/relationships"><Relationship Type="http://schemas.openxmlformats.org/officeDocument/2006/relationships/slideLayout" Target="../copula/slideLayouts/slideLayout1.xml" Id="R74c53f0c7d8f461f"/><Relationship Type="http://schemas.openxmlformats.org/officeDocument/2006/relationships/notesSlide" Target="../copula/notesSlides/notesSlide34.xml" Id="Rf43a120c7eb84939"/></Relationships>
</file>

<file path=ppt/slides/_rels/slide135.xml.rels><?xml version='1.0' encoding='UTF-8' standalone='yes'?>
<Relationships xmlns="http://schemas.openxmlformats.org/package/2006/relationships"><Relationship Type="http://schemas.openxmlformats.org/officeDocument/2006/relationships/slideLayout" Target="../copula/slideLayouts/slideLayout1.xml" Id="R8c94a37dc1cf44f2"/><Relationship Type="http://schemas.openxmlformats.org/officeDocument/2006/relationships/notesSlide" Target="../copula/notesSlides/notesSlide35.xml" Id="R0d4edad9f7704b74"/></Relationships>
</file>

<file path=ppt/slides/_rels/slide136.xml.rels><?xml version='1.0' encoding='UTF-8' standalone='yes'?>
<Relationships xmlns="http://schemas.openxmlformats.org/package/2006/relationships"><Relationship Type="http://schemas.openxmlformats.org/officeDocument/2006/relationships/slideLayout" Target="../copula/slideLayouts/slideLayout1.xml" Id="Rc06fe2cb3570439d"/><Relationship Type="http://schemas.openxmlformats.org/officeDocument/2006/relationships/notesSlide" Target="../copula/notesSlides/notesSlide36.xml" Id="R1e4969b977d54d23"/></Relationships>
</file>

<file path=ppt/slides/_rels/slide137.xml.rels><?xml version='1.0' encoding='UTF-8' standalone='yes'?>
<Relationships xmlns="http://schemas.openxmlformats.org/package/2006/relationships"><Relationship Type="http://schemas.openxmlformats.org/officeDocument/2006/relationships/slideLayout" Target="../copula/slideLayouts/slideLayout1.xml" Id="R708475dd617c4752"/><Relationship Type="http://schemas.openxmlformats.org/officeDocument/2006/relationships/notesSlide" Target="../copula/notesSlides/notesSlide37.xml" Id="R6b028229f9c049b5"/></Relationships>
</file>

<file path=ppt/slides/_rels/slide138.xml.rels><?xml version='1.0' encoding='UTF-8' standalone='yes'?>
<Relationships xmlns="http://schemas.openxmlformats.org/package/2006/relationships"><Relationship Type="http://schemas.openxmlformats.org/officeDocument/2006/relationships/slideLayout" Target="../copula/slideLayouts/slideLayout1.xml" Id="R8d41679cd0194cdf"/><Relationship Type="http://schemas.openxmlformats.org/officeDocument/2006/relationships/notesSlide" Target="../copula/notesSlides/notesSlide38.xml" Id="Rf5e1336287474a0f"/></Relationships>
</file>

<file path=ppt/slides/_rels/slide139.xml.rels><?xml version='1.0' encoding='UTF-8' standalone='yes'?>
<Relationships xmlns="http://schemas.openxmlformats.org/package/2006/relationships"><Relationship Type="http://schemas.openxmlformats.org/officeDocument/2006/relationships/slideLayout" Target="../copula/slideLayouts/slideLayout1.xml" Id="Re55f4247d4644f43"/><Relationship Type="http://schemas.openxmlformats.org/officeDocument/2006/relationships/notesSlide" Target="../copula/notesSlides/notesSlide39.xml" Id="R046a34ebeb094c6b"/></Relationships>
</file>

<file path=ppt/slides/_rels/slide140.xml.rels><?xml version='1.0' encoding='UTF-8' standalone='yes'?>
<Relationships xmlns="http://schemas.openxmlformats.org/package/2006/relationships"><Relationship Type="http://schemas.openxmlformats.org/officeDocument/2006/relationships/slideLayout" Target="../copula/slideLayouts/slideLayout1.xml" Id="Ra02e75e2dfc149c0"/><Relationship Type="http://schemas.openxmlformats.org/officeDocument/2006/relationships/notesSlide" Target="../copula/notesSlides/notesSlide40.xml" Id="Rfa373d67ec37414e"/></Relationships>
</file>

<file path=ppt/slides/_rels/slide141.xml.rels><?xml version='1.0' encoding='UTF-8' standalone='yes'?>
<Relationships xmlns="http://schemas.openxmlformats.org/package/2006/relationships"><Relationship Type="http://schemas.openxmlformats.org/officeDocument/2006/relationships/slideLayout" Target="../copula/slideLayouts/slideLayout1.xml" Id="R9ec1360c63694f93"/><Relationship Type="http://schemas.openxmlformats.org/officeDocument/2006/relationships/notesSlide" Target="../copula/notesSlides/notesSlide41.xml" Id="R455802f0bb174633"/></Relationships>
</file>

<file path=ppt/slides/_rels/slide142.xml.rels><?xml version='1.0' encoding='UTF-8' standalone='yes'?>
<Relationships xmlns="http://schemas.openxmlformats.org/package/2006/relationships"><Relationship Type="http://schemas.openxmlformats.org/officeDocument/2006/relationships/slideLayout" Target="../copula/slideLayouts/slideLayout1.xml" Id="Rba2ac951e5b74776"/><Relationship Type="http://schemas.openxmlformats.org/officeDocument/2006/relationships/notesSlide" Target="../copula/notesSlides/notesSlide42.xml" Id="Ra3eaac8ef4d646ec"/></Relationships>
</file>

<file path=ppt/slides/_rels/slide143.xml.rels><?xml version='1.0' encoding='UTF-8' standalone='yes'?>
<Relationships xmlns="http://schemas.openxmlformats.org/package/2006/relationships"><Relationship Type="http://schemas.openxmlformats.org/officeDocument/2006/relationships/slideLayout" Target="../copula/slideLayouts/slideLayout1.xml" Id="R7400ceca54c94ae9"/><Relationship Type="http://schemas.openxmlformats.org/officeDocument/2006/relationships/notesSlide" Target="../copula/notesSlides/notesSlide43.xml" Id="Rbba6de903eba4da3"/></Relationships>
</file>

<file path=ppt/slides/_rels/slide144.xml.rels><?xml version='1.0' encoding='UTF-8' standalone='yes'?>
<Relationships xmlns="http://schemas.openxmlformats.org/package/2006/relationships"><Relationship Type="http://schemas.openxmlformats.org/officeDocument/2006/relationships/slideLayout" Target="../copula/slideLayouts/slideLayout1.xml" Id="R5c329fa7a5da420a"/><Relationship Type="http://schemas.openxmlformats.org/officeDocument/2006/relationships/notesSlide" Target="../copula/notesSlides/notesSlide44.xml" Id="R8c7a34d055d5441f"/></Relationships>
</file>

<file path=ppt/slides/_rels/slide145.xml.rels><?xml version='1.0' encoding='UTF-8' standalone='yes'?>
<Relationships xmlns="http://schemas.openxmlformats.org/package/2006/relationships"><Relationship Type="http://schemas.openxmlformats.org/officeDocument/2006/relationships/slideLayout" Target="../copula/slideLayouts/slideLayout1.xml" Id="R30c4f6fb5f1c4bb0"/><Relationship Type="http://schemas.openxmlformats.org/officeDocument/2006/relationships/notesSlide" Target="../copula/notesSlides/notesSlide45.xml" Id="R9c99712986c9424a"/></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F71C6-17C9-57AB-ECD3-E62D59DC8A04}"/>
              </a:ext>
            </a:extLst>
          </p:cNvPr>
          <p:cNvSpPr>
            <a:spLocks noGrp="1"/>
          </p:cNvSpPr>
          <p:nvPr>
            <p:ph type="ctrTitle"/>
          </p:nvPr>
        </p:nvSpPr>
        <p:spPr>
          <a:xfrm>
            <a:off x="727213" y="699925"/>
            <a:ext cx="10737574" cy="2577302"/>
          </a:xfrm>
        </p:spPr>
        <p:txBody>
          <a:bodyPr>
            <a:normAutofit/>
          </a:bodyPr>
          <a:lstStyle/>
          <a:p>
            <a:pPr>
              <a:lnSpc>
                <a:spcPct val="100000"/>
              </a:lnSpc>
            </a:pPr>
            <a:r>
              <a:rPr kumimoji="1" lang="ja-JP" altLang="en-US" sz="4800" b="1" noProof="1"/>
              <a:t>ゼミ発表</a:t>
            </a:r>
            <a:endParaRPr kumimoji="1" lang="ja-JP" sz="4800" noProof="1">
              <a:latin typeface="+mn-ea"/>
              <a:ea typeface="+mn-ea"/>
            </a:endParaRPr>
          </a:p>
        </p:txBody>
      </p:sp>
      <p:sp>
        <p:nvSpPr>
          <p:cNvPr id="3" name="字幕 2">
            <a:extLst>
              <a:ext uri="{FF2B5EF4-FFF2-40B4-BE49-F238E27FC236}">
                <a16:creationId xmlns:a16="http://schemas.microsoft.com/office/drawing/2014/main" id="{27859E78-3DB5-9D1D-6018-D605D40E5A19}"/>
              </a:ext>
            </a:extLst>
          </p:cNvPr>
          <p:cNvSpPr>
            <a:spLocks noGrp="1"/>
          </p:cNvSpPr>
          <p:nvPr>
            <p:ph type="subTitle" idx="1"/>
          </p:nvPr>
        </p:nvSpPr>
        <p:spPr>
          <a:xfrm>
            <a:off x="1454426" y="3580773"/>
            <a:ext cx="9144000" cy="1655762"/>
          </a:xfrm>
        </p:spPr>
        <p:txBody>
          <a:bodyPr/>
          <a:lstStyle/>
          <a:p>
            <a:r>
              <a:rPr lang="ja-JP" noProof="1"/>
              <a:t>M1 齊藤光汰</a:t>
            </a:r>
            <a:endParaRPr kumimoji="1" lang="ja-JP" noProof="1"/>
          </a:p>
        </p:txBody>
      </p:sp>
      <p:sp>
        <p:nvSpPr>
          <p:cNvPr id="4" name="スライド番号プレースホルダー 3">
            <a:extLst>
              <a:ext uri="{FF2B5EF4-FFF2-40B4-BE49-F238E27FC236}">
                <a16:creationId xmlns:a16="http://schemas.microsoft.com/office/drawing/2014/main" id="{26075D1A-1A11-EB22-D666-B7047654E117}"/>
              </a:ext>
            </a:extLst>
          </p:cNvPr>
          <p:cNvSpPr>
            <a:spLocks noGrp="1"/>
          </p:cNvSpPr>
          <p:nvPr>
            <p:ph type="sldNum" sz="quarter" idx="12"/>
          </p:nvPr>
        </p:nvSpPr>
        <p:spPr/>
        <p:txBody>
          <a:bodyPr/>
          <a:lstStyle/>
          <a:p>
            <a:fld id="{766CFED1-DF6F-7E4C-BB21-72E6FAF4BC7E}" type="slidenum">
              <a:rPr kumimoji="1" lang="en-US" altLang="ja-JP" noProof="1" smtClean="0"/>
              <a:t>1</a:t>
            </a:fld>
            <a:endParaRPr kumimoji="1" lang="ja-JP" noProof="1"/>
          </a:p>
        </p:txBody>
      </p:sp>
    </p:spTree>
    <p:extLst>
      <p:ext uri="{BB962C8B-B14F-4D97-AF65-F5344CB8AC3E}">
        <p14:creationId xmlns:p14="http://schemas.microsoft.com/office/powerpoint/2010/main" val="33802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F662298-293E-71BD-1008-6EB39FB8BCAE}"/>
              </a:ext>
            </a:extLst>
          </p:cNvPr>
          <p:cNvSpPr>
            <a:spLocks noGrp="1"/>
          </p:cNvSpPr>
          <p:nvPr>
            <p:ph type="title"/>
          </p:nvPr>
        </p:nvSpPr>
        <p:spPr/>
        <p:txBody>
          <a:bodyPr>
            <a:normAutofit fontScale="90000"/>
          </a:bodyPr>
          <a:lstStyle/>
          <a:p>
            <a:pPr algn="ctr"/>
            <a:r>
              <a:rPr lang="ja-JP" altLang="en-US"/>
              <a:t>目次</a:t>
            </a:r>
          </a:p>
        </p:txBody>
      </p:sp>
      <p:sp>
        <p:nvSpPr>
          <p:cNvPr id="6" name="スライド番号プレースホルダー 5">
            <a:extLst>
              <a:ext uri="{FF2B5EF4-FFF2-40B4-BE49-F238E27FC236}">
                <a16:creationId xmlns:a16="http://schemas.microsoft.com/office/drawing/2014/main" id="{3C30C9F9-9480-7FEA-3481-C203DC651D94}"/>
              </a:ext>
            </a:extLst>
          </p:cNvPr>
          <p:cNvSpPr>
            <a:spLocks noGrp="1"/>
          </p:cNvSpPr>
          <p:nvPr>
            <p:ph type="sldNum" sz="quarter" idx="12"/>
          </p:nvPr>
        </p:nvSpPr>
        <p:spPr/>
        <p:txBody>
          <a:bodyPr/>
          <a:lstStyle/>
          <a:p>
            <a:fld id="{766CFED1-DF6F-7E4C-BB21-72E6FAF4BC7E}"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F0BE491E-0AF2-2FF6-A8B6-AC209FE0B87E}"/>
              </a:ext>
            </a:extLst>
          </p:cNvPr>
          <p:cNvSpPr txBox="1"/>
          <p:nvPr/>
        </p:nvSpPr>
        <p:spPr>
          <a:xfrm>
            <a:off x="956930" y="1509823"/>
            <a:ext cx="10749517" cy="3970318"/>
          </a:xfrm>
          <a:prstGeom prst="rect">
            <a:avLst/>
          </a:prstGeom>
          <a:noFill/>
        </p:spPr>
        <p:txBody>
          <a:bodyPr wrap="square" rtlCol="0">
            <a:spAutoFit/>
          </a:bodyPr>
          <a:lstStyle/>
          <a:p>
            <a:pPr marL="514350" indent="-514350">
              <a:buFont typeface="+mj-lt"/>
              <a:buAutoNum type="arabicPeriod"/>
            </a:pPr>
            <a:r>
              <a:rPr kumimoji="1" lang="ja-JP" altLang="en-US" sz="2800"/>
              <a:t>はじめに</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kumimoji="1" lang="ja-JP" altLang="en-US" sz="2800"/>
              <a:t>先行研究１</a:t>
            </a:r>
            <a:endParaRPr kumimoji="1" lang="en-US" altLang="ja-JP" sz="2800" dirty="0"/>
          </a:p>
          <a:p>
            <a:pPr marL="514350" indent="-514350">
              <a:buFont typeface="+mj-lt"/>
              <a:buAutoNum type="arabicPeriod"/>
            </a:pPr>
            <a:endParaRPr lang="en-US" altLang="ja-JP" sz="2800" dirty="0"/>
          </a:p>
          <a:p>
            <a:pPr marL="514350" indent="-514350">
              <a:buFont typeface="+mj-lt"/>
              <a:buAutoNum type="arabicPeriod"/>
            </a:pPr>
            <a:r>
              <a:rPr lang="ja-JP" altLang="en-US" sz="2800"/>
              <a:t>先行研究２</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問題設定</a:t>
            </a:r>
            <a:endParaRPr lang="en-US" altLang="ja-JP" sz="2800" dirty="0"/>
          </a:p>
          <a:p>
            <a:pPr marL="514350" indent="-514350">
              <a:buFont typeface="+mj-lt"/>
              <a:buAutoNum type="arabicPeriod"/>
            </a:pPr>
            <a:endParaRPr kumimoji="1" lang="en-US" altLang="ja-JP" sz="2800" dirty="0"/>
          </a:p>
          <a:p>
            <a:pPr marL="514350" indent="-514350">
              <a:buFont typeface="+mj-lt"/>
              <a:buAutoNum type="arabicPeriod"/>
            </a:pPr>
            <a:r>
              <a:rPr lang="ja-JP" altLang="en-US" sz="2800"/>
              <a:t>今後の展望</a:t>
            </a:r>
            <a:endParaRPr kumimoji="1" lang="ja-JP" altLang="en-US" sz="2800"/>
          </a:p>
        </p:txBody>
      </p:sp>
    </p:spTree>
    <p:extLst>
      <p:ext uri="{BB962C8B-B14F-4D97-AF65-F5344CB8AC3E}">
        <p14:creationId xmlns:p14="http://schemas.microsoft.com/office/powerpoint/2010/main" val="4154883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A9F22044-A94B-488E-F5E2-9EF659B3006C}"/>
              </a:ext>
            </a:extLst>
          </p:cNvPr>
          <p:cNvSpPr/>
          <p:nvPr/>
        </p:nvSpPr>
        <p:spPr>
          <a:xfrm>
            <a:off x="1281793" y="5372100"/>
            <a:ext cx="9233807" cy="1216479"/>
          </a:xfrm>
          <a:prstGeom prst="roundRect">
            <a:avLst/>
          </a:prstGeom>
          <a:solidFill>
            <a:srgbClr val="FFD1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C5B1D69-8333-18EF-27E9-79E17811FBB1}"/>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ACFF8479-CBF4-6B67-4633-3FBF20F70DE4}"/>
              </a:ext>
            </a:extLst>
          </p:cNvPr>
          <p:cNvSpPr>
            <a:spLocks noGrp="1"/>
          </p:cNvSpPr>
          <p:nvPr>
            <p:ph type="sldNum" sz="quarter" idx="12"/>
          </p:nvPr>
        </p:nvSpPr>
        <p:spPr/>
        <p:txBody>
          <a:bodyPr/>
          <a:lstStyle/>
          <a:p>
            <a:fld id="{766CFED1-DF6F-7E4C-BB21-72E6FAF4BC7E}" type="slidenum">
              <a:rPr kumimoji="1" lang="ja-JP" altLang="en-US" smtClean="0"/>
              <a:t>3</a:t>
            </a:fld>
            <a:endParaRPr kumimoji="1" lang="ja-JP" altLang="en-US"/>
          </a:p>
        </p:txBody>
      </p:sp>
      <p:sp>
        <p:nvSpPr>
          <p:cNvPr id="4" name="テキスト ボックス 3">
            <a:extLst>
              <a:ext uri="{FF2B5EF4-FFF2-40B4-BE49-F238E27FC236}">
                <a16:creationId xmlns:a16="http://schemas.microsoft.com/office/drawing/2014/main" id="{1F16CE5B-42EC-EC1B-0A9B-C3D12B69C693}"/>
              </a:ext>
            </a:extLst>
          </p:cNvPr>
          <p:cNvSpPr txBox="1"/>
          <p:nvPr/>
        </p:nvSpPr>
        <p:spPr>
          <a:xfrm>
            <a:off x="0" y="5591801"/>
            <a:ext cx="11582400" cy="830997"/>
          </a:xfrm>
          <a:prstGeom prst="rect">
            <a:avLst/>
          </a:prstGeom>
          <a:noFill/>
        </p:spPr>
        <p:txBody>
          <a:bodyPr wrap="square" rtlCol="0">
            <a:spAutoFit/>
          </a:bodyPr>
          <a:lstStyle/>
          <a:p>
            <a:pPr algn="ctr"/>
            <a:r>
              <a:rPr kumimoji="1" lang="ja-JP" altLang="en-US" sz="2400" b="1" dirty="0"/>
              <a:t>テーブルデータにおける変数間の依存構造の関係を考慮した</a:t>
            </a:r>
            <a:endParaRPr kumimoji="1" lang="en-US" altLang="ja-JP" sz="2400" b="1" dirty="0"/>
          </a:p>
          <a:p>
            <a:pPr algn="ctr"/>
            <a:r>
              <a:rPr lang="ja-JP" altLang="en-US" sz="2400" b="1" dirty="0"/>
              <a:t>データ拡張のフレームワークの提案</a:t>
            </a:r>
            <a:endParaRPr kumimoji="1" lang="en-US" altLang="ja-JP" sz="2400" b="1" dirty="0"/>
          </a:p>
        </p:txBody>
      </p:sp>
      <p:sp>
        <p:nvSpPr>
          <p:cNvPr id="7" name="テキスト ボックス 6">
            <a:extLst>
              <a:ext uri="{FF2B5EF4-FFF2-40B4-BE49-F238E27FC236}">
                <a16:creationId xmlns:a16="http://schemas.microsoft.com/office/drawing/2014/main" id="{0826BC72-D495-6CD2-13A5-3135C4151587}"/>
              </a:ext>
            </a:extLst>
          </p:cNvPr>
          <p:cNvSpPr txBox="1"/>
          <p:nvPr/>
        </p:nvSpPr>
        <p:spPr>
          <a:xfrm>
            <a:off x="1473574" y="1182011"/>
            <a:ext cx="2903360" cy="523220"/>
          </a:xfrm>
          <a:prstGeom prst="rect">
            <a:avLst/>
          </a:prstGeom>
          <a:noFill/>
        </p:spPr>
        <p:txBody>
          <a:bodyPr wrap="none" rtlCol="0">
            <a:spAutoFit/>
          </a:bodyPr>
          <a:lstStyle/>
          <a:p>
            <a:pPr algn="ctr"/>
            <a:r>
              <a:rPr kumimoji="1" lang="ja-JP" altLang="en-US" sz="2800" b="1" dirty="0"/>
              <a:t>先行研究</a:t>
            </a:r>
            <a:r>
              <a:rPr kumimoji="1" lang="en-US" altLang="ja-JP" sz="2800" b="1" dirty="0"/>
              <a:t>1</a:t>
            </a:r>
            <a:r>
              <a:rPr kumimoji="1" lang="ja-JP" altLang="en-US" sz="2800" b="1" dirty="0"/>
              <a:t>の課題</a:t>
            </a:r>
          </a:p>
        </p:txBody>
      </p:sp>
      <p:sp>
        <p:nvSpPr>
          <p:cNvPr id="15" name="テキスト ボックス 14">
            <a:extLst>
              <a:ext uri="{FF2B5EF4-FFF2-40B4-BE49-F238E27FC236}">
                <a16:creationId xmlns:a16="http://schemas.microsoft.com/office/drawing/2014/main" id="{7B1F59F7-9074-B155-25D6-FF3D8F317D58}"/>
              </a:ext>
            </a:extLst>
          </p:cNvPr>
          <p:cNvSpPr txBox="1"/>
          <p:nvPr/>
        </p:nvSpPr>
        <p:spPr>
          <a:xfrm>
            <a:off x="7242423" y="1182011"/>
            <a:ext cx="3057247" cy="523220"/>
          </a:xfrm>
          <a:prstGeom prst="rect">
            <a:avLst/>
          </a:prstGeom>
          <a:noFill/>
        </p:spPr>
        <p:txBody>
          <a:bodyPr wrap="none" rtlCol="0">
            <a:spAutoFit/>
          </a:bodyPr>
          <a:lstStyle/>
          <a:p>
            <a:pPr algn="ctr"/>
            <a:r>
              <a:rPr kumimoji="1" lang="ja-JP" altLang="en-US" sz="2800" b="1" dirty="0"/>
              <a:t>先行研究</a:t>
            </a:r>
            <a:r>
              <a:rPr lang="ja-JP" altLang="en-US" sz="2800" b="1" dirty="0"/>
              <a:t>２の課題</a:t>
            </a:r>
            <a:endParaRPr kumimoji="1" lang="ja-JP" altLang="en-US" sz="2800" b="1" dirty="0"/>
          </a:p>
        </p:txBody>
      </p:sp>
      <p:sp>
        <p:nvSpPr>
          <p:cNvPr id="16" name="テキスト ボックス 15">
            <a:extLst>
              <a:ext uri="{FF2B5EF4-FFF2-40B4-BE49-F238E27FC236}">
                <a16:creationId xmlns:a16="http://schemas.microsoft.com/office/drawing/2014/main" id="{FC2B04AB-F4F3-25C0-0A54-D99A699E05CF}"/>
              </a:ext>
            </a:extLst>
          </p:cNvPr>
          <p:cNvSpPr txBox="1"/>
          <p:nvPr/>
        </p:nvSpPr>
        <p:spPr>
          <a:xfrm>
            <a:off x="705650" y="1922737"/>
            <a:ext cx="3005951" cy="430887"/>
          </a:xfrm>
          <a:prstGeom prst="rect">
            <a:avLst/>
          </a:prstGeom>
          <a:noFill/>
        </p:spPr>
        <p:txBody>
          <a:bodyPr wrap="none" rtlCol="0">
            <a:spAutoFit/>
          </a:bodyPr>
          <a:lstStyle/>
          <a:p>
            <a:r>
              <a:rPr lang="ja-JP" altLang="en-US" sz="2200" b="1">
                <a:solidFill>
                  <a:srgbClr val="FF0000"/>
                </a:solidFill>
              </a:rPr>
              <a:t>論理崩壊</a:t>
            </a:r>
            <a:r>
              <a:rPr kumimoji="1" lang="ja-JP" altLang="en-US" sz="2200" b="1">
                <a:solidFill>
                  <a:srgbClr val="FF0000"/>
                </a:solidFill>
              </a:rPr>
              <a:t>データ</a:t>
            </a:r>
            <a:r>
              <a:rPr kumimoji="1" lang="ja-JP" altLang="en-US" sz="2200" b="1" dirty="0">
                <a:solidFill>
                  <a:srgbClr val="FF0000"/>
                </a:solidFill>
              </a:rPr>
              <a:t>の生成</a:t>
            </a:r>
          </a:p>
        </p:txBody>
      </p:sp>
      <p:sp>
        <p:nvSpPr>
          <p:cNvPr id="18" name="テキスト ボックス 17">
            <a:extLst>
              <a:ext uri="{FF2B5EF4-FFF2-40B4-BE49-F238E27FC236}">
                <a16:creationId xmlns:a16="http://schemas.microsoft.com/office/drawing/2014/main" id="{0859DBBD-BC15-618F-04AF-82E394234996}"/>
              </a:ext>
            </a:extLst>
          </p:cNvPr>
          <p:cNvSpPr txBox="1"/>
          <p:nvPr/>
        </p:nvSpPr>
        <p:spPr>
          <a:xfrm>
            <a:off x="705650" y="2539147"/>
            <a:ext cx="4699169" cy="1323439"/>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全体から無作為に値を抽出して補完するため</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変数間の相関構造が無視され、非現実的な拡張データが生成される</a:t>
            </a:r>
          </a:p>
        </p:txBody>
      </p:sp>
      <p:sp>
        <p:nvSpPr>
          <p:cNvPr id="19" name="テキスト ボックス 18">
            <a:extLst>
              <a:ext uri="{FF2B5EF4-FFF2-40B4-BE49-F238E27FC236}">
                <a16:creationId xmlns:a16="http://schemas.microsoft.com/office/drawing/2014/main" id="{CA674223-1B0B-F1BE-7AFD-739A90A422E2}"/>
              </a:ext>
            </a:extLst>
          </p:cNvPr>
          <p:cNvSpPr txBox="1"/>
          <p:nvPr/>
        </p:nvSpPr>
        <p:spPr>
          <a:xfrm>
            <a:off x="640374" y="4108807"/>
            <a:ext cx="5274201" cy="400110"/>
          </a:xfrm>
          <a:prstGeom prst="rect">
            <a:avLst/>
          </a:prstGeom>
          <a:noFill/>
        </p:spPr>
        <p:txBody>
          <a:bodyPr wrap="square" rtlCol="0">
            <a:spAutoFit/>
          </a:bodyPr>
          <a:lstStyle/>
          <a:p>
            <a:r>
              <a:rPr lang="ja-JP" altLang="en-US" sz="2000" dirty="0">
                <a:latin typeface="Noto Sans JP"/>
              </a:rPr>
              <a:t>結果として、モデルの</a:t>
            </a:r>
            <a:r>
              <a:rPr lang="ja-JP" altLang="en-US" sz="2000" b="1" dirty="0">
                <a:latin typeface="Noto Sans JP"/>
              </a:rPr>
              <a:t>表現学習が阻害</a:t>
            </a:r>
            <a:r>
              <a:rPr lang="ja-JP" altLang="en-US" sz="2000" dirty="0">
                <a:latin typeface="Noto Sans JP"/>
              </a:rPr>
              <a:t>される</a:t>
            </a:r>
            <a:endParaRPr kumimoji="1" lang="ja-JP" altLang="en-US" sz="2000" dirty="0"/>
          </a:p>
        </p:txBody>
      </p:sp>
      <p:sp>
        <p:nvSpPr>
          <p:cNvPr id="26" name="テキスト ボックス 25">
            <a:extLst>
              <a:ext uri="{FF2B5EF4-FFF2-40B4-BE49-F238E27FC236}">
                <a16:creationId xmlns:a16="http://schemas.microsoft.com/office/drawing/2014/main" id="{2DD97516-CB1B-7382-C902-6B6E51371275}"/>
              </a:ext>
            </a:extLst>
          </p:cNvPr>
          <p:cNvSpPr txBox="1"/>
          <p:nvPr/>
        </p:nvSpPr>
        <p:spPr>
          <a:xfrm>
            <a:off x="6426746" y="1922737"/>
            <a:ext cx="2723823" cy="430887"/>
          </a:xfrm>
          <a:prstGeom prst="rect">
            <a:avLst/>
          </a:prstGeom>
          <a:noFill/>
        </p:spPr>
        <p:txBody>
          <a:bodyPr wrap="none" rtlCol="0">
            <a:spAutoFit/>
          </a:bodyPr>
          <a:lstStyle/>
          <a:p>
            <a:r>
              <a:rPr kumimoji="1" lang="ja-JP" altLang="en-US" sz="2200" b="1" dirty="0">
                <a:solidFill>
                  <a:srgbClr val="FF0000"/>
                </a:solidFill>
              </a:rPr>
              <a:t>確証バイアスの増幅</a:t>
            </a:r>
          </a:p>
        </p:txBody>
      </p:sp>
      <p:sp>
        <p:nvSpPr>
          <p:cNvPr id="28" name="テキスト ボックス 27">
            <a:extLst>
              <a:ext uri="{FF2B5EF4-FFF2-40B4-BE49-F238E27FC236}">
                <a16:creationId xmlns:a16="http://schemas.microsoft.com/office/drawing/2014/main" id="{30AA8FBC-6F9C-18AC-AA86-DE76F9D81985}"/>
              </a:ext>
            </a:extLst>
          </p:cNvPr>
          <p:cNvSpPr txBox="1"/>
          <p:nvPr/>
        </p:nvSpPr>
        <p:spPr>
          <a:xfrm>
            <a:off x="6262154" y="2539147"/>
            <a:ext cx="4699169" cy="1938992"/>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Noto Sans JP"/>
              </a:rPr>
              <a:t>文脈を維持するために疑似ラベルに依存する</a:t>
            </a:r>
            <a:endParaRPr lang="en-US" altLang="ja-JP" sz="2000" dirty="0">
              <a:latin typeface="Noto Sans JP"/>
            </a:endParaRPr>
          </a:p>
          <a:p>
            <a:pPr marL="285750" indent="-285750">
              <a:buFont typeface="Arial" panose="020B0604020202020204" pitchFamily="34" charset="0"/>
              <a:buChar char="•"/>
            </a:pPr>
            <a:r>
              <a:rPr lang="ja-JP" altLang="en-US" sz="2000" dirty="0">
                <a:latin typeface="Noto Sans JP"/>
              </a:rPr>
              <a:t>初期の疑似ラベルを前提としてデータ拡張を行うため，疑似ラベルが誤っていた場合，ノイズが不可逆的に増幅する</a:t>
            </a:r>
          </a:p>
        </p:txBody>
      </p:sp>
      <p:sp>
        <p:nvSpPr>
          <p:cNvPr id="5" name="大かっこ 4">
            <a:extLst>
              <a:ext uri="{FF2B5EF4-FFF2-40B4-BE49-F238E27FC236}">
                <a16:creationId xmlns:a16="http://schemas.microsoft.com/office/drawing/2014/main" id="{F2AE2612-4035-2F70-317B-D91D24785F7B}"/>
              </a:ext>
            </a:extLst>
          </p:cNvPr>
          <p:cNvSpPr/>
          <p:nvPr/>
        </p:nvSpPr>
        <p:spPr>
          <a:xfrm>
            <a:off x="440871" y="1224643"/>
            <a:ext cx="5552932"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8" name="大かっこ 7">
            <a:extLst>
              <a:ext uri="{FF2B5EF4-FFF2-40B4-BE49-F238E27FC236}">
                <a16:creationId xmlns:a16="http://schemas.microsoft.com/office/drawing/2014/main" id="{5CABC38F-2B08-F14D-FFC8-025F448EFCA5}"/>
              </a:ext>
            </a:extLst>
          </p:cNvPr>
          <p:cNvSpPr/>
          <p:nvPr/>
        </p:nvSpPr>
        <p:spPr>
          <a:xfrm>
            <a:off x="6223907" y="1224643"/>
            <a:ext cx="5324383" cy="3963752"/>
          </a:xfrm>
          <a:prstGeom prst="bracket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90274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3187AF-53A6-3316-EC1F-7F307167AFCD}"/>
              </a:ext>
            </a:extLst>
          </p:cNvPr>
          <p:cNvSpPr>
            <a:spLocks noGrp="1"/>
          </p:cNvSpPr>
          <p:nvPr>
            <p:ph type="title"/>
          </p:nvPr>
        </p:nvSpPr>
        <p:spPr/>
        <p:txBody>
          <a:bodyPr/>
          <a:lstStyle/>
          <a:p>
            <a:r>
              <a:rPr kumimoji="1" lang="ja-JP" altLang="en-US" dirty="0"/>
              <a:t>本研究の問題設定</a:t>
            </a:r>
          </a:p>
        </p:txBody>
      </p:sp>
      <p:sp>
        <p:nvSpPr>
          <p:cNvPr id="3" name="スライド番号プレースホルダー 2">
            <a:extLst>
              <a:ext uri="{FF2B5EF4-FFF2-40B4-BE49-F238E27FC236}">
                <a16:creationId xmlns:a16="http://schemas.microsoft.com/office/drawing/2014/main" id="{B85F5972-9626-08DA-B543-E0A610967DB0}"/>
              </a:ext>
            </a:extLst>
          </p:cNvPr>
          <p:cNvSpPr>
            <a:spLocks noGrp="1"/>
          </p:cNvSpPr>
          <p:nvPr>
            <p:ph type="sldNum" sz="quarter" idx="12"/>
          </p:nvPr>
        </p:nvSpPr>
        <p:spPr/>
        <p:txBody>
          <a:bodyPr/>
          <a:lstStyle/>
          <a:p>
            <a:fld id="{766CFED1-DF6F-7E4C-BB21-72E6FAF4BC7E}" type="slidenum">
              <a:rPr kumimoji="1" lang="ja-JP" altLang="en-US" smtClean="0"/>
              <a:t>4</a:t>
            </a:fld>
            <a:endParaRPr kumimoji="1" lang="ja-JP" altLang="en-US"/>
          </a:p>
        </p:txBody>
      </p:sp>
      <p:sp>
        <p:nvSpPr>
          <p:cNvPr id="7" name="Text 3">
            <a:extLst>
              <a:ext uri="{FF2B5EF4-FFF2-40B4-BE49-F238E27FC236}">
                <a16:creationId xmlns:a16="http://schemas.microsoft.com/office/drawing/2014/main" id="{F3348926-0FE9-A399-7042-C2D175309576}"/>
              </a:ext>
            </a:extLst>
          </p:cNvPr>
          <p:cNvSpPr/>
          <p:nvPr/>
        </p:nvSpPr>
        <p:spPr>
          <a:xfrm>
            <a:off x="548640" y="1138647"/>
            <a:ext cx="11064240" cy="365760"/>
          </a:xfrm>
          <a:prstGeom prst="rect">
            <a:avLst/>
          </a:prstGeom>
          <a:noFill/>
          <a:ln/>
        </p:spPr>
        <p:txBody>
          <a:bodyPr wrap="square" lIns="0" tIns="0" rIns="0" bIns="0" rtlCol="0" anchor="ctr"/>
          <a:lstStyle/>
          <a:p>
            <a:pPr marL="0" indent="0">
              <a:buNone/>
            </a:pPr>
            <a:r>
              <a:rPr lang="ja-JP" altLang="en-US" sz="2400" b="1" dirty="0">
                <a:ea typeface="Yu Gothic" pitchFamily="34" charset="-122"/>
                <a:cs typeface="Yu Gothic" pitchFamily="34" charset="-120"/>
              </a:rPr>
              <a:t>現実の変数間の関係は、相関係数だけでは正しく捉えきれない</a:t>
            </a:r>
            <a:endParaRPr lang="en-US" altLang="ja-JP" sz="2400" b="1" dirty="0"/>
          </a:p>
        </p:txBody>
      </p:sp>
      <p:sp>
        <p:nvSpPr>
          <p:cNvPr id="9" name="Shape 4">
            <a:extLst>
              <a:ext uri="{FF2B5EF4-FFF2-40B4-BE49-F238E27FC236}">
                <a16:creationId xmlns:a16="http://schemas.microsoft.com/office/drawing/2014/main" id="{030E7663-C61D-E2C0-FE6E-115427E604B9}"/>
              </a:ext>
            </a:extLst>
          </p:cNvPr>
          <p:cNvSpPr/>
          <p:nvPr/>
        </p:nvSpPr>
        <p:spPr>
          <a:xfrm>
            <a:off x="54864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1" name="Text 5">
            <a:extLst>
              <a:ext uri="{FF2B5EF4-FFF2-40B4-BE49-F238E27FC236}">
                <a16:creationId xmlns:a16="http://schemas.microsoft.com/office/drawing/2014/main" id="{CEADEBED-445C-DE66-6919-79CFE9CDC224}"/>
              </a:ext>
            </a:extLst>
          </p:cNvPr>
          <p:cNvSpPr/>
          <p:nvPr/>
        </p:nvSpPr>
        <p:spPr>
          <a:xfrm>
            <a:off x="77724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① </a:t>
            </a:r>
            <a:r>
              <a:rPr lang="ja-JP" altLang="en-US" sz="2000" b="1" dirty="0">
                <a:solidFill>
                  <a:srgbClr val="1F2933"/>
                </a:solidFill>
                <a:ea typeface="Yu Gothic" pitchFamily="34" charset="-122"/>
                <a:cs typeface="Yu Gothic" pitchFamily="34" charset="-120"/>
              </a:rPr>
              <a:t>線形な関係</a:t>
            </a:r>
            <a:endParaRPr lang="en-US" altLang="ja-JP" sz="2000" dirty="0"/>
          </a:p>
        </p:txBody>
      </p:sp>
      <p:sp>
        <p:nvSpPr>
          <p:cNvPr id="13" name="Shape 6">
            <a:extLst>
              <a:ext uri="{FF2B5EF4-FFF2-40B4-BE49-F238E27FC236}">
                <a16:creationId xmlns:a16="http://schemas.microsoft.com/office/drawing/2014/main" id="{FAC6ACD9-0225-D77D-4846-12BC32A9DADA}"/>
              </a:ext>
            </a:extLst>
          </p:cNvPr>
          <p:cNvSpPr/>
          <p:nvPr/>
        </p:nvSpPr>
        <p:spPr>
          <a:xfrm>
            <a:off x="868680" y="2235927"/>
            <a:ext cx="0" cy="1143000"/>
          </a:xfrm>
          <a:prstGeom prst="line">
            <a:avLst/>
          </a:prstGeom>
          <a:noFill/>
          <a:ln w="12700">
            <a:solidFill>
              <a:srgbClr val="B7C3CC"/>
            </a:solidFill>
            <a:prstDash val="solid"/>
          </a:ln>
        </p:spPr>
        <p:txBody>
          <a:bodyPr/>
          <a:lstStyle/>
          <a:p>
            <a:endParaRPr lang="ja-JP" altLang="en-US"/>
          </a:p>
        </p:txBody>
      </p:sp>
      <p:sp>
        <p:nvSpPr>
          <p:cNvPr id="15" name="Shape 7">
            <a:extLst>
              <a:ext uri="{FF2B5EF4-FFF2-40B4-BE49-F238E27FC236}">
                <a16:creationId xmlns:a16="http://schemas.microsoft.com/office/drawing/2014/main" id="{0AA9A61F-8DE9-C38F-B67C-9E799A7DEBAA}"/>
              </a:ext>
            </a:extLst>
          </p:cNvPr>
          <p:cNvSpPr/>
          <p:nvPr/>
        </p:nvSpPr>
        <p:spPr>
          <a:xfrm>
            <a:off x="868680" y="3378927"/>
            <a:ext cx="2788920" cy="0"/>
          </a:xfrm>
          <a:prstGeom prst="line">
            <a:avLst/>
          </a:prstGeom>
          <a:noFill/>
          <a:ln w="12700">
            <a:solidFill>
              <a:srgbClr val="B7C3CC"/>
            </a:solidFill>
            <a:prstDash val="solid"/>
          </a:ln>
        </p:spPr>
        <p:txBody>
          <a:bodyPr/>
          <a:lstStyle/>
          <a:p>
            <a:endParaRPr lang="ja-JP" altLang="en-US"/>
          </a:p>
        </p:txBody>
      </p:sp>
      <p:sp>
        <p:nvSpPr>
          <p:cNvPr id="17" name="Shape 8">
            <a:extLst>
              <a:ext uri="{FF2B5EF4-FFF2-40B4-BE49-F238E27FC236}">
                <a16:creationId xmlns:a16="http://schemas.microsoft.com/office/drawing/2014/main" id="{F6C52A1B-D0F7-664E-F007-2629F51849E9}"/>
              </a:ext>
            </a:extLst>
          </p:cNvPr>
          <p:cNvSpPr/>
          <p:nvPr/>
        </p:nvSpPr>
        <p:spPr>
          <a:xfrm>
            <a:off x="2513106" y="2695871"/>
            <a:ext cx="64008" cy="64008"/>
          </a:xfrm>
          <a:prstGeom prst="ellipse">
            <a:avLst/>
          </a:prstGeom>
          <a:solidFill>
            <a:srgbClr val="2B6777"/>
          </a:solidFill>
          <a:ln/>
        </p:spPr>
        <p:txBody>
          <a:bodyPr/>
          <a:lstStyle/>
          <a:p>
            <a:endParaRPr lang="ja-JP" altLang="en-US"/>
          </a:p>
        </p:txBody>
      </p:sp>
      <p:sp>
        <p:nvSpPr>
          <p:cNvPr id="19" name="Shape 9">
            <a:extLst>
              <a:ext uri="{FF2B5EF4-FFF2-40B4-BE49-F238E27FC236}">
                <a16:creationId xmlns:a16="http://schemas.microsoft.com/office/drawing/2014/main" id="{87827EB1-9FC2-00FC-E4AA-DAAC4F2B357A}"/>
              </a:ext>
            </a:extLst>
          </p:cNvPr>
          <p:cNvSpPr/>
          <p:nvPr/>
        </p:nvSpPr>
        <p:spPr>
          <a:xfrm>
            <a:off x="3214135" y="2442082"/>
            <a:ext cx="64008" cy="64008"/>
          </a:xfrm>
          <a:prstGeom prst="ellipse">
            <a:avLst/>
          </a:prstGeom>
          <a:solidFill>
            <a:srgbClr val="2B6777"/>
          </a:solidFill>
          <a:ln/>
        </p:spPr>
        <p:txBody>
          <a:bodyPr/>
          <a:lstStyle/>
          <a:p>
            <a:endParaRPr lang="ja-JP" altLang="en-US"/>
          </a:p>
        </p:txBody>
      </p:sp>
      <p:sp>
        <p:nvSpPr>
          <p:cNvPr id="21" name="Shape 10">
            <a:extLst>
              <a:ext uri="{FF2B5EF4-FFF2-40B4-BE49-F238E27FC236}">
                <a16:creationId xmlns:a16="http://schemas.microsoft.com/office/drawing/2014/main" id="{9DCF29B0-0EA8-BCE8-BF53-575D8B2C1DD0}"/>
              </a:ext>
            </a:extLst>
          </p:cNvPr>
          <p:cNvSpPr/>
          <p:nvPr/>
        </p:nvSpPr>
        <p:spPr>
          <a:xfrm>
            <a:off x="1324218" y="3053650"/>
            <a:ext cx="64008" cy="64008"/>
          </a:xfrm>
          <a:prstGeom prst="ellipse">
            <a:avLst/>
          </a:prstGeom>
          <a:solidFill>
            <a:srgbClr val="2B6777"/>
          </a:solidFill>
          <a:ln/>
        </p:spPr>
        <p:txBody>
          <a:bodyPr/>
          <a:lstStyle/>
          <a:p>
            <a:endParaRPr lang="ja-JP" altLang="en-US"/>
          </a:p>
        </p:txBody>
      </p:sp>
      <p:sp>
        <p:nvSpPr>
          <p:cNvPr id="23" name="Shape 11">
            <a:extLst>
              <a:ext uri="{FF2B5EF4-FFF2-40B4-BE49-F238E27FC236}">
                <a16:creationId xmlns:a16="http://schemas.microsoft.com/office/drawing/2014/main" id="{D66C204E-2AFD-11F2-C978-2D214F06702F}"/>
              </a:ext>
            </a:extLst>
          </p:cNvPr>
          <p:cNvSpPr/>
          <p:nvPr/>
        </p:nvSpPr>
        <p:spPr>
          <a:xfrm>
            <a:off x="1598687" y="2952454"/>
            <a:ext cx="64008" cy="64008"/>
          </a:xfrm>
          <a:prstGeom prst="ellipse">
            <a:avLst/>
          </a:prstGeom>
          <a:solidFill>
            <a:srgbClr val="2B6777"/>
          </a:solidFill>
          <a:ln/>
        </p:spPr>
        <p:txBody>
          <a:bodyPr/>
          <a:lstStyle/>
          <a:p>
            <a:endParaRPr lang="ja-JP" altLang="en-US"/>
          </a:p>
        </p:txBody>
      </p:sp>
      <p:sp>
        <p:nvSpPr>
          <p:cNvPr id="25" name="Shape 12">
            <a:extLst>
              <a:ext uri="{FF2B5EF4-FFF2-40B4-BE49-F238E27FC236}">
                <a16:creationId xmlns:a16="http://schemas.microsoft.com/office/drawing/2014/main" id="{CA3704B4-40F7-1D22-DB5C-AD84626772B2}"/>
              </a:ext>
            </a:extLst>
          </p:cNvPr>
          <p:cNvSpPr/>
          <p:nvPr/>
        </p:nvSpPr>
        <p:spPr>
          <a:xfrm>
            <a:off x="3250416" y="2462372"/>
            <a:ext cx="64008" cy="64008"/>
          </a:xfrm>
          <a:prstGeom prst="ellipse">
            <a:avLst/>
          </a:prstGeom>
          <a:solidFill>
            <a:srgbClr val="2B6777"/>
          </a:solidFill>
          <a:ln/>
        </p:spPr>
        <p:txBody>
          <a:bodyPr/>
          <a:lstStyle/>
          <a:p>
            <a:endParaRPr lang="ja-JP" altLang="en-US"/>
          </a:p>
        </p:txBody>
      </p:sp>
      <p:sp>
        <p:nvSpPr>
          <p:cNvPr id="27" name="Shape 13">
            <a:extLst>
              <a:ext uri="{FF2B5EF4-FFF2-40B4-BE49-F238E27FC236}">
                <a16:creationId xmlns:a16="http://schemas.microsoft.com/office/drawing/2014/main" id="{EF5485DC-FFC1-84DD-1652-81098EE7782D}"/>
              </a:ext>
            </a:extLst>
          </p:cNvPr>
          <p:cNvSpPr/>
          <p:nvPr/>
        </p:nvSpPr>
        <p:spPr>
          <a:xfrm>
            <a:off x="1533693" y="2931522"/>
            <a:ext cx="64008" cy="64008"/>
          </a:xfrm>
          <a:prstGeom prst="ellipse">
            <a:avLst/>
          </a:prstGeom>
          <a:solidFill>
            <a:srgbClr val="2B6777"/>
          </a:solidFill>
          <a:ln/>
        </p:spPr>
        <p:txBody>
          <a:bodyPr/>
          <a:lstStyle/>
          <a:p>
            <a:endParaRPr lang="ja-JP" altLang="en-US"/>
          </a:p>
        </p:txBody>
      </p:sp>
      <p:sp>
        <p:nvSpPr>
          <p:cNvPr id="29" name="Shape 14">
            <a:extLst>
              <a:ext uri="{FF2B5EF4-FFF2-40B4-BE49-F238E27FC236}">
                <a16:creationId xmlns:a16="http://schemas.microsoft.com/office/drawing/2014/main" id="{90E143BF-76A2-C6CF-8845-FDF31F5C0BD4}"/>
              </a:ext>
            </a:extLst>
          </p:cNvPr>
          <p:cNvSpPr/>
          <p:nvPr/>
        </p:nvSpPr>
        <p:spPr>
          <a:xfrm>
            <a:off x="2916478" y="2592839"/>
            <a:ext cx="64008" cy="64008"/>
          </a:xfrm>
          <a:prstGeom prst="ellipse">
            <a:avLst/>
          </a:prstGeom>
          <a:solidFill>
            <a:srgbClr val="2B6777"/>
          </a:solidFill>
          <a:ln/>
        </p:spPr>
        <p:txBody>
          <a:bodyPr/>
          <a:lstStyle/>
          <a:p>
            <a:endParaRPr lang="ja-JP" altLang="en-US"/>
          </a:p>
        </p:txBody>
      </p:sp>
      <p:sp>
        <p:nvSpPr>
          <p:cNvPr id="31" name="Shape 15">
            <a:extLst>
              <a:ext uri="{FF2B5EF4-FFF2-40B4-BE49-F238E27FC236}">
                <a16:creationId xmlns:a16="http://schemas.microsoft.com/office/drawing/2014/main" id="{D0DB5440-7263-D889-5F1E-9BF13004959A}"/>
              </a:ext>
            </a:extLst>
          </p:cNvPr>
          <p:cNvSpPr/>
          <p:nvPr/>
        </p:nvSpPr>
        <p:spPr>
          <a:xfrm>
            <a:off x="1386801" y="3038296"/>
            <a:ext cx="64008" cy="64008"/>
          </a:xfrm>
          <a:prstGeom prst="ellipse">
            <a:avLst/>
          </a:prstGeom>
          <a:solidFill>
            <a:srgbClr val="2B6777"/>
          </a:solidFill>
          <a:ln/>
        </p:spPr>
        <p:txBody>
          <a:bodyPr/>
          <a:lstStyle/>
          <a:p>
            <a:endParaRPr lang="ja-JP" altLang="en-US"/>
          </a:p>
        </p:txBody>
      </p:sp>
      <p:sp>
        <p:nvSpPr>
          <p:cNvPr id="33" name="Shape 16">
            <a:extLst>
              <a:ext uri="{FF2B5EF4-FFF2-40B4-BE49-F238E27FC236}">
                <a16:creationId xmlns:a16="http://schemas.microsoft.com/office/drawing/2014/main" id="{D53E92F7-AB33-DEE9-F7E1-683D6AD2D636}"/>
              </a:ext>
            </a:extLst>
          </p:cNvPr>
          <p:cNvSpPr/>
          <p:nvPr/>
        </p:nvSpPr>
        <p:spPr>
          <a:xfrm>
            <a:off x="2751582" y="2595615"/>
            <a:ext cx="64008" cy="64008"/>
          </a:xfrm>
          <a:prstGeom prst="ellipse">
            <a:avLst/>
          </a:prstGeom>
          <a:solidFill>
            <a:srgbClr val="2B6777"/>
          </a:solidFill>
          <a:ln/>
        </p:spPr>
        <p:txBody>
          <a:bodyPr/>
          <a:lstStyle/>
          <a:p>
            <a:endParaRPr lang="ja-JP" altLang="en-US"/>
          </a:p>
        </p:txBody>
      </p:sp>
      <p:sp>
        <p:nvSpPr>
          <p:cNvPr id="35" name="Shape 17">
            <a:extLst>
              <a:ext uri="{FF2B5EF4-FFF2-40B4-BE49-F238E27FC236}">
                <a16:creationId xmlns:a16="http://schemas.microsoft.com/office/drawing/2014/main" id="{C083815D-A7BE-CA03-2010-A0C1F72C4E7B}"/>
              </a:ext>
            </a:extLst>
          </p:cNvPr>
          <p:cNvSpPr/>
          <p:nvPr/>
        </p:nvSpPr>
        <p:spPr>
          <a:xfrm>
            <a:off x="847394" y="3211100"/>
            <a:ext cx="64008" cy="64008"/>
          </a:xfrm>
          <a:prstGeom prst="ellipse">
            <a:avLst/>
          </a:prstGeom>
          <a:solidFill>
            <a:srgbClr val="2B6777"/>
          </a:solidFill>
          <a:ln/>
        </p:spPr>
        <p:txBody>
          <a:bodyPr/>
          <a:lstStyle/>
          <a:p>
            <a:endParaRPr lang="ja-JP" altLang="en-US"/>
          </a:p>
        </p:txBody>
      </p:sp>
      <p:sp>
        <p:nvSpPr>
          <p:cNvPr id="37" name="Shape 18">
            <a:extLst>
              <a:ext uri="{FF2B5EF4-FFF2-40B4-BE49-F238E27FC236}">
                <a16:creationId xmlns:a16="http://schemas.microsoft.com/office/drawing/2014/main" id="{8A4B08E7-54E6-32C9-3CEE-D1DB2BB85460}"/>
              </a:ext>
            </a:extLst>
          </p:cNvPr>
          <p:cNvSpPr/>
          <p:nvPr/>
        </p:nvSpPr>
        <p:spPr>
          <a:xfrm>
            <a:off x="3171943" y="2554200"/>
            <a:ext cx="64008" cy="64008"/>
          </a:xfrm>
          <a:prstGeom prst="ellipse">
            <a:avLst/>
          </a:prstGeom>
          <a:solidFill>
            <a:srgbClr val="2B6777"/>
          </a:solidFill>
          <a:ln/>
        </p:spPr>
        <p:txBody>
          <a:bodyPr/>
          <a:lstStyle/>
          <a:p>
            <a:endParaRPr lang="ja-JP" altLang="en-US"/>
          </a:p>
        </p:txBody>
      </p:sp>
      <p:sp>
        <p:nvSpPr>
          <p:cNvPr id="39" name="Shape 19">
            <a:extLst>
              <a:ext uri="{FF2B5EF4-FFF2-40B4-BE49-F238E27FC236}">
                <a16:creationId xmlns:a16="http://schemas.microsoft.com/office/drawing/2014/main" id="{65308202-BDBD-4290-AC97-8685CC913BD1}"/>
              </a:ext>
            </a:extLst>
          </p:cNvPr>
          <p:cNvSpPr/>
          <p:nvPr/>
        </p:nvSpPr>
        <p:spPr>
          <a:xfrm>
            <a:off x="2488620" y="2770186"/>
            <a:ext cx="64008" cy="64008"/>
          </a:xfrm>
          <a:prstGeom prst="ellipse">
            <a:avLst/>
          </a:prstGeom>
          <a:solidFill>
            <a:srgbClr val="2B6777"/>
          </a:solidFill>
          <a:ln/>
        </p:spPr>
        <p:txBody>
          <a:bodyPr/>
          <a:lstStyle/>
          <a:p>
            <a:endParaRPr lang="ja-JP" altLang="en-US"/>
          </a:p>
        </p:txBody>
      </p:sp>
      <p:sp>
        <p:nvSpPr>
          <p:cNvPr id="41" name="Shape 20">
            <a:extLst>
              <a:ext uri="{FF2B5EF4-FFF2-40B4-BE49-F238E27FC236}">
                <a16:creationId xmlns:a16="http://schemas.microsoft.com/office/drawing/2014/main" id="{BAF721E4-4CE6-973E-80CB-D8D8C53EF0E8}"/>
              </a:ext>
            </a:extLst>
          </p:cNvPr>
          <p:cNvSpPr/>
          <p:nvPr/>
        </p:nvSpPr>
        <p:spPr>
          <a:xfrm>
            <a:off x="1581195" y="3047987"/>
            <a:ext cx="64008" cy="64008"/>
          </a:xfrm>
          <a:prstGeom prst="ellipse">
            <a:avLst/>
          </a:prstGeom>
          <a:solidFill>
            <a:srgbClr val="2B6777"/>
          </a:solidFill>
          <a:ln/>
        </p:spPr>
        <p:txBody>
          <a:bodyPr/>
          <a:lstStyle/>
          <a:p>
            <a:endParaRPr lang="ja-JP" altLang="en-US"/>
          </a:p>
        </p:txBody>
      </p:sp>
      <p:sp>
        <p:nvSpPr>
          <p:cNvPr id="43" name="Shape 21">
            <a:extLst>
              <a:ext uri="{FF2B5EF4-FFF2-40B4-BE49-F238E27FC236}">
                <a16:creationId xmlns:a16="http://schemas.microsoft.com/office/drawing/2014/main" id="{84F4D359-0F4A-41F0-4E50-3FC1FF19F016}"/>
              </a:ext>
            </a:extLst>
          </p:cNvPr>
          <p:cNvSpPr/>
          <p:nvPr/>
        </p:nvSpPr>
        <p:spPr>
          <a:xfrm>
            <a:off x="1354548" y="3003085"/>
            <a:ext cx="64008" cy="64008"/>
          </a:xfrm>
          <a:prstGeom prst="ellipse">
            <a:avLst/>
          </a:prstGeom>
          <a:solidFill>
            <a:srgbClr val="2B6777"/>
          </a:solidFill>
          <a:ln/>
        </p:spPr>
        <p:txBody>
          <a:bodyPr/>
          <a:lstStyle/>
          <a:p>
            <a:endParaRPr lang="ja-JP" altLang="en-US"/>
          </a:p>
        </p:txBody>
      </p:sp>
      <p:sp>
        <p:nvSpPr>
          <p:cNvPr id="45" name="Shape 22">
            <a:extLst>
              <a:ext uri="{FF2B5EF4-FFF2-40B4-BE49-F238E27FC236}">
                <a16:creationId xmlns:a16="http://schemas.microsoft.com/office/drawing/2014/main" id="{B3B90A0A-CCA7-8B43-3465-615D76D53F40}"/>
              </a:ext>
            </a:extLst>
          </p:cNvPr>
          <p:cNvSpPr/>
          <p:nvPr/>
        </p:nvSpPr>
        <p:spPr>
          <a:xfrm>
            <a:off x="2315740" y="2824741"/>
            <a:ext cx="64008" cy="64008"/>
          </a:xfrm>
          <a:prstGeom prst="ellipse">
            <a:avLst/>
          </a:prstGeom>
          <a:solidFill>
            <a:srgbClr val="2B6777"/>
          </a:solidFill>
          <a:ln/>
        </p:spPr>
        <p:txBody>
          <a:bodyPr/>
          <a:lstStyle/>
          <a:p>
            <a:endParaRPr lang="ja-JP" altLang="en-US"/>
          </a:p>
        </p:txBody>
      </p:sp>
      <p:sp>
        <p:nvSpPr>
          <p:cNvPr id="47" name="Shape 23">
            <a:extLst>
              <a:ext uri="{FF2B5EF4-FFF2-40B4-BE49-F238E27FC236}">
                <a16:creationId xmlns:a16="http://schemas.microsoft.com/office/drawing/2014/main" id="{F93AD925-15A2-6B93-0CB7-8560D80C3E5D}"/>
              </a:ext>
            </a:extLst>
          </p:cNvPr>
          <p:cNvSpPr/>
          <p:nvPr/>
        </p:nvSpPr>
        <p:spPr>
          <a:xfrm>
            <a:off x="1319174" y="3004640"/>
            <a:ext cx="64008" cy="64008"/>
          </a:xfrm>
          <a:prstGeom prst="ellipse">
            <a:avLst/>
          </a:prstGeom>
          <a:solidFill>
            <a:srgbClr val="2B6777"/>
          </a:solidFill>
          <a:ln/>
        </p:spPr>
        <p:txBody>
          <a:bodyPr/>
          <a:lstStyle/>
          <a:p>
            <a:endParaRPr lang="ja-JP" altLang="en-US"/>
          </a:p>
        </p:txBody>
      </p:sp>
      <p:sp>
        <p:nvSpPr>
          <p:cNvPr id="49" name="Shape 24">
            <a:extLst>
              <a:ext uri="{FF2B5EF4-FFF2-40B4-BE49-F238E27FC236}">
                <a16:creationId xmlns:a16="http://schemas.microsoft.com/office/drawing/2014/main" id="{207576F2-67E2-B00A-A221-5A1C2330CE1D}"/>
              </a:ext>
            </a:extLst>
          </p:cNvPr>
          <p:cNvSpPr/>
          <p:nvPr/>
        </p:nvSpPr>
        <p:spPr>
          <a:xfrm>
            <a:off x="2196944" y="2736623"/>
            <a:ext cx="64008" cy="64008"/>
          </a:xfrm>
          <a:prstGeom prst="ellipse">
            <a:avLst/>
          </a:prstGeom>
          <a:solidFill>
            <a:srgbClr val="2B6777"/>
          </a:solidFill>
          <a:ln/>
        </p:spPr>
        <p:txBody>
          <a:bodyPr/>
          <a:lstStyle/>
          <a:p>
            <a:endParaRPr lang="ja-JP" altLang="en-US"/>
          </a:p>
        </p:txBody>
      </p:sp>
      <p:sp>
        <p:nvSpPr>
          <p:cNvPr id="51" name="Shape 25">
            <a:extLst>
              <a:ext uri="{FF2B5EF4-FFF2-40B4-BE49-F238E27FC236}">
                <a16:creationId xmlns:a16="http://schemas.microsoft.com/office/drawing/2014/main" id="{5B984C9F-B969-2057-229F-2C98857E989A}"/>
              </a:ext>
            </a:extLst>
          </p:cNvPr>
          <p:cNvSpPr/>
          <p:nvPr/>
        </p:nvSpPr>
        <p:spPr>
          <a:xfrm>
            <a:off x="1727629" y="2940271"/>
            <a:ext cx="64008" cy="64008"/>
          </a:xfrm>
          <a:prstGeom prst="ellipse">
            <a:avLst/>
          </a:prstGeom>
          <a:solidFill>
            <a:srgbClr val="2B6777"/>
          </a:solidFill>
          <a:ln/>
        </p:spPr>
        <p:txBody>
          <a:bodyPr/>
          <a:lstStyle/>
          <a:p>
            <a:endParaRPr lang="ja-JP" altLang="en-US"/>
          </a:p>
        </p:txBody>
      </p:sp>
      <p:sp>
        <p:nvSpPr>
          <p:cNvPr id="53" name="Shape 26">
            <a:extLst>
              <a:ext uri="{FF2B5EF4-FFF2-40B4-BE49-F238E27FC236}">
                <a16:creationId xmlns:a16="http://schemas.microsoft.com/office/drawing/2014/main" id="{BFB68AF4-A3A7-99F2-6AFC-03907DA5D0AA}"/>
              </a:ext>
            </a:extLst>
          </p:cNvPr>
          <p:cNvSpPr/>
          <p:nvPr/>
        </p:nvSpPr>
        <p:spPr>
          <a:xfrm>
            <a:off x="941091" y="3249026"/>
            <a:ext cx="64008" cy="64008"/>
          </a:xfrm>
          <a:prstGeom prst="ellipse">
            <a:avLst/>
          </a:prstGeom>
          <a:solidFill>
            <a:srgbClr val="2B6777"/>
          </a:solidFill>
          <a:ln/>
        </p:spPr>
        <p:txBody>
          <a:bodyPr/>
          <a:lstStyle/>
          <a:p>
            <a:endParaRPr lang="ja-JP" altLang="en-US"/>
          </a:p>
        </p:txBody>
      </p:sp>
      <p:sp>
        <p:nvSpPr>
          <p:cNvPr id="55" name="Shape 27">
            <a:extLst>
              <a:ext uri="{FF2B5EF4-FFF2-40B4-BE49-F238E27FC236}">
                <a16:creationId xmlns:a16="http://schemas.microsoft.com/office/drawing/2014/main" id="{BF3FEE88-3C4A-5162-61F5-22928D43080D}"/>
              </a:ext>
            </a:extLst>
          </p:cNvPr>
          <p:cNvSpPr/>
          <p:nvPr/>
        </p:nvSpPr>
        <p:spPr>
          <a:xfrm>
            <a:off x="2388988" y="2710777"/>
            <a:ext cx="64008" cy="64008"/>
          </a:xfrm>
          <a:prstGeom prst="ellipse">
            <a:avLst/>
          </a:prstGeom>
          <a:solidFill>
            <a:srgbClr val="2B6777"/>
          </a:solidFill>
          <a:ln/>
        </p:spPr>
        <p:txBody>
          <a:bodyPr/>
          <a:lstStyle/>
          <a:p>
            <a:endParaRPr lang="ja-JP" altLang="en-US"/>
          </a:p>
        </p:txBody>
      </p:sp>
      <p:sp>
        <p:nvSpPr>
          <p:cNvPr id="57" name="Shape 28">
            <a:extLst>
              <a:ext uri="{FF2B5EF4-FFF2-40B4-BE49-F238E27FC236}">
                <a16:creationId xmlns:a16="http://schemas.microsoft.com/office/drawing/2014/main" id="{AF6DF1DB-378F-ACB7-231D-27E3CD234A61}"/>
              </a:ext>
            </a:extLst>
          </p:cNvPr>
          <p:cNvSpPr/>
          <p:nvPr/>
        </p:nvSpPr>
        <p:spPr>
          <a:xfrm>
            <a:off x="1520449" y="2973471"/>
            <a:ext cx="64008" cy="64008"/>
          </a:xfrm>
          <a:prstGeom prst="ellipse">
            <a:avLst/>
          </a:prstGeom>
          <a:solidFill>
            <a:srgbClr val="2B6777"/>
          </a:solidFill>
          <a:ln/>
        </p:spPr>
        <p:txBody>
          <a:bodyPr/>
          <a:lstStyle/>
          <a:p>
            <a:endParaRPr lang="ja-JP" altLang="en-US"/>
          </a:p>
        </p:txBody>
      </p:sp>
      <p:sp>
        <p:nvSpPr>
          <p:cNvPr id="59" name="Shape 29">
            <a:extLst>
              <a:ext uri="{FF2B5EF4-FFF2-40B4-BE49-F238E27FC236}">
                <a16:creationId xmlns:a16="http://schemas.microsoft.com/office/drawing/2014/main" id="{E033BC62-CD79-A6F1-0D7C-6BC9B07665D8}"/>
              </a:ext>
            </a:extLst>
          </p:cNvPr>
          <p:cNvSpPr/>
          <p:nvPr/>
        </p:nvSpPr>
        <p:spPr>
          <a:xfrm>
            <a:off x="1420984" y="3059189"/>
            <a:ext cx="64008" cy="64008"/>
          </a:xfrm>
          <a:prstGeom prst="ellipse">
            <a:avLst/>
          </a:prstGeom>
          <a:solidFill>
            <a:srgbClr val="2B6777"/>
          </a:solidFill>
          <a:ln/>
        </p:spPr>
        <p:txBody>
          <a:bodyPr/>
          <a:lstStyle/>
          <a:p>
            <a:endParaRPr lang="ja-JP" altLang="en-US"/>
          </a:p>
        </p:txBody>
      </p:sp>
      <p:sp>
        <p:nvSpPr>
          <p:cNvPr id="61" name="Shape 30">
            <a:extLst>
              <a:ext uri="{FF2B5EF4-FFF2-40B4-BE49-F238E27FC236}">
                <a16:creationId xmlns:a16="http://schemas.microsoft.com/office/drawing/2014/main" id="{6BC265F3-BD6A-B411-ED57-F9F3A80F2F1C}"/>
              </a:ext>
            </a:extLst>
          </p:cNvPr>
          <p:cNvSpPr/>
          <p:nvPr/>
        </p:nvSpPr>
        <p:spPr>
          <a:xfrm>
            <a:off x="2896632" y="2510736"/>
            <a:ext cx="64008" cy="64008"/>
          </a:xfrm>
          <a:prstGeom prst="ellipse">
            <a:avLst/>
          </a:prstGeom>
          <a:solidFill>
            <a:srgbClr val="2B6777"/>
          </a:solidFill>
          <a:ln/>
        </p:spPr>
        <p:txBody>
          <a:bodyPr/>
          <a:lstStyle/>
          <a:p>
            <a:endParaRPr lang="ja-JP" altLang="en-US"/>
          </a:p>
        </p:txBody>
      </p:sp>
      <p:sp>
        <p:nvSpPr>
          <p:cNvPr id="63" name="Shape 31">
            <a:extLst>
              <a:ext uri="{FF2B5EF4-FFF2-40B4-BE49-F238E27FC236}">
                <a16:creationId xmlns:a16="http://schemas.microsoft.com/office/drawing/2014/main" id="{36F17E3C-B558-3E6A-9774-BB8E429574C4}"/>
              </a:ext>
            </a:extLst>
          </p:cNvPr>
          <p:cNvSpPr/>
          <p:nvPr/>
        </p:nvSpPr>
        <p:spPr>
          <a:xfrm>
            <a:off x="2253437" y="2815812"/>
            <a:ext cx="64008" cy="64008"/>
          </a:xfrm>
          <a:prstGeom prst="ellipse">
            <a:avLst/>
          </a:prstGeom>
          <a:solidFill>
            <a:srgbClr val="2B6777"/>
          </a:solidFill>
          <a:ln/>
        </p:spPr>
        <p:txBody>
          <a:bodyPr/>
          <a:lstStyle/>
          <a:p>
            <a:endParaRPr lang="ja-JP" altLang="en-US"/>
          </a:p>
        </p:txBody>
      </p:sp>
      <p:sp>
        <p:nvSpPr>
          <p:cNvPr id="65" name="Shape 32">
            <a:extLst>
              <a:ext uri="{FF2B5EF4-FFF2-40B4-BE49-F238E27FC236}">
                <a16:creationId xmlns:a16="http://schemas.microsoft.com/office/drawing/2014/main" id="{3414E99C-065E-50C1-CF81-6BDD772A2CED}"/>
              </a:ext>
            </a:extLst>
          </p:cNvPr>
          <p:cNvSpPr/>
          <p:nvPr/>
        </p:nvSpPr>
        <p:spPr>
          <a:xfrm>
            <a:off x="1629307" y="2996004"/>
            <a:ext cx="64008" cy="64008"/>
          </a:xfrm>
          <a:prstGeom prst="ellipse">
            <a:avLst/>
          </a:prstGeom>
          <a:solidFill>
            <a:srgbClr val="2B6777"/>
          </a:solidFill>
          <a:ln/>
        </p:spPr>
        <p:txBody>
          <a:bodyPr/>
          <a:lstStyle/>
          <a:p>
            <a:endParaRPr lang="ja-JP" altLang="en-US"/>
          </a:p>
        </p:txBody>
      </p:sp>
      <p:sp>
        <p:nvSpPr>
          <p:cNvPr id="67" name="Shape 33">
            <a:extLst>
              <a:ext uri="{FF2B5EF4-FFF2-40B4-BE49-F238E27FC236}">
                <a16:creationId xmlns:a16="http://schemas.microsoft.com/office/drawing/2014/main" id="{53918A35-09BA-6A70-3623-F2E69D453932}"/>
              </a:ext>
            </a:extLst>
          </p:cNvPr>
          <p:cNvSpPr/>
          <p:nvPr/>
        </p:nvSpPr>
        <p:spPr>
          <a:xfrm>
            <a:off x="1044993" y="3119297"/>
            <a:ext cx="64008" cy="64008"/>
          </a:xfrm>
          <a:prstGeom prst="ellipse">
            <a:avLst/>
          </a:prstGeom>
          <a:solidFill>
            <a:srgbClr val="2B6777"/>
          </a:solidFill>
          <a:ln/>
        </p:spPr>
        <p:txBody>
          <a:bodyPr/>
          <a:lstStyle/>
          <a:p>
            <a:endParaRPr lang="ja-JP" altLang="en-US"/>
          </a:p>
        </p:txBody>
      </p:sp>
      <p:sp>
        <p:nvSpPr>
          <p:cNvPr id="69" name="Shape 34">
            <a:extLst>
              <a:ext uri="{FF2B5EF4-FFF2-40B4-BE49-F238E27FC236}">
                <a16:creationId xmlns:a16="http://schemas.microsoft.com/office/drawing/2014/main" id="{4D9490A3-6D20-28EE-FD5F-02C4C79FDB84}"/>
              </a:ext>
            </a:extLst>
          </p:cNvPr>
          <p:cNvSpPr/>
          <p:nvPr/>
        </p:nvSpPr>
        <p:spPr>
          <a:xfrm>
            <a:off x="2735286" y="2587495"/>
            <a:ext cx="64008" cy="64008"/>
          </a:xfrm>
          <a:prstGeom prst="ellipse">
            <a:avLst/>
          </a:prstGeom>
          <a:solidFill>
            <a:srgbClr val="2B6777"/>
          </a:solidFill>
          <a:ln/>
        </p:spPr>
        <p:txBody>
          <a:bodyPr/>
          <a:lstStyle/>
          <a:p>
            <a:endParaRPr lang="ja-JP" altLang="en-US"/>
          </a:p>
        </p:txBody>
      </p:sp>
      <p:sp>
        <p:nvSpPr>
          <p:cNvPr id="71" name="Shape 35">
            <a:extLst>
              <a:ext uri="{FF2B5EF4-FFF2-40B4-BE49-F238E27FC236}">
                <a16:creationId xmlns:a16="http://schemas.microsoft.com/office/drawing/2014/main" id="{71D67263-4300-B786-2A5B-D51796BFD0AD}"/>
              </a:ext>
            </a:extLst>
          </p:cNvPr>
          <p:cNvSpPr/>
          <p:nvPr/>
        </p:nvSpPr>
        <p:spPr>
          <a:xfrm>
            <a:off x="3424347" y="2469700"/>
            <a:ext cx="64008" cy="64008"/>
          </a:xfrm>
          <a:prstGeom prst="ellipse">
            <a:avLst/>
          </a:prstGeom>
          <a:solidFill>
            <a:srgbClr val="2B6777"/>
          </a:solidFill>
          <a:ln/>
        </p:spPr>
        <p:txBody>
          <a:bodyPr/>
          <a:lstStyle/>
          <a:p>
            <a:endParaRPr lang="ja-JP" altLang="en-US"/>
          </a:p>
        </p:txBody>
      </p:sp>
      <p:sp>
        <p:nvSpPr>
          <p:cNvPr id="73" name="Text 36">
            <a:extLst>
              <a:ext uri="{FF2B5EF4-FFF2-40B4-BE49-F238E27FC236}">
                <a16:creationId xmlns:a16="http://schemas.microsoft.com/office/drawing/2014/main" id="{7187536B-F96C-0974-A0F3-8B69F8F5981B}"/>
              </a:ext>
            </a:extLst>
          </p:cNvPr>
          <p:cNvSpPr/>
          <p:nvPr/>
        </p:nvSpPr>
        <p:spPr>
          <a:xfrm>
            <a:off x="777240" y="3516087"/>
            <a:ext cx="2971800" cy="320040"/>
          </a:xfrm>
          <a:prstGeom prst="rect">
            <a:avLst/>
          </a:prstGeom>
          <a:noFill/>
          <a:ln/>
        </p:spPr>
        <p:txBody>
          <a:bodyPr wrap="square" lIns="0" tIns="0" rIns="0" bIns="0" rtlCol="0" anchor="ctr"/>
          <a:lstStyle/>
          <a:p>
            <a:pPr marL="0" indent="0">
              <a:buNone/>
            </a:pPr>
            <a:r>
              <a:rPr lang="ja-JP" altLang="en-US" sz="1600" b="1" dirty="0">
                <a:solidFill>
                  <a:srgbClr val="FF0000"/>
                </a:solidFill>
                <a:ea typeface="Yu Gothic" pitchFamily="34" charset="-122"/>
                <a:cs typeface="Yu Gothic" pitchFamily="34" charset="-120"/>
              </a:rPr>
              <a:t>相関係数</a:t>
            </a:r>
            <a:r>
              <a:rPr lang="en-US" altLang="ja-JP" sz="1600" b="1" dirty="0">
                <a:solidFill>
                  <a:srgbClr val="FF0000"/>
                </a:solidFill>
                <a:ea typeface="Yu Gothic" pitchFamily="34" charset="-122"/>
                <a:cs typeface="Yu Gothic" pitchFamily="34" charset="-120"/>
              </a:rPr>
              <a:t>: </a:t>
            </a:r>
            <a:r>
              <a:rPr lang="en-US" altLang="ja-JP" sz="1600" b="1">
                <a:solidFill>
                  <a:srgbClr val="FF0000"/>
                </a:solidFill>
                <a:ea typeface="Yu Gothic" pitchFamily="34" charset="-122"/>
                <a:cs typeface="Yu Gothic" pitchFamily="34" charset="-120"/>
              </a:rPr>
              <a:t>○ </a:t>
            </a:r>
            <a:r>
              <a:rPr lang="ja-JP" altLang="en-US" sz="1600" b="1" dirty="0">
                <a:solidFill>
                  <a:srgbClr val="FF0000"/>
                </a:solidFill>
                <a:ea typeface="Yu Gothic" pitchFamily="34" charset="-122"/>
                <a:cs typeface="Yu Gothic" pitchFamily="34" charset="-120"/>
              </a:rPr>
              <a:t>検出できる</a:t>
            </a:r>
            <a:endParaRPr lang="en-US" altLang="ja-JP" sz="1600" dirty="0">
              <a:solidFill>
                <a:srgbClr val="FF0000"/>
              </a:solidFill>
            </a:endParaRPr>
          </a:p>
        </p:txBody>
      </p:sp>
      <p:sp>
        <p:nvSpPr>
          <p:cNvPr id="75" name="Shape 37">
            <a:extLst>
              <a:ext uri="{FF2B5EF4-FFF2-40B4-BE49-F238E27FC236}">
                <a16:creationId xmlns:a16="http://schemas.microsoft.com/office/drawing/2014/main" id="{30655C71-1080-9E9E-ACD1-47BDFD02BCD3}"/>
              </a:ext>
            </a:extLst>
          </p:cNvPr>
          <p:cNvSpPr/>
          <p:nvPr/>
        </p:nvSpPr>
        <p:spPr>
          <a:xfrm>
            <a:off x="425196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77" name="Text 38">
            <a:extLst>
              <a:ext uri="{FF2B5EF4-FFF2-40B4-BE49-F238E27FC236}">
                <a16:creationId xmlns:a16="http://schemas.microsoft.com/office/drawing/2014/main" id="{87A933C8-DC9D-CE0D-3638-2D70AF1EA101}"/>
              </a:ext>
            </a:extLst>
          </p:cNvPr>
          <p:cNvSpPr/>
          <p:nvPr/>
        </p:nvSpPr>
        <p:spPr>
          <a:xfrm>
            <a:off x="4480560" y="1778727"/>
            <a:ext cx="2971800" cy="365760"/>
          </a:xfrm>
          <a:prstGeom prst="rect">
            <a:avLst/>
          </a:prstGeom>
          <a:noFill/>
          <a:ln/>
        </p:spPr>
        <p:txBody>
          <a:bodyPr wrap="square" lIns="0" tIns="0" rIns="0" bIns="0" rtlCol="0" anchor="ctr"/>
          <a:lstStyle/>
          <a:p>
            <a:pPr marL="0" indent="0">
              <a:buNone/>
            </a:pPr>
            <a:r>
              <a:rPr lang="en-US" altLang="ja-JP" sz="2000" b="1">
                <a:solidFill>
                  <a:srgbClr val="1F2933"/>
                </a:solidFill>
                <a:ea typeface="Yu Gothic" pitchFamily="34" charset="-122"/>
                <a:cs typeface="Yu Gothic" pitchFamily="34" charset="-120"/>
              </a:rPr>
              <a:t>② </a:t>
            </a:r>
            <a:r>
              <a:rPr lang="ja-JP" altLang="en-US" sz="2000" b="1">
                <a:solidFill>
                  <a:srgbClr val="1F2933"/>
                </a:solidFill>
                <a:ea typeface="Yu Gothic" pitchFamily="34" charset="-122"/>
                <a:cs typeface="Yu Gothic" pitchFamily="34" charset="-120"/>
              </a:rPr>
              <a:t>非線形</a:t>
            </a:r>
            <a:r>
              <a:rPr lang="ja-JP" altLang="en-US" sz="2000" b="1" dirty="0">
                <a:solidFill>
                  <a:srgbClr val="1F2933"/>
                </a:solidFill>
                <a:ea typeface="Yu Gothic" pitchFamily="34" charset="-122"/>
                <a:cs typeface="Yu Gothic" pitchFamily="34" charset="-120"/>
              </a:rPr>
              <a:t>な関係</a:t>
            </a:r>
            <a:endParaRPr lang="en-US" altLang="ja-JP" sz="2000" dirty="0"/>
          </a:p>
        </p:txBody>
      </p:sp>
      <p:sp>
        <p:nvSpPr>
          <p:cNvPr id="79" name="Shape 39">
            <a:extLst>
              <a:ext uri="{FF2B5EF4-FFF2-40B4-BE49-F238E27FC236}">
                <a16:creationId xmlns:a16="http://schemas.microsoft.com/office/drawing/2014/main" id="{DD52092E-0F7E-D055-3117-B8218711B1A0}"/>
              </a:ext>
            </a:extLst>
          </p:cNvPr>
          <p:cNvSpPr/>
          <p:nvPr/>
        </p:nvSpPr>
        <p:spPr>
          <a:xfrm>
            <a:off x="4572000" y="2235927"/>
            <a:ext cx="0" cy="1143000"/>
          </a:xfrm>
          <a:prstGeom prst="line">
            <a:avLst/>
          </a:prstGeom>
          <a:noFill/>
          <a:ln w="12700">
            <a:solidFill>
              <a:srgbClr val="B7C3CC"/>
            </a:solidFill>
            <a:prstDash val="solid"/>
          </a:ln>
        </p:spPr>
        <p:txBody>
          <a:bodyPr/>
          <a:lstStyle/>
          <a:p>
            <a:endParaRPr lang="ja-JP" altLang="en-US"/>
          </a:p>
        </p:txBody>
      </p:sp>
      <p:sp>
        <p:nvSpPr>
          <p:cNvPr id="81" name="Shape 40">
            <a:extLst>
              <a:ext uri="{FF2B5EF4-FFF2-40B4-BE49-F238E27FC236}">
                <a16:creationId xmlns:a16="http://schemas.microsoft.com/office/drawing/2014/main" id="{92221F2E-1A4B-2BF8-B9C3-E2AD033A77D4}"/>
              </a:ext>
            </a:extLst>
          </p:cNvPr>
          <p:cNvSpPr/>
          <p:nvPr/>
        </p:nvSpPr>
        <p:spPr>
          <a:xfrm>
            <a:off x="4572000" y="3378927"/>
            <a:ext cx="2788920" cy="0"/>
          </a:xfrm>
          <a:prstGeom prst="line">
            <a:avLst/>
          </a:prstGeom>
          <a:noFill/>
          <a:ln w="12700">
            <a:solidFill>
              <a:srgbClr val="B7C3CC"/>
            </a:solidFill>
            <a:prstDash val="solid"/>
          </a:ln>
        </p:spPr>
        <p:txBody>
          <a:bodyPr/>
          <a:lstStyle/>
          <a:p>
            <a:endParaRPr lang="ja-JP" altLang="en-US"/>
          </a:p>
        </p:txBody>
      </p:sp>
      <p:sp>
        <p:nvSpPr>
          <p:cNvPr id="83" name="Shape 41">
            <a:extLst>
              <a:ext uri="{FF2B5EF4-FFF2-40B4-BE49-F238E27FC236}">
                <a16:creationId xmlns:a16="http://schemas.microsoft.com/office/drawing/2014/main" id="{1DB29DA8-CF50-8435-FF5E-5BD31846D222}"/>
              </a:ext>
            </a:extLst>
          </p:cNvPr>
          <p:cNvSpPr/>
          <p:nvPr/>
        </p:nvSpPr>
        <p:spPr>
          <a:xfrm>
            <a:off x="7171998" y="2525164"/>
            <a:ext cx="64008" cy="64008"/>
          </a:xfrm>
          <a:prstGeom prst="ellipse">
            <a:avLst/>
          </a:prstGeom>
          <a:solidFill>
            <a:srgbClr val="2B6777"/>
          </a:solidFill>
          <a:ln/>
        </p:spPr>
        <p:txBody>
          <a:bodyPr/>
          <a:lstStyle/>
          <a:p>
            <a:endParaRPr lang="ja-JP" altLang="en-US"/>
          </a:p>
        </p:txBody>
      </p:sp>
      <p:sp>
        <p:nvSpPr>
          <p:cNvPr id="85" name="Shape 42">
            <a:extLst>
              <a:ext uri="{FF2B5EF4-FFF2-40B4-BE49-F238E27FC236}">
                <a16:creationId xmlns:a16="http://schemas.microsoft.com/office/drawing/2014/main" id="{3BD85CDB-A914-95F7-BD94-A07367F15E5F}"/>
              </a:ext>
            </a:extLst>
          </p:cNvPr>
          <p:cNvSpPr/>
          <p:nvPr/>
        </p:nvSpPr>
        <p:spPr>
          <a:xfrm>
            <a:off x="7167980" y="2563536"/>
            <a:ext cx="64008" cy="64008"/>
          </a:xfrm>
          <a:prstGeom prst="ellipse">
            <a:avLst/>
          </a:prstGeom>
          <a:solidFill>
            <a:srgbClr val="2B6777"/>
          </a:solidFill>
          <a:ln/>
        </p:spPr>
        <p:txBody>
          <a:bodyPr/>
          <a:lstStyle/>
          <a:p>
            <a:endParaRPr lang="ja-JP" altLang="en-US"/>
          </a:p>
        </p:txBody>
      </p:sp>
      <p:sp>
        <p:nvSpPr>
          <p:cNvPr id="87" name="Shape 43">
            <a:extLst>
              <a:ext uri="{FF2B5EF4-FFF2-40B4-BE49-F238E27FC236}">
                <a16:creationId xmlns:a16="http://schemas.microsoft.com/office/drawing/2014/main" id="{8B3B0413-F892-E0FE-6479-05C77B86F4EF}"/>
              </a:ext>
            </a:extLst>
          </p:cNvPr>
          <p:cNvSpPr/>
          <p:nvPr/>
        </p:nvSpPr>
        <p:spPr>
          <a:xfrm>
            <a:off x="4849408" y="2743348"/>
            <a:ext cx="64008" cy="64008"/>
          </a:xfrm>
          <a:prstGeom prst="ellipse">
            <a:avLst/>
          </a:prstGeom>
          <a:solidFill>
            <a:srgbClr val="2B6777"/>
          </a:solidFill>
          <a:ln/>
        </p:spPr>
        <p:txBody>
          <a:bodyPr/>
          <a:lstStyle/>
          <a:p>
            <a:endParaRPr lang="ja-JP" altLang="en-US"/>
          </a:p>
        </p:txBody>
      </p:sp>
      <p:sp>
        <p:nvSpPr>
          <p:cNvPr id="89" name="Shape 44">
            <a:extLst>
              <a:ext uri="{FF2B5EF4-FFF2-40B4-BE49-F238E27FC236}">
                <a16:creationId xmlns:a16="http://schemas.microsoft.com/office/drawing/2014/main" id="{52355C5A-4165-1252-6E1F-79ED696E8A81}"/>
              </a:ext>
            </a:extLst>
          </p:cNvPr>
          <p:cNvSpPr/>
          <p:nvPr/>
        </p:nvSpPr>
        <p:spPr>
          <a:xfrm>
            <a:off x="5545250" y="3184558"/>
            <a:ext cx="64008" cy="64008"/>
          </a:xfrm>
          <a:prstGeom prst="ellipse">
            <a:avLst/>
          </a:prstGeom>
          <a:solidFill>
            <a:srgbClr val="2B6777"/>
          </a:solidFill>
          <a:ln/>
        </p:spPr>
        <p:txBody>
          <a:bodyPr/>
          <a:lstStyle/>
          <a:p>
            <a:endParaRPr lang="ja-JP" altLang="en-US"/>
          </a:p>
        </p:txBody>
      </p:sp>
      <p:sp>
        <p:nvSpPr>
          <p:cNvPr id="91" name="Shape 45">
            <a:extLst>
              <a:ext uri="{FF2B5EF4-FFF2-40B4-BE49-F238E27FC236}">
                <a16:creationId xmlns:a16="http://schemas.microsoft.com/office/drawing/2014/main" id="{73102FE3-E8BF-4167-EAAB-575C70933C43}"/>
              </a:ext>
            </a:extLst>
          </p:cNvPr>
          <p:cNvSpPr/>
          <p:nvPr/>
        </p:nvSpPr>
        <p:spPr>
          <a:xfrm>
            <a:off x="6246598" y="3162851"/>
            <a:ext cx="64008" cy="64008"/>
          </a:xfrm>
          <a:prstGeom prst="ellipse">
            <a:avLst/>
          </a:prstGeom>
          <a:solidFill>
            <a:srgbClr val="2B6777"/>
          </a:solidFill>
          <a:ln/>
        </p:spPr>
        <p:txBody>
          <a:bodyPr/>
          <a:lstStyle/>
          <a:p>
            <a:endParaRPr lang="ja-JP" altLang="en-US"/>
          </a:p>
        </p:txBody>
      </p:sp>
      <p:sp>
        <p:nvSpPr>
          <p:cNvPr id="93" name="Shape 46">
            <a:extLst>
              <a:ext uri="{FF2B5EF4-FFF2-40B4-BE49-F238E27FC236}">
                <a16:creationId xmlns:a16="http://schemas.microsoft.com/office/drawing/2014/main" id="{AF5F7281-42DA-256C-3AD2-BC222FC96216}"/>
              </a:ext>
            </a:extLst>
          </p:cNvPr>
          <p:cNvSpPr/>
          <p:nvPr/>
        </p:nvSpPr>
        <p:spPr>
          <a:xfrm>
            <a:off x="4756367" y="2561417"/>
            <a:ext cx="64008" cy="64008"/>
          </a:xfrm>
          <a:prstGeom prst="ellipse">
            <a:avLst/>
          </a:prstGeom>
          <a:solidFill>
            <a:srgbClr val="2B6777"/>
          </a:solidFill>
          <a:ln/>
        </p:spPr>
        <p:txBody>
          <a:bodyPr/>
          <a:lstStyle/>
          <a:p>
            <a:endParaRPr lang="ja-JP" altLang="en-US"/>
          </a:p>
        </p:txBody>
      </p:sp>
      <p:sp>
        <p:nvSpPr>
          <p:cNvPr id="95" name="Shape 47">
            <a:extLst>
              <a:ext uri="{FF2B5EF4-FFF2-40B4-BE49-F238E27FC236}">
                <a16:creationId xmlns:a16="http://schemas.microsoft.com/office/drawing/2014/main" id="{C10B1E63-02EC-FDCB-F57E-F9AFBC1D2E8E}"/>
              </a:ext>
            </a:extLst>
          </p:cNvPr>
          <p:cNvSpPr/>
          <p:nvPr/>
        </p:nvSpPr>
        <p:spPr>
          <a:xfrm>
            <a:off x="7147267" y="2571848"/>
            <a:ext cx="64008" cy="64008"/>
          </a:xfrm>
          <a:prstGeom prst="ellipse">
            <a:avLst/>
          </a:prstGeom>
          <a:solidFill>
            <a:srgbClr val="2B6777"/>
          </a:solidFill>
          <a:ln/>
        </p:spPr>
        <p:txBody>
          <a:bodyPr/>
          <a:lstStyle/>
          <a:p>
            <a:endParaRPr lang="ja-JP" altLang="en-US"/>
          </a:p>
        </p:txBody>
      </p:sp>
      <p:sp>
        <p:nvSpPr>
          <p:cNvPr id="97" name="Shape 48">
            <a:extLst>
              <a:ext uri="{FF2B5EF4-FFF2-40B4-BE49-F238E27FC236}">
                <a16:creationId xmlns:a16="http://schemas.microsoft.com/office/drawing/2014/main" id="{70B51FA6-6505-F195-E7BE-18EFA4FD1C01}"/>
              </a:ext>
            </a:extLst>
          </p:cNvPr>
          <p:cNvSpPr/>
          <p:nvPr/>
        </p:nvSpPr>
        <p:spPr>
          <a:xfrm>
            <a:off x="6510606" y="3132102"/>
            <a:ext cx="64008" cy="64008"/>
          </a:xfrm>
          <a:prstGeom prst="ellipse">
            <a:avLst/>
          </a:prstGeom>
          <a:solidFill>
            <a:srgbClr val="2B6777"/>
          </a:solidFill>
          <a:ln/>
        </p:spPr>
        <p:txBody>
          <a:bodyPr/>
          <a:lstStyle/>
          <a:p>
            <a:endParaRPr lang="ja-JP" altLang="en-US"/>
          </a:p>
        </p:txBody>
      </p:sp>
      <p:sp>
        <p:nvSpPr>
          <p:cNvPr id="99" name="Shape 49">
            <a:extLst>
              <a:ext uri="{FF2B5EF4-FFF2-40B4-BE49-F238E27FC236}">
                <a16:creationId xmlns:a16="http://schemas.microsoft.com/office/drawing/2014/main" id="{C6AF2E70-BB5B-0FE6-D62A-C1CBE084C3D4}"/>
              </a:ext>
            </a:extLst>
          </p:cNvPr>
          <p:cNvSpPr/>
          <p:nvPr/>
        </p:nvSpPr>
        <p:spPr>
          <a:xfrm>
            <a:off x="5991117" y="3217143"/>
            <a:ext cx="64008" cy="64008"/>
          </a:xfrm>
          <a:prstGeom prst="ellipse">
            <a:avLst/>
          </a:prstGeom>
          <a:solidFill>
            <a:srgbClr val="2B6777"/>
          </a:solidFill>
          <a:ln/>
        </p:spPr>
        <p:txBody>
          <a:bodyPr/>
          <a:lstStyle/>
          <a:p>
            <a:endParaRPr lang="ja-JP" altLang="en-US"/>
          </a:p>
        </p:txBody>
      </p:sp>
      <p:sp>
        <p:nvSpPr>
          <p:cNvPr id="101" name="Shape 50">
            <a:extLst>
              <a:ext uri="{FF2B5EF4-FFF2-40B4-BE49-F238E27FC236}">
                <a16:creationId xmlns:a16="http://schemas.microsoft.com/office/drawing/2014/main" id="{DD9D6EEF-E946-9169-B7DC-96855F8B5745}"/>
              </a:ext>
            </a:extLst>
          </p:cNvPr>
          <p:cNvSpPr/>
          <p:nvPr/>
        </p:nvSpPr>
        <p:spPr>
          <a:xfrm>
            <a:off x="4876319" y="2659157"/>
            <a:ext cx="64008" cy="64008"/>
          </a:xfrm>
          <a:prstGeom prst="ellipse">
            <a:avLst/>
          </a:prstGeom>
          <a:solidFill>
            <a:srgbClr val="2B6777"/>
          </a:solidFill>
          <a:ln/>
        </p:spPr>
        <p:txBody>
          <a:bodyPr/>
          <a:lstStyle/>
          <a:p>
            <a:endParaRPr lang="ja-JP" altLang="en-US"/>
          </a:p>
        </p:txBody>
      </p:sp>
      <p:sp>
        <p:nvSpPr>
          <p:cNvPr id="103" name="Shape 51">
            <a:extLst>
              <a:ext uri="{FF2B5EF4-FFF2-40B4-BE49-F238E27FC236}">
                <a16:creationId xmlns:a16="http://schemas.microsoft.com/office/drawing/2014/main" id="{2F473B24-7179-5AB5-2B63-26AD689EB229}"/>
              </a:ext>
            </a:extLst>
          </p:cNvPr>
          <p:cNvSpPr/>
          <p:nvPr/>
        </p:nvSpPr>
        <p:spPr>
          <a:xfrm>
            <a:off x="6109601" y="3193135"/>
            <a:ext cx="64008" cy="64008"/>
          </a:xfrm>
          <a:prstGeom prst="ellipse">
            <a:avLst/>
          </a:prstGeom>
          <a:solidFill>
            <a:srgbClr val="2B6777"/>
          </a:solidFill>
          <a:ln/>
        </p:spPr>
        <p:txBody>
          <a:bodyPr/>
          <a:lstStyle/>
          <a:p>
            <a:endParaRPr lang="ja-JP" altLang="en-US"/>
          </a:p>
        </p:txBody>
      </p:sp>
      <p:sp>
        <p:nvSpPr>
          <p:cNvPr id="105" name="Shape 52">
            <a:extLst>
              <a:ext uri="{FF2B5EF4-FFF2-40B4-BE49-F238E27FC236}">
                <a16:creationId xmlns:a16="http://schemas.microsoft.com/office/drawing/2014/main" id="{0526C959-CB32-1081-3248-C0B6FA3C2497}"/>
              </a:ext>
            </a:extLst>
          </p:cNvPr>
          <p:cNvSpPr/>
          <p:nvPr/>
        </p:nvSpPr>
        <p:spPr>
          <a:xfrm>
            <a:off x="5750360" y="3230180"/>
            <a:ext cx="64008" cy="64008"/>
          </a:xfrm>
          <a:prstGeom prst="ellipse">
            <a:avLst/>
          </a:prstGeom>
          <a:solidFill>
            <a:srgbClr val="2B6777"/>
          </a:solidFill>
          <a:ln/>
        </p:spPr>
        <p:txBody>
          <a:bodyPr/>
          <a:lstStyle/>
          <a:p>
            <a:endParaRPr lang="ja-JP" altLang="en-US"/>
          </a:p>
        </p:txBody>
      </p:sp>
      <p:sp>
        <p:nvSpPr>
          <p:cNvPr id="107" name="Shape 53">
            <a:extLst>
              <a:ext uri="{FF2B5EF4-FFF2-40B4-BE49-F238E27FC236}">
                <a16:creationId xmlns:a16="http://schemas.microsoft.com/office/drawing/2014/main" id="{1E247E54-61FF-7CBE-DA5F-0F15C34C19D2}"/>
              </a:ext>
            </a:extLst>
          </p:cNvPr>
          <p:cNvSpPr/>
          <p:nvPr/>
        </p:nvSpPr>
        <p:spPr>
          <a:xfrm>
            <a:off x="5479756" y="3144828"/>
            <a:ext cx="64008" cy="64008"/>
          </a:xfrm>
          <a:prstGeom prst="ellipse">
            <a:avLst/>
          </a:prstGeom>
          <a:solidFill>
            <a:srgbClr val="2B6777"/>
          </a:solidFill>
          <a:ln/>
        </p:spPr>
        <p:txBody>
          <a:bodyPr/>
          <a:lstStyle/>
          <a:p>
            <a:endParaRPr lang="ja-JP" altLang="en-US"/>
          </a:p>
        </p:txBody>
      </p:sp>
      <p:sp>
        <p:nvSpPr>
          <p:cNvPr id="109" name="Shape 54">
            <a:extLst>
              <a:ext uri="{FF2B5EF4-FFF2-40B4-BE49-F238E27FC236}">
                <a16:creationId xmlns:a16="http://schemas.microsoft.com/office/drawing/2014/main" id="{74AEB88E-27A8-AA34-97C9-325D48E0AB45}"/>
              </a:ext>
            </a:extLst>
          </p:cNvPr>
          <p:cNvSpPr/>
          <p:nvPr/>
        </p:nvSpPr>
        <p:spPr>
          <a:xfrm>
            <a:off x="5440699" y="3111751"/>
            <a:ext cx="64008" cy="64008"/>
          </a:xfrm>
          <a:prstGeom prst="ellipse">
            <a:avLst/>
          </a:prstGeom>
          <a:solidFill>
            <a:srgbClr val="2B6777"/>
          </a:solidFill>
          <a:ln/>
        </p:spPr>
        <p:txBody>
          <a:bodyPr/>
          <a:lstStyle/>
          <a:p>
            <a:endParaRPr lang="ja-JP" altLang="en-US"/>
          </a:p>
        </p:txBody>
      </p:sp>
      <p:sp>
        <p:nvSpPr>
          <p:cNvPr id="111" name="Shape 55">
            <a:extLst>
              <a:ext uri="{FF2B5EF4-FFF2-40B4-BE49-F238E27FC236}">
                <a16:creationId xmlns:a16="http://schemas.microsoft.com/office/drawing/2014/main" id="{5F367090-5C39-12F9-58E7-E571252665FA}"/>
              </a:ext>
            </a:extLst>
          </p:cNvPr>
          <p:cNvSpPr/>
          <p:nvPr/>
        </p:nvSpPr>
        <p:spPr>
          <a:xfrm>
            <a:off x="5363309" y="3103992"/>
            <a:ext cx="64008" cy="64008"/>
          </a:xfrm>
          <a:prstGeom prst="ellipse">
            <a:avLst/>
          </a:prstGeom>
          <a:solidFill>
            <a:srgbClr val="2B6777"/>
          </a:solidFill>
          <a:ln/>
        </p:spPr>
        <p:txBody>
          <a:bodyPr/>
          <a:lstStyle/>
          <a:p>
            <a:endParaRPr lang="ja-JP" altLang="en-US"/>
          </a:p>
        </p:txBody>
      </p:sp>
      <p:sp>
        <p:nvSpPr>
          <p:cNvPr id="113" name="Shape 56">
            <a:extLst>
              <a:ext uri="{FF2B5EF4-FFF2-40B4-BE49-F238E27FC236}">
                <a16:creationId xmlns:a16="http://schemas.microsoft.com/office/drawing/2014/main" id="{7A18EA87-6529-3B35-4448-1E069A582C4C}"/>
              </a:ext>
            </a:extLst>
          </p:cNvPr>
          <p:cNvSpPr/>
          <p:nvPr/>
        </p:nvSpPr>
        <p:spPr>
          <a:xfrm>
            <a:off x="6891406" y="2791793"/>
            <a:ext cx="64008" cy="64008"/>
          </a:xfrm>
          <a:prstGeom prst="ellipse">
            <a:avLst/>
          </a:prstGeom>
          <a:solidFill>
            <a:srgbClr val="2B6777"/>
          </a:solidFill>
          <a:ln/>
        </p:spPr>
        <p:txBody>
          <a:bodyPr/>
          <a:lstStyle/>
          <a:p>
            <a:endParaRPr lang="ja-JP" altLang="en-US"/>
          </a:p>
        </p:txBody>
      </p:sp>
      <p:sp>
        <p:nvSpPr>
          <p:cNvPr id="115" name="Shape 57">
            <a:extLst>
              <a:ext uri="{FF2B5EF4-FFF2-40B4-BE49-F238E27FC236}">
                <a16:creationId xmlns:a16="http://schemas.microsoft.com/office/drawing/2014/main" id="{B821663B-33F2-CCE5-814A-15E547A351FA}"/>
              </a:ext>
            </a:extLst>
          </p:cNvPr>
          <p:cNvSpPr/>
          <p:nvPr/>
        </p:nvSpPr>
        <p:spPr>
          <a:xfrm>
            <a:off x="7312215" y="2295940"/>
            <a:ext cx="64008" cy="64008"/>
          </a:xfrm>
          <a:prstGeom prst="ellipse">
            <a:avLst/>
          </a:prstGeom>
          <a:solidFill>
            <a:srgbClr val="2B6777"/>
          </a:solidFill>
          <a:ln/>
        </p:spPr>
        <p:txBody>
          <a:bodyPr/>
          <a:lstStyle/>
          <a:p>
            <a:endParaRPr lang="ja-JP" altLang="en-US"/>
          </a:p>
        </p:txBody>
      </p:sp>
      <p:sp>
        <p:nvSpPr>
          <p:cNvPr id="117" name="Shape 58">
            <a:extLst>
              <a:ext uri="{FF2B5EF4-FFF2-40B4-BE49-F238E27FC236}">
                <a16:creationId xmlns:a16="http://schemas.microsoft.com/office/drawing/2014/main" id="{89ABEE30-E5F6-87C3-D2F4-DEABEFCE7704}"/>
              </a:ext>
            </a:extLst>
          </p:cNvPr>
          <p:cNvSpPr/>
          <p:nvPr/>
        </p:nvSpPr>
        <p:spPr>
          <a:xfrm>
            <a:off x="5744507" y="3232924"/>
            <a:ext cx="64008" cy="64008"/>
          </a:xfrm>
          <a:prstGeom prst="ellipse">
            <a:avLst/>
          </a:prstGeom>
          <a:solidFill>
            <a:srgbClr val="2B6777"/>
          </a:solidFill>
          <a:ln/>
        </p:spPr>
        <p:txBody>
          <a:bodyPr/>
          <a:lstStyle/>
          <a:p>
            <a:endParaRPr lang="ja-JP" altLang="en-US"/>
          </a:p>
        </p:txBody>
      </p:sp>
      <p:sp>
        <p:nvSpPr>
          <p:cNvPr id="119" name="Shape 59">
            <a:extLst>
              <a:ext uri="{FF2B5EF4-FFF2-40B4-BE49-F238E27FC236}">
                <a16:creationId xmlns:a16="http://schemas.microsoft.com/office/drawing/2014/main" id="{227DC2A8-C455-9723-63F9-D88F28F3546F}"/>
              </a:ext>
            </a:extLst>
          </p:cNvPr>
          <p:cNvSpPr/>
          <p:nvPr/>
        </p:nvSpPr>
        <p:spPr>
          <a:xfrm>
            <a:off x="5365320" y="3144975"/>
            <a:ext cx="64008" cy="64008"/>
          </a:xfrm>
          <a:prstGeom prst="ellipse">
            <a:avLst/>
          </a:prstGeom>
          <a:solidFill>
            <a:srgbClr val="2B6777"/>
          </a:solidFill>
          <a:ln/>
        </p:spPr>
        <p:txBody>
          <a:bodyPr/>
          <a:lstStyle/>
          <a:p>
            <a:endParaRPr lang="ja-JP" altLang="en-US"/>
          </a:p>
        </p:txBody>
      </p:sp>
      <p:sp>
        <p:nvSpPr>
          <p:cNvPr id="121" name="Shape 60">
            <a:extLst>
              <a:ext uri="{FF2B5EF4-FFF2-40B4-BE49-F238E27FC236}">
                <a16:creationId xmlns:a16="http://schemas.microsoft.com/office/drawing/2014/main" id="{2B647854-81E4-E9F9-0B28-95D78207EAD7}"/>
              </a:ext>
            </a:extLst>
          </p:cNvPr>
          <p:cNvSpPr/>
          <p:nvPr/>
        </p:nvSpPr>
        <p:spPr>
          <a:xfrm>
            <a:off x="6483097" y="3131737"/>
            <a:ext cx="64008" cy="64008"/>
          </a:xfrm>
          <a:prstGeom prst="ellipse">
            <a:avLst/>
          </a:prstGeom>
          <a:solidFill>
            <a:srgbClr val="2B6777"/>
          </a:solidFill>
          <a:ln/>
        </p:spPr>
        <p:txBody>
          <a:bodyPr/>
          <a:lstStyle/>
          <a:p>
            <a:endParaRPr lang="ja-JP" altLang="en-US"/>
          </a:p>
        </p:txBody>
      </p:sp>
      <p:sp>
        <p:nvSpPr>
          <p:cNvPr id="123" name="Shape 61">
            <a:extLst>
              <a:ext uri="{FF2B5EF4-FFF2-40B4-BE49-F238E27FC236}">
                <a16:creationId xmlns:a16="http://schemas.microsoft.com/office/drawing/2014/main" id="{B40C26C9-E051-31DF-35BE-3B66FFBCB03D}"/>
              </a:ext>
            </a:extLst>
          </p:cNvPr>
          <p:cNvSpPr/>
          <p:nvPr/>
        </p:nvSpPr>
        <p:spPr>
          <a:xfrm>
            <a:off x="6731927" y="2902684"/>
            <a:ext cx="64008" cy="64008"/>
          </a:xfrm>
          <a:prstGeom prst="ellipse">
            <a:avLst/>
          </a:prstGeom>
          <a:solidFill>
            <a:srgbClr val="2B6777"/>
          </a:solidFill>
          <a:ln/>
        </p:spPr>
        <p:txBody>
          <a:bodyPr/>
          <a:lstStyle/>
          <a:p>
            <a:endParaRPr lang="ja-JP" altLang="en-US"/>
          </a:p>
        </p:txBody>
      </p:sp>
      <p:sp>
        <p:nvSpPr>
          <p:cNvPr id="125" name="Shape 62">
            <a:extLst>
              <a:ext uri="{FF2B5EF4-FFF2-40B4-BE49-F238E27FC236}">
                <a16:creationId xmlns:a16="http://schemas.microsoft.com/office/drawing/2014/main" id="{52DDF342-B1FC-2361-B6AE-B1F3AFB191C0}"/>
              </a:ext>
            </a:extLst>
          </p:cNvPr>
          <p:cNvSpPr/>
          <p:nvPr/>
        </p:nvSpPr>
        <p:spPr>
          <a:xfrm>
            <a:off x="4801154" y="2639227"/>
            <a:ext cx="64008" cy="64008"/>
          </a:xfrm>
          <a:prstGeom prst="ellipse">
            <a:avLst/>
          </a:prstGeom>
          <a:solidFill>
            <a:srgbClr val="2B6777"/>
          </a:solidFill>
          <a:ln/>
        </p:spPr>
        <p:txBody>
          <a:bodyPr/>
          <a:lstStyle/>
          <a:p>
            <a:endParaRPr lang="ja-JP" altLang="en-US"/>
          </a:p>
        </p:txBody>
      </p:sp>
      <p:sp>
        <p:nvSpPr>
          <p:cNvPr id="127" name="Shape 63">
            <a:extLst>
              <a:ext uri="{FF2B5EF4-FFF2-40B4-BE49-F238E27FC236}">
                <a16:creationId xmlns:a16="http://schemas.microsoft.com/office/drawing/2014/main" id="{0B895BD4-2F62-D2B2-F2DF-1AC4D4C78893}"/>
              </a:ext>
            </a:extLst>
          </p:cNvPr>
          <p:cNvSpPr/>
          <p:nvPr/>
        </p:nvSpPr>
        <p:spPr>
          <a:xfrm>
            <a:off x="6832351" y="2909180"/>
            <a:ext cx="64008" cy="64008"/>
          </a:xfrm>
          <a:prstGeom prst="ellipse">
            <a:avLst/>
          </a:prstGeom>
          <a:solidFill>
            <a:srgbClr val="2B6777"/>
          </a:solidFill>
          <a:ln/>
        </p:spPr>
        <p:txBody>
          <a:bodyPr/>
          <a:lstStyle/>
          <a:p>
            <a:endParaRPr lang="ja-JP" altLang="en-US"/>
          </a:p>
        </p:txBody>
      </p:sp>
      <p:sp>
        <p:nvSpPr>
          <p:cNvPr id="129" name="Shape 64">
            <a:extLst>
              <a:ext uri="{FF2B5EF4-FFF2-40B4-BE49-F238E27FC236}">
                <a16:creationId xmlns:a16="http://schemas.microsoft.com/office/drawing/2014/main" id="{3235C267-0CC9-15CE-B8DC-96C5E7C53CED}"/>
              </a:ext>
            </a:extLst>
          </p:cNvPr>
          <p:cNvSpPr/>
          <p:nvPr/>
        </p:nvSpPr>
        <p:spPr>
          <a:xfrm>
            <a:off x="7252908" y="2454373"/>
            <a:ext cx="64008" cy="64008"/>
          </a:xfrm>
          <a:prstGeom prst="ellipse">
            <a:avLst/>
          </a:prstGeom>
          <a:solidFill>
            <a:srgbClr val="2B6777"/>
          </a:solidFill>
          <a:ln/>
        </p:spPr>
        <p:txBody>
          <a:bodyPr/>
          <a:lstStyle/>
          <a:p>
            <a:endParaRPr lang="ja-JP" altLang="en-US"/>
          </a:p>
        </p:txBody>
      </p:sp>
      <p:sp>
        <p:nvSpPr>
          <p:cNvPr id="131" name="Shape 65">
            <a:extLst>
              <a:ext uri="{FF2B5EF4-FFF2-40B4-BE49-F238E27FC236}">
                <a16:creationId xmlns:a16="http://schemas.microsoft.com/office/drawing/2014/main" id="{29B449DE-F6A1-FF0C-E2C3-514AE32C064F}"/>
              </a:ext>
            </a:extLst>
          </p:cNvPr>
          <p:cNvSpPr/>
          <p:nvPr/>
        </p:nvSpPr>
        <p:spPr>
          <a:xfrm>
            <a:off x="6518539" y="3068222"/>
            <a:ext cx="64008" cy="64008"/>
          </a:xfrm>
          <a:prstGeom prst="ellipse">
            <a:avLst/>
          </a:prstGeom>
          <a:solidFill>
            <a:srgbClr val="2B6777"/>
          </a:solidFill>
          <a:ln/>
        </p:spPr>
        <p:txBody>
          <a:bodyPr/>
          <a:lstStyle/>
          <a:p>
            <a:endParaRPr lang="ja-JP" altLang="en-US"/>
          </a:p>
        </p:txBody>
      </p:sp>
      <p:sp>
        <p:nvSpPr>
          <p:cNvPr id="133" name="Shape 66">
            <a:extLst>
              <a:ext uri="{FF2B5EF4-FFF2-40B4-BE49-F238E27FC236}">
                <a16:creationId xmlns:a16="http://schemas.microsoft.com/office/drawing/2014/main" id="{FD80D504-2909-09FC-EACF-6BD5CB1D29C5}"/>
              </a:ext>
            </a:extLst>
          </p:cNvPr>
          <p:cNvSpPr/>
          <p:nvPr/>
        </p:nvSpPr>
        <p:spPr>
          <a:xfrm>
            <a:off x="5162433" y="2978161"/>
            <a:ext cx="64008" cy="64008"/>
          </a:xfrm>
          <a:prstGeom prst="ellipse">
            <a:avLst/>
          </a:prstGeom>
          <a:solidFill>
            <a:srgbClr val="2B6777"/>
          </a:solidFill>
          <a:ln/>
        </p:spPr>
        <p:txBody>
          <a:bodyPr/>
          <a:lstStyle/>
          <a:p>
            <a:endParaRPr lang="ja-JP" altLang="en-US"/>
          </a:p>
        </p:txBody>
      </p:sp>
      <p:sp>
        <p:nvSpPr>
          <p:cNvPr id="135" name="Shape 67">
            <a:extLst>
              <a:ext uri="{FF2B5EF4-FFF2-40B4-BE49-F238E27FC236}">
                <a16:creationId xmlns:a16="http://schemas.microsoft.com/office/drawing/2014/main" id="{DCEDA99C-EF3D-76AC-4DF7-EECF2FFC4CC0}"/>
              </a:ext>
            </a:extLst>
          </p:cNvPr>
          <p:cNvSpPr/>
          <p:nvPr/>
        </p:nvSpPr>
        <p:spPr>
          <a:xfrm>
            <a:off x="4995810" y="2813135"/>
            <a:ext cx="64008" cy="64008"/>
          </a:xfrm>
          <a:prstGeom prst="ellipse">
            <a:avLst/>
          </a:prstGeom>
          <a:solidFill>
            <a:srgbClr val="2B6777"/>
          </a:solidFill>
          <a:ln/>
        </p:spPr>
        <p:txBody>
          <a:bodyPr/>
          <a:lstStyle/>
          <a:p>
            <a:endParaRPr lang="ja-JP" altLang="en-US"/>
          </a:p>
        </p:txBody>
      </p:sp>
      <p:sp>
        <p:nvSpPr>
          <p:cNvPr id="137" name="Shape 68">
            <a:extLst>
              <a:ext uri="{FF2B5EF4-FFF2-40B4-BE49-F238E27FC236}">
                <a16:creationId xmlns:a16="http://schemas.microsoft.com/office/drawing/2014/main" id="{760E4567-A75C-9D90-C3E8-4699BB1C9987}"/>
              </a:ext>
            </a:extLst>
          </p:cNvPr>
          <p:cNvSpPr/>
          <p:nvPr/>
        </p:nvSpPr>
        <p:spPr>
          <a:xfrm>
            <a:off x="5476881" y="3188059"/>
            <a:ext cx="64008" cy="64008"/>
          </a:xfrm>
          <a:prstGeom prst="ellipse">
            <a:avLst/>
          </a:prstGeom>
          <a:solidFill>
            <a:srgbClr val="2B6777"/>
          </a:solidFill>
          <a:ln/>
        </p:spPr>
        <p:txBody>
          <a:bodyPr/>
          <a:lstStyle/>
          <a:p>
            <a:endParaRPr lang="ja-JP" altLang="en-US"/>
          </a:p>
        </p:txBody>
      </p:sp>
      <p:sp>
        <p:nvSpPr>
          <p:cNvPr id="139" name="Text 69">
            <a:extLst>
              <a:ext uri="{FF2B5EF4-FFF2-40B4-BE49-F238E27FC236}">
                <a16:creationId xmlns:a16="http://schemas.microsoft.com/office/drawing/2014/main" id="{EA3F16C6-4DF6-FE4F-70AE-F80B415B10C2}"/>
              </a:ext>
            </a:extLst>
          </p:cNvPr>
          <p:cNvSpPr/>
          <p:nvPr/>
        </p:nvSpPr>
        <p:spPr>
          <a:xfrm>
            <a:off x="448056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 </a:t>
            </a:r>
            <a:r>
              <a:rPr lang="ja-JP" altLang="en-US" sz="1600" b="1" dirty="0">
                <a:solidFill>
                  <a:srgbClr val="0070C0"/>
                </a:solidFill>
                <a:ea typeface="Yu Gothic" pitchFamily="34" charset="-122"/>
                <a:cs typeface="Yu Gothic" pitchFamily="34" charset="-120"/>
              </a:rPr>
              <a:t>「</a:t>
            </a:r>
            <a:r>
              <a:rPr lang="ja-JP" altLang="en-US" sz="1600" b="1">
                <a:solidFill>
                  <a:srgbClr val="0070C0"/>
                </a:solidFill>
                <a:ea typeface="Yu Gothic" pitchFamily="34" charset="-122"/>
                <a:cs typeface="Yu Gothic" pitchFamily="34" charset="-120"/>
              </a:rPr>
              <a:t>無相関」</a:t>
            </a:r>
            <a:r>
              <a:rPr lang="ja-JP" altLang="en-US" sz="1600" b="1" dirty="0">
                <a:solidFill>
                  <a:srgbClr val="0070C0"/>
                </a:solidFill>
                <a:ea typeface="Yu Gothic" pitchFamily="34" charset="-122"/>
                <a:cs typeface="Yu Gothic" pitchFamily="34" charset="-120"/>
              </a:rPr>
              <a:t>と誤認</a:t>
            </a:r>
            <a:endParaRPr lang="en-US" altLang="ja-JP" sz="1600" dirty="0">
              <a:solidFill>
                <a:srgbClr val="0070C0"/>
              </a:solidFill>
            </a:endParaRPr>
          </a:p>
        </p:txBody>
      </p:sp>
      <p:sp>
        <p:nvSpPr>
          <p:cNvPr id="141" name="Shape 70">
            <a:extLst>
              <a:ext uri="{FF2B5EF4-FFF2-40B4-BE49-F238E27FC236}">
                <a16:creationId xmlns:a16="http://schemas.microsoft.com/office/drawing/2014/main" id="{DEDDE2A2-B804-78C8-4F1B-38A1E5234E71}"/>
              </a:ext>
            </a:extLst>
          </p:cNvPr>
          <p:cNvSpPr/>
          <p:nvPr/>
        </p:nvSpPr>
        <p:spPr>
          <a:xfrm>
            <a:off x="7955280" y="1641567"/>
            <a:ext cx="3429000" cy="2331720"/>
          </a:xfrm>
          <a:prstGeom prst="roundRect">
            <a:avLst>
              <a:gd name="adj" fmla="val 2353"/>
            </a:avLst>
          </a:prstGeom>
          <a:solidFill>
            <a:srgbClr val="F3F6F8"/>
          </a:solidFill>
          <a:ln w="12700">
            <a:solidFill>
              <a:srgbClr val="E2E8EE"/>
            </a:solidFill>
            <a:prstDash val="solid"/>
          </a:ln>
        </p:spPr>
        <p:txBody>
          <a:bodyPr/>
          <a:lstStyle/>
          <a:p>
            <a:endParaRPr lang="ja-JP" altLang="en-US"/>
          </a:p>
        </p:txBody>
      </p:sp>
      <p:sp>
        <p:nvSpPr>
          <p:cNvPr id="143" name="Text 71">
            <a:extLst>
              <a:ext uri="{FF2B5EF4-FFF2-40B4-BE49-F238E27FC236}">
                <a16:creationId xmlns:a16="http://schemas.microsoft.com/office/drawing/2014/main" id="{CAB7246A-4744-1FAA-E97D-D52CBDF4B548}"/>
              </a:ext>
            </a:extLst>
          </p:cNvPr>
          <p:cNvSpPr/>
          <p:nvPr/>
        </p:nvSpPr>
        <p:spPr>
          <a:xfrm>
            <a:off x="8183880" y="1778727"/>
            <a:ext cx="2971800" cy="365760"/>
          </a:xfrm>
          <a:prstGeom prst="rect">
            <a:avLst/>
          </a:prstGeom>
          <a:noFill/>
          <a:ln/>
        </p:spPr>
        <p:txBody>
          <a:bodyPr wrap="square" lIns="0" tIns="0" rIns="0" bIns="0" rtlCol="0" anchor="ctr"/>
          <a:lstStyle/>
          <a:p>
            <a:pPr marL="0" indent="0">
              <a:buNone/>
            </a:pPr>
            <a:r>
              <a:rPr lang="en-US" altLang="ja-JP" sz="2000" b="1" dirty="0">
                <a:solidFill>
                  <a:srgbClr val="1F2933"/>
                </a:solidFill>
                <a:ea typeface="Yu Gothic" pitchFamily="34" charset="-122"/>
                <a:cs typeface="Yu Gothic" pitchFamily="34" charset="-120"/>
              </a:rPr>
              <a:t>③ </a:t>
            </a:r>
            <a:r>
              <a:rPr lang="ja-JP" altLang="en-US" sz="2000" b="1">
                <a:solidFill>
                  <a:srgbClr val="1F2933"/>
                </a:solidFill>
                <a:ea typeface="Yu Gothic" pitchFamily="34" charset="-122"/>
                <a:cs typeface="Yu Gothic" pitchFamily="34" charset="-120"/>
              </a:rPr>
              <a:t>極端な値でのみ連動</a:t>
            </a:r>
            <a:endParaRPr lang="en-US" altLang="ja-JP" sz="2000" dirty="0"/>
          </a:p>
        </p:txBody>
      </p:sp>
      <p:sp>
        <p:nvSpPr>
          <p:cNvPr id="145" name="Shape 72">
            <a:extLst>
              <a:ext uri="{FF2B5EF4-FFF2-40B4-BE49-F238E27FC236}">
                <a16:creationId xmlns:a16="http://schemas.microsoft.com/office/drawing/2014/main" id="{B58260B5-0F4C-CA0F-AD04-AB77410DA8DC}"/>
              </a:ext>
            </a:extLst>
          </p:cNvPr>
          <p:cNvSpPr/>
          <p:nvPr/>
        </p:nvSpPr>
        <p:spPr>
          <a:xfrm>
            <a:off x="8275320" y="2235927"/>
            <a:ext cx="0" cy="1143000"/>
          </a:xfrm>
          <a:prstGeom prst="line">
            <a:avLst/>
          </a:prstGeom>
          <a:noFill/>
          <a:ln w="12700">
            <a:solidFill>
              <a:srgbClr val="B7C3CC"/>
            </a:solidFill>
            <a:prstDash val="solid"/>
          </a:ln>
        </p:spPr>
        <p:txBody>
          <a:bodyPr/>
          <a:lstStyle/>
          <a:p>
            <a:endParaRPr lang="ja-JP" altLang="en-US"/>
          </a:p>
        </p:txBody>
      </p:sp>
      <p:sp>
        <p:nvSpPr>
          <p:cNvPr id="147" name="Shape 73">
            <a:extLst>
              <a:ext uri="{FF2B5EF4-FFF2-40B4-BE49-F238E27FC236}">
                <a16:creationId xmlns:a16="http://schemas.microsoft.com/office/drawing/2014/main" id="{5F2199D6-0B67-9057-F395-4CADFD7CA272}"/>
              </a:ext>
            </a:extLst>
          </p:cNvPr>
          <p:cNvSpPr/>
          <p:nvPr/>
        </p:nvSpPr>
        <p:spPr>
          <a:xfrm>
            <a:off x="8275320" y="3378927"/>
            <a:ext cx="2788920" cy="0"/>
          </a:xfrm>
          <a:prstGeom prst="line">
            <a:avLst/>
          </a:prstGeom>
          <a:noFill/>
          <a:ln w="12700">
            <a:solidFill>
              <a:srgbClr val="B7C3CC"/>
            </a:solidFill>
            <a:prstDash val="solid"/>
          </a:ln>
        </p:spPr>
        <p:txBody>
          <a:bodyPr/>
          <a:lstStyle/>
          <a:p>
            <a:endParaRPr lang="ja-JP" altLang="en-US"/>
          </a:p>
        </p:txBody>
      </p:sp>
      <p:sp>
        <p:nvSpPr>
          <p:cNvPr id="149" name="Shape 74">
            <a:extLst>
              <a:ext uri="{FF2B5EF4-FFF2-40B4-BE49-F238E27FC236}">
                <a16:creationId xmlns:a16="http://schemas.microsoft.com/office/drawing/2014/main" id="{A8DF8862-8E09-5D98-D7B0-B09E22DC19CB}"/>
              </a:ext>
            </a:extLst>
          </p:cNvPr>
          <p:cNvSpPr/>
          <p:nvPr/>
        </p:nvSpPr>
        <p:spPr>
          <a:xfrm>
            <a:off x="9997277" y="2333220"/>
            <a:ext cx="64008" cy="64008"/>
          </a:xfrm>
          <a:prstGeom prst="ellipse">
            <a:avLst/>
          </a:prstGeom>
          <a:solidFill>
            <a:srgbClr val="2B6777"/>
          </a:solidFill>
          <a:ln/>
        </p:spPr>
        <p:txBody>
          <a:bodyPr/>
          <a:lstStyle/>
          <a:p>
            <a:endParaRPr lang="ja-JP" altLang="en-US"/>
          </a:p>
        </p:txBody>
      </p:sp>
      <p:sp>
        <p:nvSpPr>
          <p:cNvPr id="151" name="Shape 75">
            <a:extLst>
              <a:ext uri="{FF2B5EF4-FFF2-40B4-BE49-F238E27FC236}">
                <a16:creationId xmlns:a16="http://schemas.microsoft.com/office/drawing/2014/main" id="{497262FA-47A9-31B5-4D4F-BCE061079689}"/>
              </a:ext>
            </a:extLst>
          </p:cNvPr>
          <p:cNvSpPr/>
          <p:nvPr/>
        </p:nvSpPr>
        <p:spPr>
          <a:xfrm>
            <a:off x="9153558" y="2441179"/>
            <a:ext cx="64008" cy="64008"/>
          </a:xfrm>
          <a:prstGeom prst="ellipse">
            <a:avLst/>
          </a:prstGeom>
          <a:solidFill>
            <a:srgbClr val="2B6777"/>
          </a:solidFill>
          <a:ln/>
        </p:spPr>
        <p:txBody>
          <a:bodyPr/>
          <a:lstStyle/>
          <a:p>
            <a:endParaRPr lang="ja-JP" altLang="en-US"/>
          </a:p>
        </p:txBody>
      </p:sp>
      <p:sp>
        <p:nvSpPr>
          <p:cNvPr id="153" name="Shape 76">
            <a:extLst>
              <a:ext uri="{FF2B5EF4-FFF2-40B4-BE49-F238E27FC236}">
                <a16:creationId xmlns:a16="http://schemas.microsoft.com/office/drawing/2014/main" id="{CFA11A8B-4960-CCC0-E15C-2D13A9A9AB05}"/>
              </a:ext>
            </a:extLst>
          </p:cNvPr>
          <p:cNvSpPr/>
          <p:nvPr/>
        </p:nvSpPr>
        <p:spPr>
          <a:xfrm>
            <a:off x="9339210" y="3196741"/>
            <a:ext cx="64008" cy="64008"/>
          </a:xfrm>
          <a:prstGeom prst="ellipse">
            <a:avLst/>
          </a:prstGeom>
          <a:solidFill>
            <a:srgbClr val="2B6777"/>
          </a:solidFill>
          <a:ln/>
        </p:spPr>
        <p:txBody>
          <a:bodyPr/>
          <a:lstStyle/>
          <a:p>
            <a:endParaRPr lang="ja-JP" altLang="en-US"/>
          </a:p>
        </p:txBody>
      </p:sp>
      <p:sp>
        <p:nvSpPr>
          <p:cNvPr id="155" name="Shape 77">
            <a:extLst>
              <a:ext uri="{FF2B5EF4-FFF2-40B4-BE49-F238E27FC236}">
                <a16:creationId xmlns:a16="http://schemas.microsoft.com/office/drawing/2014/main" id="{5D7D0253-D59A-990E-1E44-F601848B9514}"/>
              </a:ext>
            </a:extLst>
          </p:cNvPr>
          <p:cNvSpPr/>
          <p:nvPr/>
        </p:nvSpPr>
        <p:spPr>
          <a:xfrm>
            <a:off x="10652112" y="2924344"/>
            <a:ext cx="64008" cy="64008"/>
          </a:xfrm>
          <a:prstGeom prst="ellipse">
            <a:avLst/>
          </a:prstGeom>
          <a:solidFill>
            <a:srgbClr val="2B6777"/>
          </a:solidFill>
          <a:ln/>
        </p:spPr>
        <p:txBody>
          <a:bodyPr/>
          <a:lstStyle/>
          <a:p>
            <a:endParaRPr lang="ja-JP" altLang="en-US"/>
          </a:p>
        </p:txBody>
      </p:sp>
      <p:sp>
        <p:nvSpPr>
          <p:cNvPr id="157" name="Shape 78">
            <a:extLst>
              <a:ext uri="{FF2B5EF4-FFF2-40B4-BE49-F238E27FC236}">
                <a16:creationId xmlns:a16="http://schemas.microsoft.com/office/drawing/2014/main" id="{E0E53822-7B8E-2AB4-160C-FC9BD92C3F46}"/>
              </a:ext>
            </a:extLst>
          </p:cNvPr>
          <p:cNvSpPr/>
          <p:nvPr/>
        </p:nvSpPr>
        <p:spPr>
          <a:xfrm>
            <a:off x="8269884" y="2504049"/>
            <a:ext cx="64008" cy="64008"/>
          </a:xfrm>
          <a:prstGeom prst="ellipse">
            <a:avLst/>
          </a:prstGeom>
          <a:solidFill>
            <a:srgbClr val="2B6777"/>
          </a:solidFill>
          <a:ln/>
        </p:spPr>
        <p:txBody>
          <a:bodyPr/>
          <a:lstStyle/>
          <a:p>
            <a:endParaRPr lang="ja-JP" altLang="en-US"/>
          </a:p>
        </p:txBody>
      </p:sp>
      <p:sp>
        <p:nvSpPr>
          <p:cNvPr id="159" name="Shape 79">
            <a:extLst>
              <a:ext uri="{FF2B5EF4-FFF2-40B4-BE49-F238E27FC236}">
                <a16:creationId xmlns:a16="http://schemas.microsoft.com/office/drawing/2014/main" id="{1E7433A8-039C-3F9E-6802-9DE2F908E761}"/>
              </a:ext>
            </a:extLst>
          </p:cNvPr>
          <p:cNvSpPr/>
          <p:nvPr/>
        </p:nvSpPr>
        <p:spPr>
          <a:xfrm>
            <a:off x="10015016" y="2345743"/>
            <a:ext cx="64008" cy="64008"/>
          </a:xfrm>
          <a:prstGeom prst="ellipse">
            <a:avLst/>
          </a:prstGeom>
          <a:solidFill>
            <a:srgbClr val="2B6777"/>
          </a:solidFill>
          <a:ln/>
        </p:spPr>
        <p:txBody>
          <a:bodyPr/>
          <a:lstStyle/>
          <a:p>
            <a:endParaRPr lang="ja-JP" altLang="en-US"/>
          </a:p>
        </p:txBody>
      </p:sp>
      <p:sp>
        <p:nvSpPr>
          <p:cNvPr id="161" name="Shape 80">
            <a:extLst>
              <a:ext uri="{FF2B5EF4-FFF2-40B4-BE49-F238E27FC236}">
                <a16:creationId xmlns:a16="http://schemas.microsoft.com/office/drawing/2014/main" id="{FDE69EAF-0E87-99A3-FD7E-79A94DCCC0B6}"/>
              </a:ext>
            </a:extLst>
          </p:cNvPr>
          <p:cNvSpPr/>
          <p:nvPr/>
        </p:nvSpPr>
        <p:spPr>
          <a:xfrm>
            <a:off x="10776114" y="3108049"/>
            <a:ext cx="64008" cy="64008"/>
          </a:xfrm>
          <a:prstGeom prst="ellipse">
            <a:avLst/>
          </a:prstGeom>
          <a:solidFill>
            <a:srgbClr val="2B6777"/>
          </a:solidFill>
          <a:ln/>
        </p:spPr>
        <p:txBody>
          <a:bodyPr/>
          <a:lstStyle/>
          <a:p>
            <a:endParaRPr lang="ja-JP" altLang="en-US"/>
          </a:p>
        </p:txBody>
      </p:sp>
      <p:sp>
        <p:nvSpPr>
          <p:cNvPr id="163" name="Shape 81">
            <a:extLst>
              <a:ext uri="{FF2B5EF4-FFF2-40B4-BE49-F238E27FC236}">
                <a16:creationId xmlns:a16="http://schemas.microsoft.com/office/drawing/2014/main" id="{21903B88-79F3-5564-AE43-6BABA244FEB2}"/>
              </a:ext>
            </a:extLst>
          </p:cNvPr>
          <p:cNvSpPr/>
          <p:nvPr/>
        </p:nvSpPr>
        <p:spPr>
          <a:xfrm>
            <a:off x="9927636" y="2787719"/>
            <a:ext cx="64008" cy="64008"/>
          </a:xfrm>
          <a:prstGeom prst="ellipse">
            <a:avLst/>
          </a:prstGeom>
          <a:solidFill>
            <a:srgbClr val="2B6777"/>
          </a:solidFill>
          <a:ln/>
        </p:spPr>
        <p:txBody>
          <a:bodyPr/>
          <a:lstStyle/>
          <a:p>
            <a:endParaRPr lang="ja-JP" altLang="en-US"/>
          </a:p>
        </p:txBody>
      </p:sp>
      <p:sp>
        <p:nvSpPr>
          <p:cNvPr id="165" name="Shape 82">
            <a:extLst>
              <a:ext uri="{FF2B5EF4-FFF2-40B4-BE49-F238E27FC236}">
                <a16:creationId xmlns:a16="http://schemas.microsoft.com/office/drawing/2014/main" id="{EEBD032D-F1FB-732F-2A5C-26D98E657B80}"/>
              </a:ext>
            </a:extLst>
          </p:cNvPr>
          <p:cNvSpPr/>
          <p:nvPr/>
        </p:nvSpPr>
        <p:spPr>
          <a:xfrm>
            <a:off x="8756543" y="3292660"/>
            <a:ext cx="64008" cy="64008"/>
          </a:xfrm>
          <a:prstGeom prst="ellipse">
            <a:avLst/>
          </a:prstGeom>
          <a:solidFill>
            <a:srgbClr val="2B6777"/>
          </a:solidFill>
          <a:ln/>
        </p:spPr>
        <p:txBody>
          <a:bodyPr/>
          <a:lstStyle/>
          <a:p>
            <a:endParaRPr lang="ja-JP" altLang="en-US"/>
          </a:p>
        </p:txBody>
      </p:sp>
      <p:sp>
        <p:nvSpPr>
          <p:cNvPr id="167" name="Shape 83">
            <a:extLst>
              <a:ext uri="{FF2B5EF4-FFF2-40B4-BE49-F238E27FC236}">
                <a16:creationId xmlns:a16="http://schemas.microsoft.com/office/drawing/2014/main" id="{C26F6B7B-960E-1C7F-0410-3849CE9A6E40}"/>
              </a:ext>
            </a:extLst>
          </p:cNvPr>
          <p:cNvSpPr/>
          <p:nvPr/>
        </p:nvSpPr>
        <p:spPr>
          <a:xfrm>
            <a:off x="10211043" y="2537256"/>
            <a:ext cx="64008" cy="64008"/>
          </a:xfrm>
          <a:prstGeom prst="ellipse">
            <a:avLst/>
          </a:prstGeom>
          <a:solidFill>
            <a:srgbClr val="2B6777"/>
          </a:solidFill>
          <a:ln/>
        </p:spPr>
        <p:txBody>
          <a:bodyPr/>
          <a:lstStyle/>
          <a:p>
            <a:endParaRPr lang="ja-JP" altLang="en-US"/>
          </a:p>
        </p:txBody>
      </p:sp>
      <p:sp>
        <p:nvSpPr>
          <p:cNvPr id="169" name="Shape 84">
            <a:extLst>
              <a:ext uri="{FF2B5EF4-FFF2-40B4-BE49-F238E27FC236}">
                <a16:creationId xmlns:a16="http://schemas.microsoft.com/office/drawing/2014/main" id="{2236FA5B-00B9-1B63-DDE5-8C08CC1CF123}"/>
              </a:ext>
            </a:extLst>
          </p:cNvPr>
          <p:cNvSpPr/>
          <p:nvPr/>
        </p:nvSpPr>
        <p:spPr>
          <a:xfrm>
            <a:off x="9056264" y="3032044"/>
            <a:ext cx="64008" cy="64008"/>
          </a:xfrm>
          <a:prstGeom prst="ellipse">
            <a:avLst/>
          </a:prstGeom>
          <a:solidFill>
            <a:srgbClr val="2B6777"/>
          </a:solidFill>
          <a:ln/>
        </p:spPr>
        <p:txBody>
          <a:bodyPr/>
          <a:lstStyle/>
          <a:p>
            <a:endParaRPr lang="ja-JP" altLang="en-US"/>
          </a:p>
        </p:txBody>
      </p:sp>
      <p:sp>
        <p:nvSpPr>
          <p:cNvPr id="171" name="Shape 85">
            <a:extLst>
              <a:ext uri="{FF2B5EF4-FFF2-40B4-BE49-F238E27FC236}">
                <a16:creationId xmlns:a16="http://schemas.microsoft.com/office/drawing/2014/main" id="{87785A19-3045-7C6A-5474-B96AE2CC1B3B}"/>
              </a:ext>
            </a:extLst>
          </p:cNvPr>
          <p:cNvSpPr/>
          <p:nvPr/>
        </p:nvSpPr>
        <p:spPr>
          <a:xfrm>
            <a:off x="9182066" y="3313654"/>
            <a:ext cx="64008" cy="64008"/>
          </a:xfrm>
          <a:prstGeom prst="ellipse">
            <a:avLst/>
          </a:prstGeom>
          <a:solidFill>
            <a:srgbClr val="2B6777"/>
          </a:solidFill>
          <a:ln/>
        </p:spPr>
        <p:txBody>
          <a:bodyPr/>
          <a:lstStyle/>
          <a:p>
            <a:endParaRPr lang="ja-JP" altLang="en-US"/>
          </a:p>
        </p:txBody>
      </p:sp>
      <p:sp>
        <p:nvSpPr>
          <p:cNvPr id="173" name="Shape 86">
            <a:extLst>
              <a:ext uri="{FF2B5EF4-FFF2-40B4-BE49-F238E27FC236}">
                <a16:creationId xmlns:a16="http://schemas.microsoft.com/office/drawing/2014/main" id="{BCF771CF-7F2E-700C-AD1C-B13BF40FB660}"/>
              </a:ext>
            </a:extLst>
          </p:cNvPr>
          <p:cNvSpPr/>
          <p:nvPr/>
        </p:nvSpPr>
        <p:spPr>
          <a:xfrm>
            <a:off x="8859376" y="2211329"/>
            <a:ext cx="64008" cy="64008"/>
          </a:xfrm>
          <a:prstGeom prst="ellipse">
            <a:avLst/>
          </a:prstGeom>
          <a:solidFill>
            <a:srgbClr val="2B6777"/>
          </a:solidFill>
          <a:ln/>
        </p:spPr>
        <p:txBody>
          <a:bodyPr/>
          <a:lstStyle/>
          <a:p>
            <a:endParaRPr lang="ja-JP" altLang="en-US"/>
          </a:p>
        </p:txBody>
      </p:sp>
      <p:sp>
        <p:nvSpPr>
          <p:cNvPr id="175" name="Shape 87">
            <a:extLst>
              <a:ext uri="{FF2B5EF4-FFF2-40B4-BE49-F238E27FC236}">
                <a16:creationId xmlns:a16="http://schemas.microsoft.com/office/drawing/2014/main" id="{916EF12D-69C2-56CC-EEFA-07B19030F41E}"/>
              </a:ext>
            </a:extLst>
          </p:cNvPr>
          <p:cNvSpPr/>
          <p:nvPr/>
        </p:nvSpPr>
        <p:spPr>
          <a:xfrm>
            <a:off x="9839559" y="2216994"/>
            <a:ext cx="64008" cy="64008"/>
          </a:xfrm>
          <a:prstGeom prst="ellipse">
            <a:avLst/>
          </a:prstGeom>
          <a:solidFill>
            <a:srgbClr val="2B6777"/>
          </a:solidFill>
          <a:ln/>
        </p:spPr>
        <p:txBody>
          <a:bodyPr/>
          <a:lstStyle/>
          <a:p>
            <a:endParaRPr lang="ja-JP" altLang="en-US"/>
          </a:p>
        </p:txBody>
      </p:sp>
      <p:sp>
        <p:nvSpPr>
          <p:cNvPr id="177" name="Shape 88">
            <a:extLst>
              <a:ext uri="{FF2B5EF4-FFF2-40B4-BE49-F238E27FC236}">
                <a16:creationId xmlns:a16="http://schemas.microsoft.com/office/drawing/2014/main" id="{E761AFA9-AD26-DDBA-01D2-F2F63A2C5600}"/>
              </a:ext>
            </a:extLst>
          </p:cNvPr>
          <p:cNvSpPr/>
          <p:nvPr/>
        </p:nvSpPr>
        <p:spPr>
          <a:xfrm>
            <a:off x="8700326" y="3151660"/>
            <a:ext cx="64008" cy="64008"/>
          </a:xfrm>
          <a:prstGeom prst="ellipse">
            <a:avLst/>
          </a:prstGeom>
          <a:solidFill>
            <a:srgbClr val="2B6777"/>
          </a:solidFill>
          <a:ln/>
        </p:spPr>
        <p:txBody>
          <a:bodyPr/>
          <a:lstStyle/>
          <a:p>
            <a:endParaRPr lang="ja-JP" altLang="en-US"/>
          </a:p>
        </p:txBody>
      </p:sp>
      <p:sp>
        <p:nvSpPr>
          <p:cNvPr id="179" name="Shape 89">
            <a:extLst>
              <a:ext uri="{FF2B5EF4-FFF2-40B4-BE49-F238E27FC236}">
                <a16:creationId xmlns:a16="http://schemas.microsoft.com/office/drawing/2014/main" id="{5E8C9297-31EB-841F-014B-E9C82DC21EA7}"/>
              </a:ext>
            </a:extLst>
          </p:cNvPr>
          <p:cNvSpPr/>
          <p:nvPr/>
        </p:nvSpPr>
        <p:spPr>
          <a:xfrm>
            <a:off x="9807800" y="3012591"/>
            <a:ext cx="64008" cy="64008"/>
          </a:xfrm>
          <a:prstGeom prst="ellipse">
            <a:avLst/>
          </a:prstGeom>
          <a:solidFill>
            <a:srgbClr val="2B6777"/>
          </a:solidFill>
          <a:ln/>
        </p:spPr>
        <p:txBody>
          <a:bodyPr/>
          <a:lstStyle/>
          <a:p>
            <a:endParaRPr lang="ja-JP" altLang="en-US"/>
          </a:p>
        </p:txBody>
      </p:sp>
      <p:sp>
        <p:nvSpPr>
          <p:cNvPr id="181" name="Shape 90">
            <a:extLst>
              <a:ext uri="{FF2B5EF4-FFF2-40B4-BE49-F238E27FC236}">
                <a16:creationId xmlns:a16="http://schemas.microsoft.com/office/drawing/2014/main" id="{B91BCC0E-7A40-34DC-5599-05D880C0D8EB}"/>
              </a:ext>
            </a:extLst>
          </p:cNvPr>
          <p:cNvSpPr/>
          <p:nvPr/>
        </p:nvSpPr>
        <p:spPr>
          <a:xfrm>
            <a:off x="9343981" y="2850391"/>
            <a:ext cx="64008" cy="64008"/>
          </a:xfrm>
          <a:prstGeom prst="ellipse">
            <a:avLst/>
          </a:prstGeom>
          <a:solidFill>
            <a:srgbClr val="2B6777"/>
          </a:solidFill>
          <a:ln/>
        </p:spPr>
        <p:txBody>
          <a:bodyPr/>
          <a:lstStyle/>
          <a:p>
            <a:endParaRPr lang="ja-JP" altLang="en-US"/>
          </a:p>
        </p:txBody>
      </p:sp>
      <p:sp>
        <p:nvSpPr>
          <p:cNvPr id="183" name="Shape 91">
            <a:extLst>
              <a:ext uri="{FF2B5EF4-FFF2-40B4-BE49-F238E27FC236}">
                <a16:creationId xmlns:a16="http://schemas.microsoft.com/office/drawing/2014/main" id="{0A3135CE-F4E4-950B-7604-E7B856641A35}"/>
              </a:ext>
            </a:extLst>
          </p:cNvPr>
          <p:cNvSpPr/>
          <p:nvPr/>
        </p:nvSpPr>
        <p:spPr>
          <a:xfrm>
            <a:off x="9410076" y="2562669"/>
            <a:ext cx="64008" cy="64008"/>
          </a:xfrm>
          <a:prstGeom prst="ellipse">
            <a:avLst/>
          </a:prstGeom>
          <a:solidFill>
            <a:srgbClr val="2B6777"/>
          </a:solidFill>
          <a:ln/>
        </p:spPr>
        <p:txBody>
          <a:bodyPr/>
          <a:lstStyle/>
          <a:p>
            <a:endParaRPr lang="ja-JP" altLang="en-US"/>
          </a:p>
        </p:txBody>
      </p:sp>
      <p:sp>
        <p:nvSpPr>
          <p:cNvPr id="185" name="Shape 92">
            <a:extLst>
              <a:ext uri="{FF2B5EF4-FFF2-40B4-BE49-F238E27FC236}">
                <a16:creationId xmlns:a16="http://schemas.microsoft.com/office/drawing/2014/main" id="{08A6DF61-0352-0A73-0B1D-BC20A3B3C51D}"/>
              </a:ext>
            </a:extLst>
          </p:cNvPr>
          <p:cNvSpPr/>
          <p:nvPr/>
        </p:nvSpPr>
        <p:spPr>
          <a:xfrm>
            <a:off x="9354739" y="2962737"/>
            <a:ext cx="64008" cy="64008"/>
          </a:xfrm>
          <a:prstGeom prst="ellipse">
            <a:avLst/>
          </a:prstGeom>
          <a:solidFill>
            <a:srgbClr val="2B6777"/>
          </a:solidFill>
          <a:ln/>
        </p:spPr>
        <p:txBody>
          <a:bodyPr/>
          <a:lstStyle/>
          <a:p>
            <a:endParaRPr lang="ja-JP" altLang="en-US"/>
          </a:p>
        </p:txBody>
      </p:sp>
      <p:sp>
        <p:nvSpPr>
          <p:cNvPr id="187" name="Shape 93">
            <a:extLst>
              <a:ext uri="{FF2B5EF4-FFF2-40B4-BE49-F238E27FC236}">
                <a16:creationId xmlns:a16="http://schemas.microsoft.com/office/drawing/2014/main" id="{09D325FA-0D74-36CD-4094-917C894B625A}"/>
              </a:ext>
            </a:extLst>
          </p:cNvPr>
          <p:cNvSpPr/>
          <p:nvPr/>
        </p:nvSpPr>
        <p:spPr>
          <a:xfrm>
            <a:off x="10741188" y="2972800"/>
            <a:ext cx="64008" cy="64008"/>
          </a:xfrm>
          <a:prstGeom prst="ellipse">
            <a:avLst/>
          </a:prstGeom>
          <a:solidFill>
            <a:srgbClr val="2B6777"/>
          </a:solidFill>
          <a:ln/>
        </p:spPr>
        <p:txBody>
          <a:bodyPr/>
          <a:lstStyle/>
          <a:p>
            <a:endParaRPr lang="ja-JP" altLang="en-US"/>
          </a:p>
        </p:txBody>
      </p:sp>
      <p:sp>
        <p:nvSpPr>
          <p:cNvPr id="189" name="Shape 94">
            <a:extLst>
              <a:ext uri="{FF2B5EF4-FFF2-40B4-BE49-F238E27FC236}">
                <a16:creationId xmlns:a16="http://schemas.microsoft.com/office/drawing/2014/main" id="{EA2DCC43-0B66-9149-BB06-A080F955E7AC}"/>
              </a:ext>
            </a:extLst>
          </p:cNvPr>
          <p:cNvSpPr/>
          <p:nvPr/>
        </p:nvSpPr>
        <p:spPr>
          <a:xfrm>
            <a:off x="9624564" y="2648699"/>
            <a:ext cx="64008" cy="64008"/>
          </a:xfrm>
          <a:prstGeom prst="ellipse">
            <a:avLst/>
          </a:prstGeom>
          <a:solidFill>
            <a:srgbClr val="2B6777"/>
          </a:solidFill>
          <a:ln/>
        </p:spPr>
        <p:txBody>
          <a:bodyPr/>
          <a:lstStyle/>
          <a:p>
            <a:endParaRPr lang="ja-JP" altLang="en-US"/>
          </a:p>
        </p:txBody>
      </p:sp>
      <p:sp>
        <p:nvSpPr>
          <p:cNvPr id="191" name="Shape 95">
            <a:extLst>
              <a:ext uri="{FF2B5EF4-FFF2-40B4-BE49-F238E27FC236}">
                <a16:creationId xmlns:a16="http://schemas.microsoft.com/office/drawing/2014/main" id="{8AE9FDD5-20B9-5F2D-5B9C-B12D669BF418}"/>
              </a:ext>
            </a:extLst>
          </p:cNvPr>
          <p:cNvSpPr/>
          <p:nvPr/>
        </p:nvSpPr>
        <p:spPr>
          <a:xfrm>
            <a:off x="9767076" y="2673355"/>
            <a:ext cx="64008" cy="64008"/>
          </a:xfrm>
          <a:prstGeom prst="ellipse">
            <a:avLst/>
          </a:prstGeom>
          <a:solidFill>
            <a:srgbClr val="2B6777"/>
          </a:solidFill>
          <a:ln/>
        </p:spPr>
        <p:txBody>
          <a:bodyPr/>
          <a:lstStyle/>
          <a:p>
            <a:endParaRPr lang="ja-JP" altLang="en-US"/>
          </a:p>
        </p:txBody>
      </p:sp>
      <p:sp>
        <p:nvSpPr>
          <p:cNvPr id="193" name="Shape 96">
            <a:extLst>
              <a:ext uri="{FF2B5EF4-FFF2-40B4-BE49-F238E27FC236}">
                <a16:creationId xmlns:a16="http://schemas.microsoft.com/office/drawing/2014/main" id="{E0356B09-8653-75DE-E9F3-74E54C25061A}"/>
              </a:ext>
            </a:extLst>
          </p:cNvPr>
          <p:cNvSpPr/>
          <p:nvPr/>
        </p:nvSpPr>
        <p:spPr>
          <a:xfrm>
            <a:off x="10549980" y="2381004"/>
            <a:ext cx="64008" cy="64008"/>
          </a:xfrm>
          <a:prstGeom prst="ellipse">
            <a:avLst/>
          </a:prstGeom>
          <a:solidFill>
            <a:srgbClr val="2B6777"/>
          </a:solidFill>
          <a:ln/>
        </p:spPr>
        <p:txBody>
          <a:bodyPr/>
          <a:lstStyle/>
          <a:p>
            <a:endParaRPr lang="ja-JP" altLang="en-US"/>
          </a:p>
        </p:txBody>
      </p:sp>
      <p:sp>
        <p:nvSpPr>
          <p:cNvPr id="195" name="Shape 97">
            <a:extLst>
              <a:ext uri="{FF2B5EF4-FFF2-40B4-BE49-F238E27FC236}">
                <a16:creationId xmlns:a16="http://schemas.microsoft.com/office/drawing/2014/main" id="{D9C31DD1-B4B7-51D4-2384-8C24988F772B}"/>
              </a:ext>
            </a:extLst>
          </p:cNvPr>
          <p:cNvSpPr/>
          <p:nvPr/>
        </p:nvSpPr>
        <p:spPr>
          <a:xfrm>
            <a:off x="10585328" y="2382102"/>
            <a:ext cx="64008" cy="64008"/>
          </a:xfrm>
          <a:prstGeom prst="ellipse">
            <a:avLst/>
          </a:prstGeom>
          <a:solidFill>
            <a:srgbClr val="2B6777"/>
          </a:solidFill>
          <a:ln/>
        </p:spPr>
        <p:txBody>
          <a:bodyPr/>
          <a:lstStyle/>
          <a:p>
            <a:endParaRPr lang="ja-JP" altLang="en-US"/>
          </a:p>
        </p:txBody>
      </p:sp>
      <p:sp>
        <p:nvSpPr>
          <p:cNvPr id="197" name="Shape 98">
            <a:extLst>
              <a:ext uri="{FF2B5EF4-FFF2-40B4-BE49-F238E27FC236}">
                <a16:creationId xmlns:a16="http://schemas.microsoft.com/office/drawing/2014/main" id="{64C4490B-33B7-E0E2-1ED4-554C62333351}"/>
              </a:ext>
            </a:extLst>
          </p:cNvPr>
          <p:cNvSpPr/>
          <p:nvPr/>
        </p:nvSpPr>
        <p:spPr>
          <a:xfrm>
            <a:off x="10791996" y="2404887"/>
            <a:ext cx="64008" cy="64008"/>
          </a:xfrm>
          <a:prstGeom prst="ellipse">
            <a:avLst/>
          </a:prstGeom>
          <a:solidFill>
            <a:srgbClr val="2B6777"/>
          </a:solidFill>
          <a:ln/>
        </p:spPr>
        <p:txBody>
          <a:bodyPr/>
          <a:lstStyle/>
          <a:p>
            <a:endParaRPr lang="ja-JP" altLang="en-US"/>
          </a:p>
        </p:txBody>
      </p:sp>
      <p:sp>
        <p:nvSpPr>
          <p:cNvPr id="199" name="Shape 99">
            <a:extLst>
              <a:ext uri="{FF2B5EF4-FFF2-40B4-BE49-F238E27FC236}">
                <a16:creationId xmlns:a16="http://schemas.microsoft.com/office/drawing/2014/main" id="{53737FC8-708E-6715-8A4E-96668F02BE50}"/>
              </a:ext>
            </a:extLst>
          </p:cNvPr>
          <p:cNvSpPr/>
          <p:nvPr/>
        </p:nvSpPr>
        <p:spPr>
          <a:xfrm>
            <a:off x="10513109" y="2296509"/>
            <a:ext cx="64008" cy="64008"/>
          </a:xfrm>
          <a:prstGeom prst="ellipse">
            <a:avLst/>
          </a:prstGeom>
          <a:solidFill>
            <a:srgbClr val="2B6777"/>
          </a:solidFill>
          <a:ln/>
        </p:spPr>
        <p:txBody>
          <a:bodyPr/>
          <a:lstStyle/>
          <a:p>
            <a:endParaRPr lang="ja-JP" altLang="en-US"/>
          </a:p>
        </p:txBody>
      </p:sp>
      <p:sp>
        <p:nvSpPr>
          <p:cNvPr id="201" name="Shape 100">
            <a:extLst>
              <a:ext uri="{FF2B5EF4-FFF2-40B4-BE49-F238E27FC236}">
                <a16:creationId xmlns:a16="http://schemas.microsoft.com/office/drawing/2014/main" id="{4DB3BFCE-1937-45C8-6C04-B083FD0BBFFF}"/>
              </a:ext>
            </a:extLst>
          </p:cNvPr>
          <p:cNvSpPr/>
          <p:nvPr/>
        </p:nvSpPr>
        <p:spPr>
          <a:xfrm>
            <a:off x="10593943" y="2426828"/>
            <a:ext cx="64008" cy="64008"/>
          </a:xfrm>
          <a:prstGeom prst="ellipse">
            <a:avLst/>
          </a:prstGeom>
          <a:solidFill>
            <a:srgbClr val="2B6777"/>
          </a:solidFill>
          <a:ln/>
        </p:spPr>
        <p:txBody>
          <a:bodyPr/>
          <a:lstStyle/>
          <a:p>
            <a:endParaRPr lang="ja-JP" altLang="en-US"/>
          </a:p>
        </p:txBody>
      </p:sp>
      <p:sp>
        <p:nvSpPr>
          <p:cNvPr id="203" name="Shape 101">
            <a:extLst>
              <a:ext uri="{FF2B5EF4-FFF2-40B4-BE49-F238E27FC236}">
                <a16:creationId xmlns:a16="http://schemas.microsoft.com/office/drawing/2014/main" id="{24190A98-73A6-1AE3-A7A6-5858347E40AE}"/>
              </a:ext>
            </a:extLst>
          </p:cNvPr>
          <p:cNvSpPr/>
          <p:nvPr/>
        </p:nvSpPr>
        <p:spPr>
          <a:xfrm>
            <a:off x="10593703" y="2445687"/>
            <a:ext cx="64008" cy="64008"/>
          </a:xfrm>
          <a:prstGeom prst="ellipse">
            <a:avLst/>
          </a:prstGeom>
          <a:solidFill>
            <a:srgbClr val="2B6777"/>
          </a:solidFill>
          <a:ln/>
        </p:spPr>
        <p:txBody>
          <a:bodyPr/>
          <a:lstStyle/>
          <a:p>
            <a:endParaRPr lang="ja-JP" altLang="en-US"/>
          </a:p>
        </p:txBody>
      </p:sp>
      <p:sp>
        <p:nvSpPr>
          <p:cNvPr id="205" name="Shape 102">
            <a:extLst>
              <a:ext uri="{FF2B5EF4-FFF2-40B4-BE49-F238E27FC236}">
                <a16:creationId xmlns:a16="http://schemas.microsoft.com/office/drawing/2014/main" id="{297C2E2C-B1B7-FB12-EDA5-47D4CB0630C4}"/>
              </a:ext>
            </a:extLst>
          </p:cNvPr>
          <p:cNvSpPr/>
          <p:nvPr/>
        </p:nvSpPr>
        <p:spPr>
          <a:xfrm>
            <a:off x="10740814" y="2407906"/>
            <a:ext cx="64008" cy="64008"/>
          </a:xfrm>
          <a:prstGeom prst="ellipse">
            <a:avLst/>
          </a:prstGeom>
          <a:solidFill>
            <a:srgbClr val="2B6777"/>
          </a:solidFill>
          <a:ln/>
        </p:spPr>
        <p:txBody>
          <a:bodyPr/>
          <a:lstStyle/>
          <a:p>
            <a:endParaRPr lang="ja-JP" altLang="en-US"/>
          </a:p>
        </p:txBody>
      </p:sp>
      <p:sp>
        <p:nvSpPr>
          <p:cNvPr id="207" name="Shape 103">
            <a:extLst>
              <a:ext uri="{FF2B5EF4-FFF2-40B4-BE49-F238E27FC236}">
                <a16:creationId xmlns:a16="http://schemas.microsoft.com/office/drawing/2014/main" id="{F0C5178E-1C9B-1588-F3C9-8A13D7A9F3BD}"/>
              </a:ext>
            </a:extLst>
          </p:cNvPr>
          <p:cNvSpPr/>
          <p:nvPr/>
        </p:nvSpPr>
        <p:spPr>
          <a:xfrm>
            <a:off x="10687266" y="2368531"/>
            <a:ext cx="64008" cy="64008"/>
          </a:xfrm>
          <a:prstGeom prst="ellipse">
            <a:avLst/>
          </a:prstGeom>
          <a:solidFill>
            <a:srgbClr val="2B6777"/>
          </a:solidFill>
          <a:ln/>
        </p:spPr>
        <p:txBody>
          <a:bodyPr/>
          <a:lstStyle/>
          <a:p>
            <a:endParaRPr lang="ja-JP" altLang="en-US"/>
          </a:p>
        </p:txBody>
      </p:sp>
      <p:sp>
        <p:nvSpPr>
          <p:cNvPr id="209" name="Text 104">
            <a:extLst>
              <a:ext uri="{FF2B5EF4-FFF2-40B4-BE49-F238E27FC236}">
                <a16:creationId xmlns:a16="http://schemas.microsoft.com/office/drawing/2014/main" id="{B24D0AC4-1A8F-58DC-3DD2-904DD0DA79D0}"/>
              </a:ext>
            </a:extLst>
          </p:cNvPr>
          <p:cNvSpPr/>
          <p:nvPr/>
        </p:nvSpPr>
        <p:spPr>
          <a:xfrm>
            <a:off x="8183880" y="3516087"/>
            <a:ext cx="2971800" cy="320040"/>
          </a:xfrm>
          <a:prstGeom prst="rect">
            <a:avLst/>
          </a:prstGeom>
          <a:noFill/>
          <a:ln/>
        </p:spPr>
        <p:txBody>
          <a:bodyPr wrap="square" lIns="0" tIns="0" rIns="0" bIns="0" rtlCol="0" anchor="ctr"/>
          <a:lstStyle/>
          <a:p>
            <a:pPr marL="0" indent="0">
              <a:buNone/>
            </a:pPr>
            <a:r>
              <a:rPr lang="ja-JP" altLang="en-US" sz="1600" b="1" dirty="0">
                <a:solidFill>
                  <a:srgbClr val="0070C0"/>
                </a:solidFill>
                <a:ea typeface="Yu Gothic" pitchFamily="34" charset="-122"/>
                <a:cs typeface="Yu Gothic" pitchFamily="34" charset="-120"/>
              </a:rPr>
              <a:t>相関係数</a:t>
            </a:r>
            <a:r>
              <a:rPr lang="en-US" altLang="ja-JP" sz="1600" b="1" dirty="0">
                <a:solidFill>
                  <a:srgbClr val="0070C0"/>
                </a:solidFill>
                <a:ea typeface="Yu Gothic" pitchFamily="34" charset="-122"/>
                <a:cs typeface="Yu Gothic" pitchFamily="34" charset="-120"/>
              </a:rPr>
              <a:t>: </a:t>
            </a:r>
            <a:r>
              <a:rPr lang="en-US" altLang="ja-JP" sz="1600" b="1">
                <a:solidFill>
                  <a:srgbClr val="0070C0"/>
                </a:solidFill>
                <a:ea typeface="Yu Gothic" pitchFamily="34" charset="-122"/>
                <a:cs typeface="Yu Gothic" pitchFamily="34" charset="-120"/>
              </a:rPr>
              <a:t>✕ </a:t>
            </a:r>
            <a:r>
              <a:rPr lang="ja-JP" altLang="en-US" sz="1600" b="1" dirty="0">
                <a:solidFill>
                  <a:srgbClr val="0070C0"/>
                </a:solidFill>
                <a:ea typeface="Yu Gothic" pitchFamily="34" charset="-122"/>
                <a:cs typeface="Yu Gothic" pitchFamily="34" charset="-120"/>
              </a:rPr>
              <a:t>見逃してしまう</a:t>
            </a:r>
            <a:endParaRPr lang="en-US" altLang="ja-JP" sz="1600" dirty="0">
              <a:solidFill>
                <a:srgbClr val="0070C0"/>
              </a:solidFill>
            </a:endParaRPr>
          </a:p>
        </p:txBody>
      </p:sp>
      <p:sp>
        <p:nvSpPr>
          <p:cNvPr id="211" name="Shape 105">
            <a:extLst>
              <a:ext uri="{FF2B5EF4-FFF2-40B4-BE49-F238E27FC236}">
                <a16:creationId xmlns:a16="http://schemas.microsoft.com/office/drawing/2014/main" id="{E13685EA-85A4-290E-7FFF-4532F2CBA268}"/>
              </a:ext>
            </a:extLst>
          </p:cNvPr>
          <p:cNvSpPr/>
          <p:nvPr/>
        </p:nvSpPr>
        <p:spPr>
          <a:xfrm>
            <a:off x="548640" y="4293326"/>
            <a:ext cx="4754880" cy="1802674"/>
          </a:xfrm>
          <a:prstGeom prst="roundRect">
            <a:avLst>
              <a:gd name="adj" fmla="val 5714"/>
            </a:avLst>
          </a:prstGeom>
          <a:solidFill>
            <a:srgbClr val="FFF6F2"/>
          </a:solidFill>
          <a:ln w="12700">
            <a:solidFill>
              <a:srgbClr val="E0562B"/>
            </a:solidFill>
            <a:prstDash val="solid"/>
          </a:ln>
        </p:spPr>
        <p:txBody>
          <a:bodyPr/>
          <a:lstStyle/>
          <a:p>
            <a:endParaRPr lang="ja-JP" altLang="en-US"/>
          </a:p>
        </p:txBody>
      </p:sp>
      <p:sp>
        <p:nvSpPr>
          <p:cNvPr id="213" name="Text 106">
            <a:extLst>
              <a:ext uri="{FF2B5EF4-FFF2-40B4-BE49-F238E27FC236}">
                <a16:creationId xmlns:a16="http://schemas.microsoft.com/office/drawing/2014/main" id="{F3E15109-8766-2B2C-4273-ED758A362D1E}"/>
              </a:ext>
            </a:extLst>
          </p:cNvPr>
          <p:cNvSpPr/>
          <p:nvPr/>
        </p:nvSpPr>
        <p:spPr>
          <a:xfrm>
            <a:off x="777240" y="4384767"/>
            <a:ext cx="4297680" cy="320040"/>
          </a:xfrm>
          <a:prstGeom prst="rect">
            <a:avLst/>
          </a:prstGeom>
          <a:noFill/>
          <a:ln/>
        </p:spPr>
        <p:txBody>
          <a:bodyPr wrap="square" lIns="0" tIns="0" rIns="0" bIns="0" rtlCol="0" anchor="ctr"/>
          <a:lstStyle/>
          <a:p>
            <a:pPr marL="0" indent="0" algn="ctr">
              <a:buNone/>
            </a:pPr>
            <a:r>
              <a:rPr lang="ja-JP" altLang="en-US" sz="2000" b="1" noProof="0" dirty="0">
                <a:solidFill>
                  <a:srgbClr val="E0562B"/>
                </a:solidFill>
                <a:ea typeface="Yu Gothic" pitchFamily="34" charset="-122"/>
                <a:cs typeface="Yu Gothic" pitchFamily="34" charset="-120"/>
              </a:rPr>
              <a:t>相関係数</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ピアソン相関</a:t>
            </a:r>
            <a:r>
              <a:rPr lang="ja-JP" sz="2000" b="1" noProof="0" dirty="0">
                <a:solidFill>
                  <a:srgbClr val="E0562B"/>
                </a:solidFill>
                <a:ea typeface="Yu Gothic" pitchFamily="34" charset="-122"/>
                <a:cs typeface="Yu Gothic" pitchFamily="34" charset="-120"/>
              </a:rPr>
              <a:t>)</a:t>
            </a:r>
            <a:r>
              <a:rPr lang="ja-JP" altLang="en-US" sz="2000" b="1" dirty="0">
                <a:solidFill>
                  <a:srgbClr val="E0562B"/>
                </a:solidFill>
                <a:ea typeface="Yu Gothic" pitchFamily="34" charset="-122"/>
                <a:cs typeface="Yu Gothic" pitchFamily="34" charset="-120"/>
              </a:rPr>
              <a:t>の限界</a:t>
            </a:r>
            <a:endParaRPr lang="en-US" altLang="ja-JP" sz="2000" b="1" dirty="0"/>
          </a:p>
        </p:txBody>
      </p:sp>
      <p:sp>
        <p:nvSpPr>
          <p:cNvPr id="217" name="Shape 108">
            <a:extLst>
              <a:ext uri="{FF2B5EF4-FFF2-40B4-BE49-F238E27FC236}">
                <a16:creationId xmlns:a16="http://schemas.microsoft.com/office/drawing/2014/main" id="{7231D107-202A-923A-1BF1-B3F07F39B15F}"/>
              </a:ext>
            </a:extLst>
          </p:cNvPr>
          <p:cNvSpPr/>
          <p:nvPr/>
        </p:nvSpPr>
        <p:spPr>
          <a:xfrm>
            <a:off x="5440680" y="4659087"/>
            <a:ext cx="640080" cy="320040"/>
          </a:xfrm>
          <a:prstGeom prst="rightArrow">
            <a:avLst/>
          </a:prstGeom>
          <a:solidFill>
            <a:srgbClr val="5C6B7A"/>
          </a:solidFill>
          <a:ln/>
        </p:spPr>
        <p:txBody>
          <a:bodyPr/>
          <a:lstStyle/>
          <a:p>
            <a:endParaRPr lang="ja-JP" altLang="en-US"/>
          </a:p>
        </p:txBody>
      </p:sp>
      <p:sp>
        <p:nvSpPr>
          <p:cNvPr id="219" name="Shape 109">
            <a:extLst>
              <a:ext uri="{FF2B5EF4-FFF2-40B4-BE49-F238E27FC236}">
                <a16:creationId xmlns:a16="http://schemas.microsoft.com/office/drawing/2014/main" id="{9E952590-AD1C-99DA-F481-00AC2166688D}"/>
              </a:ext>
            </a:extLst>
          </p:cNvPr>
          <p:cNvSpPr/>
          <p:nvPr/>
        </p:nvSpPr>
        <p:spPr>
          <a:xfrm>
            <a:off x="6217920" y="4293326"/>
            <a:ext cx="5422392" cy="1802674"/>
          </a:xfrm>
          <a:prstGeom prst="roundRect">
            <a:avLst>
              <a:gd name="adj" fmla="val 5714"/>
            </a:avLst>
          </a:prstGeom>
          <a:solidFill>
            <a:srgbClr val="E7F2EC"/>
          </a:solidFill>
          <a:ln w="12700">
            <a:solidFill>
              <a:srgbClr val="2E7D5B"/>
            </a:solidFill>
            <a:prstDash val="solid"/>
          </a:ln>
        </p:spPr>
        <p:txBody>
          <a:bodyPr/>
          <a:lstStyle/>
          <a:p>
            <a:endParaRPr lang="ja-JP" altLang="en-US" dirty="0"/>
          </a:p>
        </p:txBody>
      </p:sp>
      <p:sp>
        <p:nvSpPr>
          <p:cNvPr id="221" name="Text 110">
            <a:extLst>
              <a:ext uri="{FF2B5EF4-FFF2-40B4-BE49-F238E27FC236}">
                <a16:creationId xmlns:a16="http://schemas.microsoft.com/office/drawing/2014/main" id="{14DB4CA5-3BA7-DF79-99EF-9DF27CCDE6D4}"/>
              </a:ext>
            </a:extLst>
          </p:cNvPr>
          <p:cNvSpPr/>
          <p:nvPr/>
        </p:nvSpPr>
        <p:spPr>
          <a:xfrm>
            <a:off x="6446520" y="4384767"/>
            <a:ext cx="4937760" cy="320040"/>
          </a:xfrm>
          <a:prstGeom prst="rect">
            <a:avLst/>
          </a:prstGeom>
          <a:noFill/>
          <a:ln/>
        </p:spPr>
        <p:txBody>
          <a:bodyPr wrap="square" lIns="0" tIns="0" rIns="0" bIns="0" rtlCol="0" anchor="ctr"/>
          <a:lstStyle/>
          <a:p>
            <a:pPr marL="0" indent="0" algn="ctr">
              <a:buNone/>
            </a:pPr>
            <a:r>
              <a:rPr lang="ja-JP" altLang="en-US" sz="2000" b="1" dirty="0">
                <a:solidFill>
                  <a:srgbClr val="2E7D5B"/>
                </a:solidFill>
                <a:ea typeface="Yu Gothic" pitchFamily="34" charset="-122"/>
                <a:cs typeface="Yu Gothic" pitchFamily="34" charset="-120"/>
              </a:rPr>
              <a:t>コピュラで捉えられること</a:t>
            </a:r>
            <a:endParaRPr lang="en-US" altLang="ja-JP" sz="2000" b="1" dirty="0"/>
          </a:p>
        </p:txBody>
      </p:sp>
      <p:sp>
        <p:nvSpPr>
          <p:cNvPr id="229" name="テキスト ボックス 228">
            <a:extLst>
              <a:ext uri="{FF2B5EF4-FFF2-40B4-BE49-F238E27FC236}">
                <a16:creationId xmlns:a16="http://schemas.microsoft.com/office/drawing/2014/main" id="{79C789E6-CD8F-E23C-8913-BDC3FCE2B41F}"/>
              </a:ext>
            </a:extLst>
          </p:cNvPr>
          <p:cNvSpPr txBox="1"/>
          <p:nvPr/>
        </p:nvSpPr>
        <p:spPr>
          <a:xfrm>
            <a:off x="635927" y="4724670"/>
            <a:ext cx="4423891" cy="1200329"/>
          </a:xfrm>
          <a:prstGeom prst="rect">
            <a:avLst/>
          </a:prstGeom>
          <a:noFill/>
        </p:spPr>
        <p:txBody>
          <a:bodyPr wrap="square">
            <a:spAutoFit/>
          </a:bodyPr>
          <a:lstStyle/>
          <a:p>
            <a:pPr marL="0" indent="0">
              <a:buNone/>
            </a:pPr>
            <a:r>
              <a:rPr lang="ja-JP" altLang="ja-JP" noProof="0" dirty="0">
                <a:solidFill>
                  <a:srgbClr val="1F2933"/>
                </a:solidFill>
                <a:ea typeface="Yu Gothic" pitchFamily="34" charset="-122"/>
                <a:cs typeface="Yu Gothic" pitchFamily="34" charset="-120"/>
              </a:rPr>
              <a:t>「線形な関係の強さ」しか測れない指標のため、②</a:t>
            </a:r>
            <a:r>
              <a:rPr lang="ja-JP" altLang="en-US" noProof="0" dirty="0">
                <a:solidFill>
                  <a:srgbClr val="1F2933"/>
                </a:solidFill>
                <a:ea typeface="Yu Gothic" pitchFamily="34" charset="-122"/>
                <a:cs typeface="Yu Gothic" pitchFamily="34" charset="-120"/>
              </a:rPr>
              <a:t>や</a:t>
            </a:r>
            <a:r>
              <a:rPr lang="ja-JP" altLang="ja-JP" noProof="0" dirty="0">
                <a:solidFill>
                  <a:srgbClr val="1F2933"/>
                </a:solidFill>
                <a:ea typeface="Yu Gothic" pitchFamily="34" charset="-122"/>
                <a:cs typeface="Yu Gothic" pitchFamily="34" charset="-120"/>
              </a:rPr>
              <a:t>③のような関係を「関係なし」と見誤り、拡張時に壊してしまう恐れがある</a:t>
            </a:r>
            <a:endParaRPr lang="ja-JP" altLang="ja-JP" noProof="0" dirty="0"/>
          </a:p>
        </p:txBody>
      </p:sp>
      <p:sp>
        <p:nvSpPr>
          <p:cNvPr id="230" name="テキスト ボックス 229">
            <a:extLst>
              <a:ext uri="{FF2B5EF4-FFF2-40B4-BE49-F238E27FC236}">
                <a16:creationId xmlns:a16="http://schemas.microsoft.com/office/drawing/2014/main" id="{2E7230DC-B851-C216-920B-2257660EE100}"/>
              </a:ext>
            </a:extLst>
          </p:cNvPr>
          <p:cNvSpPr txBox="1"/>
          <p:nvPr/>
        </p:nvSpPr>
        <p:spPr>
          <a:xfrm>
            <a:off x="6362645" y="4716358"/>
            <a:ext cx="5130545" cy="1200329"/>
          </a:xfrm>
          <a:prstGeom prst="rect">
            <a:avLst/>
          </a:prstGeom>
          <a:noFill/>
        </p:spPr>
        <p:txBody>
          <a:bodyPr wrap="square" rtlCol="0">
            <a:spAutoFit/>
          </a:bodyPr>
          <a:lstStyle/>
          <a:p>
            <a:r>
              <a:rPr lang="ja-JP" altLang="en-US" dirty="0">
                <a:solidFill>
                  <a:srgbClr val="1F2933"/>
                </a:solidFill>
                <a:ea typeface="Yu Gothic" pitchFamily="34" charset="-122"/>
                <a:cs typeface="Yu Gothic" pitchFamily="34" charset="-120"/>
              </a:rPr>
              <a:t>変数の分布の形に関係なく、</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①線形 ②非線形 ③極端な値どうしの連動</a:t>
            </a:r>
            <a:endParaRPr lang="en-US" altLang="ja-JP" dirty="0">
              <a:solidFill>
                <a:srgbClr val="1F2933"/>
              </a:solidFill>
              <a:ea typeface="Yu Gothic" pitchFamily="34" charset="-122"/>
              <a:cs typeface="Yu Gothic" pitchFamily="34" charset="-120"/>
            </a:endParaRPr>
          </a:p>
          <a:p>
            <a:r>
              <a:rPr lang="ja-JP" altLang="en-US" dirty="0">
                <a:solidFill>
                  <a:srgbClr val="1F2933"/>
                </a:solidFill>
                <a:ea typeface="Yu Gothic" pitchFamily="34" charset="-122"/>
                <a:cs typeface="Yu Gothic" pitchFamily="34" charset="-120"/>
              </a:rPr>
              <a:t>まで含めた依存構造を直接捉えられる</a:t>
            </a:r>
            <a:endParaRPr lang="en-US" altLang="ja-JP" dirty="0"/>
          </a:p>
          <a:p>
            <a:endParaRPr kumimoji="1" lang="ja-JP" altLang="en-US" dirty="0"/>
          </a:p>
        </p:txBody>
      </p:sp>
    </p:spTree>
    <p:extLst>
      <p:ext uri="{BB962C8B-B14F-4D97-AF65-F5344CB8AC3E}">
        <p14:creationId xmlns:p14="http://schemas.microsoft.com/office/powerpoint/2010/main" val="4034522240"/>
      </p:ext>
    </p:extLst>
  </p:cSld>
  <p:clrMapOvr>
    <a:masterClrMapping/>
  </p:clrMapOvr>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1128711-B496-4B01-9485-3712570BE82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前回の問題設定から、生成方法へ</a:t>
            </a:r>
          </a:p>
        </p:txBody>
      </p:sp>
      <p:sp>
        <p:nvSpPr>
          <p:cNvPr id="2" name="">
            <a:extLst xmlns:a="http://schemas.openxmlformats.org/drawingml/2006/main">
              <a:ext uri="{FF2B5EF4-FFF2-40B4-BE49-F238E27FC236}">
                <a16:creationId xmlns:a16="http://schemas.microsoft.com/office/drawing/2014/main" id="{68CE1F74-4753-427B-A9A5-F0DCC99719C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497721-B1F2-4C26-8322-CAF9B37FFB1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前回：特徴の関係を考慮したデータ拡張を検討する。</a:t>
            </a:r>
          </a:p>
        </p:txBody>
      </p:sp>
      <p:sp>
        <p:nvSpPr>
          <p:cNvPr id="4" name="">
            <a:extLst xmlns:a="http://schemas.openxmlformats.org/drawingml/2006/main">
              <a:ext uri="{FF2B5EF4-FFF2-40B4-BE49-F238E27FC236}">
                <a16:creationId xmlns:a16="http://schemas.microsoft.com/office/drawing/2014/main" id="{B6DCDBCE-72CA-4969-9E50-18962E65E8A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01602EC3-69E4-4763-8AB9-401B0C63181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sp>
        <p:nvSpPr>
          <p:cNvPr id="6" name="">
            <a:extLst xmlns:a="http://schemas.openxmlformats.org/drawingml/2006/main">
              <a:ext uri="{FF2B5EF4-FFF2-40B4-BE49-F238E27FC236}">
                <a16:creationId xmlns:a16="http://schemas.microsoft.com/office/drawing/2014/main" id="{10BCCE43-CE85-48BA-8D3A-988C1677CCD4}"/>
              </a:ext>
            </a:extLst>
          </p:cNvPr>
          <p:cNvSpPr>
            <a:spLocks xmlns:a="http://schemas.openxmlformats.org/drawingml/2006/main" noGrp="1"/>
          </p:cNvSpPr>
          <p:nvPr/>
        </p:nvSpPr>
        <p:spPr>
          <a:xfrm xmlns:a="http://schemas.openxmlformats.org/drawingml/2006/main">
            <a:off x="514350" y="2000250"/>
            <a:ext cx="5314950" cy="31051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E38D07-7FCC-48FE-8FC6-9F6A46013F1D}"/>
              </a:ext>
            </a:extLst>
          </p:cNvPr>
          <p:cNvSpPr>
            <a:spLocks xmlns:a="http://schemas.openxmlformats.org/drawingml/2006/main" noGrp="1"/>
          </p:cNvSpPr>
          <p:nvPr/>
        </p:nvSpPr>
        <p:spPr>
          <a:xfrm xmlns:a="http://schemas.openxmlformats.org/drawingml/2006/main">
            <a:off x="704850" y="211455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既存の列置換</a:t>
            </a:r>
          </a:p>
        </p:txBody>
      </p:sp>
      <p:sp>
        <p:nvSpPr>
          <p:cNvPr id="8" name="">
            <a:extLst xmlns:a="http://schemas.openxmlformats.org/drawingml/2006/main">
              <a:ext uri="{FF2B5EF4-FFF2-40B4-BE49-F238E27FC236}">
                <a16:creationId xmlns:a16="http://schemas.microsoft.com/office/drawing/2014/main" id="{1D5FED6B-83BD-4925-96E5-FBF728AB3B1C}"/>
              </a:ext>
            </a:extLst>
          </p:cNvPr>
          <p:cNvSpPr>
            <a:spLocks xmlns:a="http://schemas.openxmlformats.org/drawingml/2006/main" noGrp="1"/>
          </p:cNvSpPr>
          <p:nvPr/>
        </p:nvSpPr>
        <p:spPr>
          <a:xfrm xmlns:a="http://schemas.openxmlformats.org/drawingml/2006/main">
            <a:off x="704850" y="2667000"/>
            <a:ext cx="49339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身長を別の人から取ると、</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残した体重との関係を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考慮できない。</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値の組合せが不自然になる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可能性がある。</a:t>
            </a:r>
          </a:p>
        </p:txBody>
      </p:sp>
      <p:sp>
        <p:nvSpPr>
          <p:cNvPr id="9" name="">
            <a:extLst xmlns:a="http://schemas.openxmlformats.org/drawingml/2006/main">
              <a:ext uri="{FF2B5EF4-FFF2-40B4-BE49-F238E27FC236}">
                <a16:creationId xmlns:a16="http://schemas.microsoft.com/office/drawing/2014/main" id="{BA8161F1-EF46-4836-9076-FF81A4B21AD8}"/>
              </a:ext>
            </a:extLst>
          </p:cNvPr>
          <p:cNvSpPr>
            <a:spLocks xmlns:a="http://schemas.openxmlformats.org/drawingml/2006/main" noGrp="1"/>
          </p:cNvSpPr>
          <p:nvPr/>
        </p:nvSpPr>
        <p:spPr>
          <a:xfrm xmlns:a="http://schemas.openxmlformats.org/drawingml/2006/main">
            <a:off x="6076950" y="2000250"/>
            <a:ext cx="5600700" cy="31051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22F2EB-F30A-44FF-B712-F9E6D13471BD}"/>
              </a:ext>
            </a:extLst>
          </p:cNvPr>
          <p:cNvSpPr>
            <a:spLocks xmlns:a="http://schemas.openxmlformats.org/drawingml/2006/main" noGrp="1"/>
          </p:cNvSpPr>
          <p:nvPr/>
        </p:nvSpPr>
        <p:spPr>
          <a:xfrm xmlns:a="http://schemas.openxmlformats.org/drawingml/2006/main">
            <a:off x="62674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今回、具体化すること</a:t>
            </a:r>
          </a:p>
        </p:txBody>
      </p:sp>
      <p:sp>
        <p:nvSpPr>
          <p:cNvPr id="11" name="">
            <a:extLst xmlns:a="http://schemas.openxmlformats.org/drawingml/2006/main">
              <a:ext uri="{FF2B5EF4-FFF2-40B4-BE49-F238E27FC236}">
                <a16:creationId xmlns:a16="http://schemas.microsoft.com/office/drawing/2014/main" id="{32BEFF66-DBDC-4577-8C0F-91948215C8DA}"/>
              </a:ext>
            </a:extLst>
          </p:cNvPr>
          <p:cNvSpPr>
            <a:spLocks xmlns:a="http://schemas.openxmlformats.org/drawingml/2006/main" noGrp="1"/>
          </p:cNvSpPr>
          <p:nvPr/>
        </p:nvSpPr>
        <p:spPr>
          <a:xfrm xmlns:a="http://schemas.openxmlformats.org/drawingml/2006/main">
            <a:off x="6267450" y="2667000"/>
            <a:ext cx="52197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残した体重に合う</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身長の分布から生成する。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この仕組みをコピュラで作り、</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VIMEの置換器として使う。</a:t>
            </a:r>
          </a:p>
        </p:txBody>
      </p:sp>
      <p:sp>
        <p:nvSpPr>
          <p:cNvPr id="12" name="">
            <a:extLst xmlns:a="http://schemas.openxmlformats.org/drawingml/2006/main">
              <a:ext uri="{FF2B5EF4-FFF2-40B4-BE49-F238E27FC236}">
                <a16:creationId xmlns:a16="http://schemas.microsoft.com/office/drawing/2014/main" id="{C7491EF1-9902-49FD-A2F9-DFC980EE1F5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F389C6-CC28-405D-A959-3EB8E9344A0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次の問い：体重が分かれば、身長をどう推測できるか？</a:t>
            </a:r>
          </a:p>
        </p:txBody>
      </p:sp>
    </p:spTree>
    <p:extLst>
      <p:ext uri="{BB962C8B-B14F-4D97-AF65-F5344CB8AC3E}">
        <p14:creationId xmlns:p14="http://schemas.microsoft.com/office/powerpoint/2010/main" val="211265689"/>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0DA08A-8463-42A6-AD13-97C7D13E754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まず、似た体重の人を参考にする</a:t>
            </a:r>
          </a:p>
        </p:txBody>
      </p:sp>
      <p:sp>
        <p:nvSpPr>
          <p:cNvPr id="2" name="">
            <a:extLst xmlns:a="http://schemas.openxmlformats.org/drawingml/2006/main">
              <a:ext uri="{FF2B5EF4-FFF2-40B4-BE49-F238E27FC236}">
                <a16:creationId xmlns:a16="http://schemas.microsoft.com/office/drawing/2014/main" id="{E87B57E9-AB6F-4D2B-8466-C43B2D99DEA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FA523E-1393-4C5E-BEF3-63926A12411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例：体重70 kgは分かるが、身長は分からない。</a:t>
            </a:r>
          </a:p>
        </p:txBody>
      </p:sp>
      <p:sp>
        <p:nvSpPr>
          <p:cNvPr id="4" name="">
            <a:extLst xmlns:a="http://schemas.openxmlformats.org/drawingml/2006/main">
              <a:ext uri="{FF2B5EF4-FFF2-40B4-BE49-F238E27FC236}">
                <a16:creationId xmlns:a16="http://schemas.microsoft.com/office/drawing/2014/main" id="{114AB60C-2A55-49BA-B681-F97BBAE4CD0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A4FD3150-BA8E-4487-824B-4C97E5CFD82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graphicFrame>
        <p:nvGraphicFramePr>
          <p:cNvPr id="15" name=""/>
          <p:cNvGraphicFramePr/>
          <p:nvPr/>
        </p:nvGraphicFramePr>
        <p:xfrm>
          <a:off xmlns:a="http://schemas.openxmlformats.org/drawingml/2006/main" x="514350" y="1981200"/>
          <a:ext xmlns:a="http://schemas.openxmlformats.org/drawingml/2006/main" cx="11163300" cy="2447925"/>
        </p:xfrm>
        <a:graphic xmlns:a="http://schemas.openxmlformats.org/drawingml/2006/main">
          <a:graphicData uri="http://schemas.openxmlformats.org/drawingml/2006/table">
            <a:tbl>
              <a:tblPr/>
              <a:tblGrid>
                <a:gridCol w="3721100"/>
                <a:gridCol w="3721100"/>
                <a:gridCol w="3721100"/>
              </a:tblGrid>
              <a:tr h="611981">
                <a:tc>
                  <a:txBody>
                    <a:bodyPr/>
                    <a:lstStyle/>
                    <a:p>
                      <a:pPr algn="ctr"/>
                      <a:r>
                        <a:rPr sz="2175" b="1">
                          <a:solidFill>
                            <a:srgbClr val="2E7D5B"/>
                          </a:solidFill>
                          <a:latin typeface="Noto Sans JP"/>
                          <a:ea typeface="Noto Sans JP"/>
                          <a:cs typeface="Noto Sans JP"/>
                        </a:rPr>
                        <a:t>参考にする人</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体重</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身長</a:t>
                      </a:r>
                    </a:p>
                  </a:txBody>
                  <a:tcPr marL="91440" marR="91440" marT="45720" marB="45720" anchor="ctr">
                    <a:solidFill>
                      <a:srgbClr val="E7F2EC"/>
                    </a:solidFill>
                  </a:tcPr>
                </a:tc>
              </a:tr>
              <a:tr h="611981">
                <a:tc>
                  <a:txBody>
                    <a:bodyPr/>
                    <a:lstStyle/>
                    <a:p>
                      <a:pPr algn="ctr"/>
                      <a:r>
                        <a:rPr sz="21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69 kg</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168 cm</a:t>
                      </a:r>
                    </a:p>
                  </a:txBody>
                  <a:tcPr marL="91440" marR="91440" marT="45720" marB="45720" anchor="ctr">
                    <a:solidFill>
                      <a:srgbClr val="FFFFFF"/>
                    </a:solidFill>
                  </a:tcPr>
                </a:tc>
              </a:tr>
              <a:tr h="611981">
                <a:tc>
                  <a:txBody>
                    <a:bodyPr/>
                    <a:lstStyle/>
                    <a:p>
                      <a:pPr algn="ctr"/>
                      <a:r>
                        <a:rPr sz="21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173 cm</a:t>
                      </a:r>
                    </a:p>
                  </a:txBody>
                  <a:tcPr marL="91440" marR="91440" marT="45720" marB="45720" anchor="ctr">
                    <a:solidFill>
                      <a:srgbClr val="F6F6F6"/>
                    </a:solidFill>
                  </a:tcPr>
                </a:tc>
              </a:tr>
              <a:tr h="611981">
                <a:tc>
                  <a:txBody>
                    <a:bodyPr/>
                    <a:lstStyle/>
                    <a:p>
                      <a:pPr algn="ctr"/>
                      <a:r>
                        <a:rPr sz="21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71 kg</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178 cm</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B99A714-494E-4834-82BF-C8CBFAC06C96}"/>
              </a:ext>
            </a:extLst>
          </p:cNvPr>
          <p:cNvSpPr>
            <a:spLocks xmlns:a="http://schemas.openxmlformats.org/drawingml/2006/main" noGrp="1"/>
          </p:cNvSpPr>
          <p:nvPr/>
        </p:nvSpPr>
        <p:spPr>
          <a:xfrm xmlns:a="http://schemas.openxmlformats.org/drawingml/2006/main">
            <a:off x="609600" y="46767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平均なら173 cm。拡張では、ばらつきを持つ身長を生成したい。</a:t>
            </a:r>
          </a:p>
        </p:txBody>
      </p:sp>
      <p:sp>
        <p:nvSpPr>
          <p:cNvPr id="8" name="">
            <a:extLst xmlns:a="http://schemas.openxmlformats.org/drawingml/2006/main">
              <a:ext uri="{FF2B5EF4-FFF2-40B4-BE49-F238E27FC236}">
                <a16:creationId xmlns:a16="http://schemas.microsoft.com/office/drawing/2014/main" id="{8C62933C-781A-4BFE-B74A-BDFBFFAB5D0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0F3F0C-B419-4E23-9D91-B590E1767F4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次の問い：70 kgの人に合う「身長のばらつき」をどう表すか？</a:t>
            </a:r>
          </a:p>
        </p:txBody>
      </p:sp>
    </p:spTree>
    <p:extLst>
      <p:ext uri="{BB962C8B-B14F-4D97-AF65-F5344CB8AC3E}">
        <p14:creationId xmlns:p14="http://schemas.microsoft.com/office/powerpoint/2010/main" val="760891653"/>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6E0969-7114-4D54-B81E-5CF92DDF6AD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推測したいものは、条件付き分布</a:t>
            </a:r>
          </a:p>
        </p:txBody>
      </p:sp>
      <p:sp>
        <p:nvSpPr>
          <p:cNvPr id="2" name="">
            <a:extLst xmlns:a="http://schemas.openxmlformats.org/drawingml/2006/main">
              <a:ext uri="{FF2B5EF4-FFF2-40B4-BE49-F238E27FC236}">
                <a16:creationId xmlns:a16="http://schemas.microsoft.com/office/drawing/2014/main" id="{436EDB81-1228-4EF9-A86E-F553BD1335B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31D65D-323F-4B88-AAEB-386DA43AB20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近い人の身長にも、168・173・178 cmという違いがある。</a:t>
            </a:r>
          </a:p>
        </p:txBody>
      </p:sp>
      <p:sp>
        <p:nvSpPr>
          <p:cNvPr id="4" name="">
            <a:extLst xmlns:a="http://schemas.openxmlformats.org/drawingml/2006/main">
              <a:ext uri="{FF2B5EF4-FFF2-40B4-BE49-F238E27FC236}">
                <a16:creationId xmlns:a16="http://schemas.microsoft.com/office/drawing/2014/main" id="{EEEFC9DD-7235-41D1-A1E0-186CC7204CC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6788F9A-D217-4A86-B9ED-DE4539C0116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6BB53449-E8E0-4FE6-B2D0-1A97F7BA2D88}"/>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9713D7-CC86-439A-BD16-1CF99DA4FDE5}"/>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身長 X | 体重 Y = 70 kg の分布</a:t>
            </a:r>
          </a:p>
        </p:txBody>
      </p:sp>
      <p:sp>
        <p:nvSpPr>
          <p:cNvPr id="8" name="">
            <a:extLst xmlns:a="http://schemas.openxmlformats.org/drawingml/2006/main">
              <a:ext uri="{FF2B5EF4-FFF2-40B4-BE49-F238E27FC236}">
                <a16:creationId xmlns:a16="http://schemas.microsoft.com/office/drawing/2014/main" id="{F53FC205-B8F9-4E94-91B7-E49E7AC3BABE}"/>
              </a:ext>
            </a:extLst>
          </p:cNvPr>
          <p:cNvSpPr>
            <a:spLocks xmlns:a="http://schemas.openxmlformats.org/drawingml/2006/main" noGrp="1"/>
          </p:cNvSpPr>
          <p:nvPr/>
        </p:nvSpPr>
        <p:spPr>
          <a:xfrm xmlns:a="http://schemas.openxmlformats.org/drawingml/2006/main">
            <a:off x="514350" y="3343275"/>
            <a:ext cx="5314950" cy="1971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781C877-1214-4671-B700-3DDBA6FAC4F4}"/>
              </a:ext>
            </a:extLst>
          </p:cNvPr>
          <p:cNvSpPr>
            <a:spLocks xmlns:a="http://schemas.openxmlformats.org/drawingml/2006/main" noGrp="1"/>
          </p:cNvSpPr>
          <p:nvPr/>
        </p:nvSpPr>
        <p:spPr>
          <a:xfrm xmlns:a="http://schemas.openxmlformats.org/drawingml/2006/main">
            <a:off x="704850" y="34575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近傍を使う方法</a:t>
            </a:r>
          </a:p>
        </p:txBody>
      </p:sp>
      <p:sp>
        <p:nvSpPr>
          <p:cNvPr id="10" name="">
            <a:extLst xmlns:a="http://schemas.openxmlformats.org/drawingml/2006/main">
              <a:ext uri="{FF2B5EF4-FFF2-40B4-BE49-F238E27FC236}">
                <a16:creationId xmlns:a16="http://schemas.microsoft.com/office/drawing/2014/main" id="{21492E0E-9113-478E-8BDE-53576AA58274}"/>
              </a:ext>
            </a:extLst>
          </p:cNvPr>
          <p:cNvSpPr>
            <a:spLocks xmlns:a="http://schemas.openxmlformats.org/drawingml/2006/main" noGrp="1"/>
          </p:cNvSpPr>
          <p:nvPr/>
        </p:nvSpPr>
        <p:spPr>
          <a:xfrm xmlns:a="http://schemas.openxmlformats.org/drawingml/2006/main">
            <a:off x="704850" y="4010025"/>
            <a:ext cx="4933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70 kg付近の人を集め、</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その身長を参考にする。</a:t>
            </a:r>
          </a:p>
        </p:txBody>
      </p:sp>
      <p:sp>
        <p:nvSpPr>
          <p:cNvPr id="11" name="">
            <a:extLst xmlns:a="http://schemas.openxmlformats.org/drawingml/2006/main">
              <a:ext uri="{FF2B5EF4-FFF2-40B4-BE49-F238E27FC236}">
                <a16:creationId xmlns:a16="http://schemas.microsoft.com/office/drawing/2014/main" id="{03569E14-3EDB-4DF4-8CD1-8FE943BF7FCF}"/>
              </a:ext>
            </a:extLst>
          </p:cNvPr>
          <p:cNvSpPr>
            <a:spLocks xmlns:a="http://schemas.openxmlformats.org/drawingml/2006/main" noGrp="1"/>
          </p:cNvSpPr>
          <p:nvPr/>
        </p:nvSpPr>
        <p:spPr>
          <a:xfrm xmlns:a="http://schemas.openxmlformats.org/drawingml/2006/main">
            <a:off x="6076950" y="3343275"/>
            <a:ext cx="5600700" cy="1971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565A3C-FF6D-4CE0-8375-E9AAE29F6D5E}"/>
              </a:ext>
            </a:extLst>
          </p:cNvPr>
          <p:cNvSpPr>
            <a:spLocks xmlns:a="http://schemas.openxmlformats.org/drawingml/2006/main" noGrp="1"/>
          </p:cNvSpPr>
          <p:nvPr/>
        </p:nvSpPr>
        <p:spPr>
          <a:xfrm xmlns:a="http://schemas.openxmlformats.org/drawingml/2006/main">
            <a:off x="6267450" y="34575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今回のコピュラ法</a:t>
            </a:r>
          </a:p>
        </p:txBody>
      </p:sp>
      <p:sp>
        <p:nvSpPr>
          <p:cNvPr id="13" name="">
            <a:extLst xmlns:a="http://schemas.openxmlformats.org/drawingml/2006/main">
              <a:ext uri="{FF2B5EF4-FFF2-40B4-BE49-F238E27FC236}">
                <a16:creationId xmlns:a16="http://schemas.microsoft.com/office/drawing/2014/main" id="{CE388B3F-9B55-47C6-843A-3B8FDC5F474A}"/>
              </a:ext>
            </a:extLst>
          </p:cNvPr>
          <p:cNvSpPr>
            <a:spLocks xmlns:a="http://schemas.openxmlformats.org/drawingml/2006/main" noGrp="1"/>
          </p:cNvSpPr>
          <p:nvPr/>
        </p:nvSpPr>
        <p:spPr>
          <a:xfrm xmlns:a="http://schemas.openxmlformats.org/drawingml/2006/main">
            <a:off x="6267450" y="4010025"/>
            <a:ext cx="5219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データ全体で関係をモデル化し、</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70 kgという条件で分布を求める。</a:t>
            </a:r>
          </a:p>
        </p:txBody>
      </p:sp>
      <p:sp>
        <p:nvSpPr>
          <p:cNvPr id="14" name="">
            <a:extLst xmlns:a="http://schemas.openxmlformats.org/drawingml/2006/main">
              <a:ext uri="{FF2B5EF4-FFF2-40B4-BE49-F238E27FC236}">
                <a16:creationId xmlns:a16="http://schemas.microsoft.com/office/drawing/2014/main" id="{6271BB88-E136-4189-9128-BAD14966FA5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C42283-28AE-46A1-8AE5-A15B372C875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次の問い：コピュラは、データ全体の何をモデル化するのか？</a:t>
            </a:r>
          </a:p>
        </p:txBody>
      </p:sp>
    </p:spTree>
    <p:extLst>
      <p:ext uri="{BB962C8B-B14F-4D97-AF65-F5344CB8AC3E}">
        <p14:creationId xmlns:p14="http://schemas.microsoft.com/office/powerpoint/2010/main" val="221620825"/>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71CAA8-B005-493B-AA6F-7DCF23FE786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値の分布と、値の組合せは別の情報</a:t>
            </a:r>
          </a:p>
        </p:txBody>
      </p:sp>
      <p:sp>
        <p:nvSpPr>
          <p:cNvPr id="2" name="">
            <a:extLst xmlns:a="http://schemas.openxmlformats.org/drawingml/2006/main">
              <a:ext uri="{FF2B5EF4-FFF2-40B4-BE49-F238E27FC236}">
                <a16:creationId xmlns:a16="http://schemas.microsoft.com/office/drawing/2014/main" id="{C777442C-CA60-482D-9BEC-7E24C462AF6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699D31-69A8-434D-B5AC-B803110F7AE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条件付き分布を作るには、身長と体重の結びつきが必要。</a:t>
            </a:r>
          </a:p>
        </p:txBody>
      </p:sp>
      <p:sp>
        <p:nvSpPr>
          <p:cNvPr id="4" name="">
            <a:extLst xmlns:a="http://schemas.openxmlformats.org/drawingml/2006/main">
              <a:ext uri="{FF2B5EF4-FFF2-40B4-BE49-F238E27FC236}">
                <a16:creationId xmlns:a16="http://schemas.microsoft.com/office/drawing/2014/main" id="{A4E4543C-E534-428A-96E9-F14912927EF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130EFCE5-DF6E-4E96-8A29-A99ADEB310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15" name=""/>
          <p:cNvGraphicFramePr/>
          <p:nvPr/>
        </p:nvGraphicFramePr>
        <p:xfrm>
          <a:off xmlns:a="http://schemas.openxmlformats.org/drawingml/2006/main" x="514350" y="2009775"/>
          <a:ext xmlns:a="http://schemas.openxmlformats.org/drawingml/2006/main" cx="11163300" cy="2828925"/>
        </p:xfrm>
        <a:graphic xmlns:a="http://schemas.openxmlformats.org/drawingml/2006/main">
          <a:graphicData uri="http://schemas.openxmlformats.org/drawingml/2006/table">
            <a:tbl>
              <a:tblPr/>
              <a:tblGrid>
                <a:gridCol w="2790825"/>
                <a:gridCol w="2790825"/>
                <a:gridCol w="2790825"/>
                <a:gridCol w="2790825"/>
              </a:tblGrid>
              <a:tr h="565785">
                <a:tc>
                  <a:txBody>
                    <a:bodyPr/>
                    <a:lstStyle/>
                    <a:p>
                      <a:pPr algn="ctr"/>
                      <a:r>
                        <a:rPr sz="2100"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身長 cm</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 kg</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体重を逆にした場合</a:t>
                      </a:r>
                    </a:p>
                  </a:txBody>
                  <a:tcPr marL="91440" marR="91440" marT="45720" marB="45720" anchor="ctr">
                    <a:solidFill>
                      <a:srgbClr val="E7F2EC"/>
                    </a:solidFill>
                  </a:tcPr>
                </a:tc>
              </a:tr>
              <a:tr h="565785">
                <a:tc>
                  <a:txBody>
                    <a:bodyPr/>
                    <a:lstStyle/>
                    <a:p>
                      <a:pPr algn="ctr"/>
                      <a:r>
                        <a:rPr sz="2100"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48</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82</a:t>
                      </a:r>
                    </a:p>
                  </a:txBody>
                  <a:tcPr marL="91440" marR="91440" marT="45720" marB="45720" anchor="ctr">
                    <a:solidFill>
                      <a:srgbClr val="FFFFFF"/>
                    </a:solidFill>
                  </a:tcPr>
                </a:tc>
              </a:tr>
              <a:tr h="565785">
                <a:tc>
                  <a:txBody>
                    <a:bodyPr/>
                    <a:lstStyle/>
                    <a:p>
                      <a:pPr algn="ctr"/>
                      <a:r>
                        <a:rPr sz="2100"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165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57</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68</a:t>
                      </a:r>
                    </a:p>
                  </a:txBody>
                  <a:tcPr marL="91440" marR="91440" marT="45720" marB="45720" anchor="ctr">
                    <a:solidFill>
                      <a:srgbClr val="F6F6F6"/>
                    </a:solidFill>
                  </a:tcPr>
                </a:tc>
              </a:tr>
              <a:tr h="565785">
                <a:tc>
                  <a:txBody>
                    <a:bodyPr/>
                    <a:lstStyle/>
                    <a:p>
                      <a:pPr algn="ctr"/>
                      <a:r>
                        <a:rPr sz="2100"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68</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57</a:t>
                      </a:r>
                    </a:p>
                  </a:txBody>
                  <a:tcPr marL="91440" marR="91440" marT="45720" marB="45720" anchor="ctr">
                    <a:solidFill>
                      <a:srgbClr val="FFFFFF"/>
                    </a:solidFill>
                  </a:tcPr>
                </a:tc>
              </a:tr>
              <a:tr h="565785">
                <a:tc>
                  <a:txBody>
                    <a:bodyPr/>
                    <a:lstStyle/>
                    <a:p>
                      <a:pPr algn="ctr"/>
                      <a:r>
                        <a:rPr sz="2100"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185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82</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48</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49226272-49B0-4002-81A7-D55FAAF12F79}"/>
              </a:ext>
            </a:extLst>
          </p:cNvPr>
          <p:cNvSpPr>
            <a:spLocks xmlns:a="http://schemas.openxmlformats.org/drawingml/2006/main" noGrp="1"/>
          </p:cNvSpPr>
          <p:nvPr/>
        </p:nvSpPr>
        <p:spPr>
          <a:xfrm xmlns:a="http://schemas.openxmlformats.org/drawingml/2006/main">
            <a:off x="609600" y="49530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222222"/>
                </a:solidFill>
                <a:latin typeface="Noto Sans JP"/>
                <a:ea typeface="Noto Sans JP"/>
                <a:cs typeface="Noto Sans JP"/>
              </a:defRPr>
            </a:pPr>
            <a:r>
              <a:rPr sz="1950" b="1">
                <a:solidFill>
                  <a:srgbClr val="222222"/>
                </a:solidFill>
                <a:latin typeface="Noto Sans JP"/>
                <a:ea typeface="Noto Sans JP"/>
                <a:cs typeface="Noto Sans JP"/>
              </a:rPr>
              <a:t>各列の値の集合は同じでも、「高い人ほど重い」という関係は逆。</a:t>
            </a:r>
          </a:p>
        </p:txBody>
      </p:sp>
      <p:sp>
        <p:nvSpPr>
          <p:cNvPr id="8" name="">
            <a:extLst xmlns:a="http://schemas.openxmlformats.org/drawingml/2006/main">
              <a:ext uri="{FF2B5EF4-FFF2-40B4-BE49-F238E27FC236}">
                <a16:creationId xmlns:a16="http://schemas.microsoft.com/office/drawing/2014/main" id="{A692D260-42E2-46D8-8097-87C26E6BEF3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CECC395-0A1D-45AB-8798-F998505FB35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次の問い：「組合せの関係」を、どんな尺度で表すか？</a:t>
            </a:r>
          </a:p>
        </p:txBody>
      </p:sp>
    </p:spTree>
    <p:extLst>
      <p:ext uri="{BB962C8B-B14F-4D97-AF65-F5344CB8AC3E}">
        <p14:creationId xmlns:p14="http://schemas.microsoft.com/office/powerpoint/2010/main" val="109268045"/>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507180-BBCE-4C83-A326-DDE389A0A04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値を「その値以下の割合」に変える</a:t>
            </a:r>
          </a:p>
        </p:txBody>
      </p:sp>
      <p:sp>
        <p:nvSpPr>
          <p:cNvPr id="2" name="">
            <a:extLst xmlns:a="http://schemas.openxmlformats.org/drawingml/2006/main">
              <a:ext uri="{FF2B5EF4-FFF2-40B4-BE49-F238E27FC236}">
                <a16:creationId xmlns:a16="http://schemas.microsoft.com/office/drawing/2014/main" id="{9DDB46E7-2D44-42A4-9209-868EF8B243E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8AE25A-AE17-47A1-BF34-5ADB8D4AB62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身長と体重の組合せを、共通の0〜1の尺度で表したい。</a:t>
            </a:r>
          </a:p>
        </p:txBody>
      </p:sp>
      <p:sp>
        <p:nvSpPr>
          <p:cNvPr id="4" name="">
            <a:extLst xmlns:a="http://schemas.openxmlformats.org/drawingml/2006/main">
              <a:ext uri="{FF2B5EF4-FFF2-40B4-BE49-F238E27FC236}">
                <a16:creationId xmlns:a16="http://schemas.microsoft.com/office/drawing/2014/main" id="{5AD306DB-DBC3-4088-9E9C-17E320DEDA7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FD7EBA4E-EE0B-4459-B2F3-60D131E4910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16" name=""/>
          <p:cNvGraphicFramePr/>
          <p:nvPr/>
        </p:nvGraphicFramePr>
        <p:xfrm>
          <a:off xmlns:a="http://schemas.openxmlformats.org/drawingml/2006/main" x="514350" y="2076450"/>
          <a:ext xmlns:a="http://schemas.openxmlformats.org/drawingml/2006/main" cx="11163300" cy="1390650"/>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695325">
                <a:tc>
                  <a:txBody>
                    <a:bodyPr/>
                    <a:lstStyle/>
                    <a:p>
                      <a:pPr algn="ctr"/>
                      <a:r>
                        <a:rPr sz="1875" b="1">
                          <a:solidFill>
                            <a:srgbClr val="2E7D5B"/>
                          </a:solidFill>
                          <a:latin typeface="Noto Sans JP"/>
                          <a:ea typeface="Noto Sans JP"/>
                          <a:cs typeface="Noto Sans JP"/>
                        </a:rPr>
                        <a:t>小さい順</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1</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2</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3</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4</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5</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6</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7</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8</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9</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10</a:t>
                      </a:r>
                    </a:p>
                  </a:txBody>
                  <a:tcPr marL="91440" marR="91440" marT="45720" marB="45720" anchor="ctr">
                    <a:solidFill>
                      <a:srgbClr val="E7F2EC"/>
                    </a:solidFill>
                  </a:tcPr>
                </a:tc>
              </a:tr>
              <a:tr h="695325">
                <a:tc>
                  <a:txBody>
                    <a:bodyPr/>
                    <a:lstStyle/>
                    <a:p>
                      <a:pPr algn="ctr"/>
                      <a:r>
                        <a:rPr sz="1875" b="0">
                          <a:solidFill>
                            <a:srgbClr val="222222"/>
                          </a:solidFill>
                          <a:latin typeface="Noto Sans JP"/>
                          <a:ea typeface="Noto Sans JP"/>
                          <a:cs typeface="Noto Sans JP"/>
                        </a:rPr>
                        <a:t>体重 kg</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45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55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63</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67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75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90</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AEE0C12-F4E5-45B0-9D26-A103C47B3F37}"/>
              </a:ext>
            </a:extLst>
          </p:cNvPr>
          <p:cNvSpPr>
            <a:spLocks xmlns:a="http://schemas.openxmlformats.org/drawingml/2006/main" noGrp="1"/>
          </p:cNvSpPr>
          <p:nvPr/>
        </p:nvSpPr>
        <p:spPr>
          <a:xfrm xmlns:a="http://schemas.openxmlformats.org/drawingml/2006/main">
            <a:off x="514350" y="36861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3C2F0D-1E4A-4C2B-8467-41ACA29B58BA}"/>
              </a:ext>
            </a:extLst>
          </p:cNvPr>
          <p:cNvSpPr>
            <a:spLocks xmlns:a="http://schemas.openxmlformats.org/drawingml/2006/main" noGrp="1"/>
          </p:cNvSpPr>
          <p:nvPr/>
        </p:nvSpPr>
        <p:spPr>
          <a:xfrm xmlns:a="http://schemas.openxmlformats.org/drawingml/2006/main">
            <a:off x="704850" y="37814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Fᵧ(70) = P(Y ≤ 70) ≈ 7 / 10 = 0.7</a:t>
            </a:r>
          </a:p>
        </p:txBody>
      </p:sp>
      <p:sp>
        <p:nvSpPr>
          <p:cNvPr id="9" name="">
            <a:extLst xmlns:a="http://schemas.openxmlformats.org/drawingml/2006/main">
              <a:ext uri="{FF2B5EF4-FFF2-40B4-BE49-F238E27FC236}">
                <a16:creationId xmlns:a16="http://schemas.microsoft.com/office/drawing/2014/main" id="{4F6EDE34-7672-47BC-99DE-3E74B2062F8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528AD1-44AC-449F-B81B-D8C57B9476A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次の問い：身長も同じ方法で変えると、何が見えるか？</a:t>
            </a:r>
          </a:p>
        </p:txBody>
      </p:sp>
    </p:spTree>
    <p:extLst>
      <p:ext uri="{BB962C8B-B14F-4D97-AF65-F5344CB8AC3E}">
        <p14:creationId xmlns:p14="http://schemas.microsoft.com/office/powerpoint/2010/main" val="190907134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418AE0-9E64-4524-92CD-18F5A379681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二つの確率位置の組で、関係を見る</a:t>
            </a:r>
          </a:p>
        </p:txBody>
      </p:sp>
      <p:sp>
        <p:nvSpPr>
          <p:cNvPr id="2" name="">
            <a:extLst xmlns:a="http://schemas.openxmlformats.org/drawingml/2006/main">
              <a:ext uri="{FF2B5EF4-FFF2-40B4-BE49-F238E27FC236}">
                <a16:creationId xmlns:a16="http://schemas.microsoft.com/office/drawing/2014/main" id="{44381575-C9A8-4982-BE39-0948DEDDD5F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227F46-84FC-4BDF-B836-27D5296156A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体重70 kgを、体重分布の中の位置0.7へ変換した。</a:t>
            </a:r>
          </a:p>
        </p:txBody>
      </p:sp>
      <p:sp>
        <p:nvSpPr>
          <p:cNvPr id="4" name="">
            <a:extLst xmlns:a="http://schemas.openxmlformats.org/drawingml/2006/main">
              <a:ext uri="{FF2B5EF4-FFF2-40B4-BE49-F238E27FC236}">
                <a16:creationId xmlns:a16="http://schemas.microsoft.com/office/drawing/2014/main" id="{3566F052-A7AD-4F32-A9A6-47042E07F52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74F13321-AFC3-436D-9733-0D165044380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
          <p:cNvGraphicFramePr/>
          <p:nvPr/>
        </p:nvGraphicFramePr>
        <p:xfrm>
          <a:off xmlns:a="http://schemas.openxmlformats.org/drawingml/2006/main" x="514350" y="2009775"/>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682625">
                <a:tc>
                  <a:txBody>
                    <a:bodyPr/>
                    <a:lstStyle/>
                    <a:p>
                      <a:pPr algn="ctr"/>
                      <a:r>
                        <a:rPr sz="2100" b="1">
                          <a:solidFill>
                            <a:srgbClr val="2E7D5B"/>
                          </a:solidFill>
                          <a:latin typeface="Noto Sans JP"/>
                          <a:ea typeface="Noto Sans JP"/>
                          <a:cs typeface="Noto Sans JP"/>
                        </a:rPr>
                        <a:t>一人の例</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元の値</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その値以下の割合</a:t>
                      </a:r>
                    </a:p>
                  </a:txBody>
                  <a:tcPr marL="91440" marR="91440" marT="45720" marB="45720" anchor="ctr">
                    <a:solidFill>
                      <a:srgbClr val="E7F2EC"/>
                    </a:solidFill>
                  </a:tcPr>
                </a:tc>
              </a:tr>
              <a:tr h="682625">
                <a:tc>
                  <a:txBody>
                    <a:bodyPr/>
                    <a:lstStyle/>
                    <a:p>
                      <a:pPr algn="ctr"/>
                      <a:r>
                        <a:rPr sz="2100" b="0">
                          <a:solidFill>
                            <a:srgbClr val="222222"/>
                          </a:solidFill>
                          <a:latin typeface="Noto Sans JP"/>
                          <a:ea typeface="Noto Sans JP"/>
                          <a:cs typeface="Noto Sans JP"/>
                        </a:rPr>
                        <a:t>身長 X</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約172.5 cm</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U = Fₓ(X) ≈ 0.6</a:t>
                      </a:r>
                    </a:p>
                  </a:txBody>
                  <a:tcPr marL="91440" marR="91440" marT="45720" marB="45720" anchor="ctr">
                    <a:solidFill>
                      <a:srgbClr val="FFFFFF"/>
                    </a:solidFill>
                  </a:tcPr>
                </a:tc>
              </a:tr>
              <a:tr h="682625">
                <a:tc>
                  <a:txBody>
                    <a:bodyPr/>
                    <a:lstStyle/>
                    <a:p>
                      <a:pPr algn="ctr"/>
                      <a:r>
                        <a:rPr sz="2100" b="0">
                          <a:solidFill>
                            <a:srgbClr val="222222"/>
                          </a:solidFill>
                          <a:latin typeface="Noto Sans JP"/>
                          <a:ea typeface="Noto Sans JP"/>
                          <a:cs typeface="Noto Sans JP"/>
                        </a:rPr>
                        <a:t>体重 Y</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70 kg</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V = Fᵧ(Y) = 0.7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192ECEE4-3840-412A-A48D-AE7732537B05}"/>
              </a:ext>
            </a:extLst>
          </p:cNvPr>
          <p:cNvSpPr>
            <a:spLocks xmlns:a="http://schemas.openxmlformats.org/drawingml/2006/main" noGrp="1"/>
          </p:cNvSpPr>
          <p:nvPr/>
        </p:nvSpPr>
        <p:spPr>
          <a:xfrm xmlns:a="http://schemas.openxmlformats.org/drawingml/2006/main">
            <a:off x="647700" y="4333875"/>
            <a:ext cx="109061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この人を (0.6, 0.7) と表し、多くの人の位置の組を集める。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連続な周辺では、UとVはそれぞれ一様分布になる。</a:t>
            </a:r>
          </a:p>
        </p:txBody>
      </p:sp>
      <p:sp>
        <p:nvSpPr>
          <p:cNvPr id="8" name="">
            <a:extLst xmlns:a="http://schemas.openxmlformats.org/drawingml/2006/main">
              <a:ext uri="{FF2B5EF4-FFF2-40B4-BE49-F238E27FC236}">
                <a16:creationId xmlns:a16="http://schemas.microsoft.com/office/drawing/2014/main" id="{13B5D910-7233-4F64-B4BC-272D4AB9EBB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1EF5F8-7092-44EC-8DCC-43C61E1D808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次の問い：位置の組が現れる確率を、どう定義するか？</a:t>
            </a:r>
          </a:p>
        </p:txBody>
      </p:sp>
    </p:spTree>
    <p:extLst>
      <p:ext uri="{BB962C8B-B14F-4D97-AF65-F5344CB8AC3E}">
        <p14:creationId xmlns:p14="http://schemas.microsoft.com/office/powerpoint/2010/main" val="46779823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7D9E362-63CA-4557-A684-3C533E24D78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コピュラは、位置の同時累積分布</a:t>
            </a:r>
          </a:p>
        </p:txBody>
      </p:sp>
      <p:sp>
        <p:nvSpPr>
          <p:cNvPr id="2" name="">
            <a:extLst xmlns:a="http://schemas.openxmlformats.org/drawingml/2006/main">
              <a:ext uri="{FF2B5EF4-FFF2-40B4-BE49-F238E27FC236}">
                <a16:creationId xmlns:a16="http://schemas.microsoft.com/office/drawing/2014/main" id="{335B0DA0-C5FC-4823-A4C8-942B3E7F896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2273F2-0EEC-4F48-96AA-0B2606AA309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各人の (U, V) を集めたので、同時に入る範囲の確率を考える。</a:t>
            </a:r>
          </a:p>
        </p:txBody>
      </p:sp>
      <p:sp>
        <p:nvSpPr>
          <p:cNvPr id="4" name="">
            <a:extLst xmlns:a="http://schemas.openxmlformats.org/drawingml/2006/main">
              <a:ext uri="{FF2B5EF4-FFF2-40B4-BE49-F238E27FC236}">
                <a16:creationId xmlns:a16="http://schemas.microsoft.com/office/drawing/2014/main" id="{1894C9B6-3385-4676-A166-F3E8AD1F251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DA300CD1-58B7-4BD3-A7A3-A09DF391C99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sp>
        <p:nvSpPr>
          <p:cNvPr id="6" name="">
            <a:extLst xmlns:a="http://schemas.openxmlformats.org/drawingml/2006/main">
              <a:ext uri="{FF2B5EF4-FFF2-40B4-BE49-F238E27FC236}">
                <a16:creationId xmlns:a16="http://schemas.microsoft.com/office/drawing/2014/main" id="{8043D3E1-2642-4A40-9D29-80BAC70D23F8}"/>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B01048-6E4D-4CC9-B566-E51C0853DB9A}"/>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C(u, v) = P(U ≤ u, V ≤ v)</a:t>
            </a:r>
          </a:p>
        </p:txBody>
      </p:sp>
      <p:sp>
        <p:nvSpPr>
          <p:cNvPr id="8" name="">
            <a:extLst xmlns:a="http://schemas.openxmlformats.org/drawingml/2006/main">
              <a:ext uri="{FF2B5EF4-FFF2-40B4-BE49-F238E27FC236}">
                <a16:creationId xmlns:a16="http://schemas.microsoft.com/office/drawing/2014/main" id="{A34854DD-8A30-41C5-A329-1E7B54372333}"/>
              </a:ext>
            </a:extLst>
          </p:cNvPr>
          <p:cNvSpPr>
            <a:spLocks xmlns:a="http://schemas.openxmlformats.org/drawingml/2006/main" noGrp="1"/>
          </p:cNvSpPr>
          <p:nvPr/>
        </p:nvSpPr>
        <p:spPr>
          <a:xfrm xmlns:a="http://schemas.openxmlformats.org/drawingml/2006/main">
            <a:off x="552450" y="33337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B0A2E3F-377B-453D-9E0F-D58F0A8DF4EB}"/>
              </a:ext>
            </a:extLst>
          </p:cNvPr>
          <p:cNvSpPr>
            <a:spLocks xmlns:a="http://schemas.openxmlformats.org/drawingml/2006/main" noGrp="1"/>
          </p:cNvSpPr>
          <p:nvPr/>
        </p:nvSpPr>
        <p:spPr>
          <a:xfrm xmlns:a="http://schemas.openxmlformats.org/drawingml/2006/main">
            <a:off x="1257300" y="33337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0.6：身長の位置が、低い側から60%まで。</a:t>
            </a:r>
          </a:p>
        </p:txBody>
      </p:sp>
      <p:sp>
        <p:nvSpPr>
          <p:cNvPr id="10" name="">
            <a:extLst xmlns:a="http://schemas.openxmlformats.org/drawingml/2006/main">
              <a:ext uri="{FF2B5EF4-FFF2-40B4-BE49-F238E27FC236}">
                <a16:creationId xmlns:a16="http://schemas.microsoft.com/office/drawing/2014/main" id="{367C0717-8734-4453-9784-407309BBCFAF}"/>
              </a:ext>
            </a:extLst>
          </p:cNvPr>
          <p:cNvSpPr>
            <a:spLocks xmlns:a="http://schemas.openxmlformats.org/drawingml/2006/main" noGrp="1"/>
          </p:cNvSpPr>
          <p:nvPr/>
        </p:nvSpPr>
        <p:spPr>
          <a:xfrm xmlns:a="http://schemas.openxmlformats.org/drawingml/2006/main">
            <a:off x="552450" y="40068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C857EF4D-BF73-491A-BDD2-78D416D5B44F}"/>
              </a:ext>
            </a:extLst>
          </p:cNvPr>
          <p:cNvSpPr>
            <a:spLocks xmlns:a="http://schemas.openxmlformats.org/drawingml/2006/main" noGrp="1"/>
          </p:cNvSpPr>
          <p:nvPr/>
        </p:nvSpPr>
        <p:spPr>
          <a:xfrm xmlns:a="http://schemas.openxmlformats.org/drawingml/2006/main">
            <a:off x="1257300" y="40068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0.7：体重の位置が、軽い側から70%まで。</a:t>
            </a:r>
          </a:p>
        </p:txBody>
      </p:sp>
      <p:sp>
        <p:nvSpPr>
          <p:cNvPr id="12" name="">
            <a:extLst xmlns:a="http://schemas.openxmlformats.org/drawingml/2006/main">
              <a:ext uri="{FF2B5EF4-FFF2-40B4-BE49-F238E27FC236}">
                <a16:creationId xmlns:a16="http://schemas.microsoft.com/office/drawing/2014/main" id="{A2A7C7B8-7E9C-44F8-9D77-FB1A2D89292E}"/>
              </a:ext>
            </a:extLst>
          </p:cNvPr>
          <p:cNvSpPr>
            <a:spLocks xmlns:a="http://schemas.openxmlformats.org/drawingml/2006/main" noGrp="1"/>
          </p:cNvSpPr>
          <p:nvPr/>
        </p:nvSpPr>
        <p:spPr>
          <a:xfrm xmlns:a="http://schemas.openxmlformats.org/drawingml/2006/main">
            <a:off x="552450" y="4679950"/>
            <a:ext cx="4762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D33B854F-7ABA-4D42-9100-52A2649E98C6}"/>
              </a:ext>
            </a:extLst>
          </p:cNvPr>
          <p:cNvSpPr>
            <a:spLocks xmlns:a="http://schemas.openxmlformats.org/drawingml/2006/main" noGrp="1"/>
          </p:cNvSpPr>
          <p:nvPr/>
        </p:nvSpPr>
        <p:spPr>
          <a:xfrm xmlns:a="http://schemas.openxmlformats.org/drawingml/2006/main">
            <a:off x="1257300" y="4679950"/>
            <a:ext cx="10191750" cy="59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C(0.6, 0.7)：二つの条件を同時に満たす確率。</a:t>
            </a:r>
          </a:p>
        </p:txBody>
      </p:sp>
      <p:sp>
        <p:nvSpPr>
          <p:cNvPr id="14" name="">
            <a:extLst xmlns:a="http://schemas.openxmlformats.org/drawingml/2006/main">
              <a:ext uri="{FF2B5EF4-FFF2-40B4-BE49-F238E27FC236}">
                <a16:creationId xmlns:a16="http://schemas.microsoft.com/office/drawing/2014/main" id="{D428FD32-BD5A-4026-9ED1-C53E0FE88EC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37056C7-BA5D-4FF9-A82A-8F82E52F3EE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次の問い：この位置の確率から、元の値の確率をどう表すか？</a:t>
            </a:r>
          </a:p>
        </p:txBody>
      </p:sp>
    </p:spTree>
    <p:extLst>
      <p:ext uri="{BB962C8B-B14F-4D97-AF65-F5344CB8AC3E}">
        <p14:creationId xmlns:p14="http://schemas.microsoft.com/office/powerpoint/2010/main" val="1639084566"/>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83D5F8-73CC-4C0F-80A7-357FC47A0F5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元の分布を、周辺分布とコピュラで表す</a:t>
            </a:r>
          </a:p>
        </p:txBody>
      </p:sp>
      <p:sp>
        <p:nvSpPr>
          <p:cNvPr id="2" name="">
            <a:extLst xmlns:a="http://schemas.openxmlformats.org/drawingml/2006/main">
              <a:ext uri="{FF2B5EF4-FFF2-40B4-BE49-F238E27FC236}">
                <a16:creationId xmlns:a16="http://schemas.microsoft.com/office/drawing/2014/main" id="{949CD8DC-F2AE-4569-924C-5DF5369CB08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190FD2-0363-45D3-B60C-0553100F4F7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Cは位置の確率。元の値を位置へ変えれば、同じ範囲を指定できる。</a:t>
            </a:r>
          </a:p>
        </p:txBody>
      </p:sp>
      <p:sp>
        <p:nvSpPr>
          <p:cNvPr id="4" name="">
            <a:extLst xmlns:a="http://schemas.openxmlformats.org/drawingml/2006/main">
              <a:ext uri="{FF2B5EF4-FFF2-40B4-BE49-F238E27FC236}">
                <a16:creationId xmlns:a16="http://schemas.microsoft.com/office/drawing/2014/main" id="{13B6BBB6-A296-43AD-8A06-FC13807EA4E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ABE8D73B-7238-484F-A794-B3DCD3BCE84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5992C6D6-AA3A-4399-AA86-547994B31DC7}"/>
              </a:ext>
            </a:extLst>
          </p:cNvPr>
          <p:cNvSpPr>
            <a:spLocks xmlns:a="http://schemas.openxmlformats.org/drawingml/2006/main" noGrp="1"/>
          </p:cNvSpPr>
          <p:nvPr/>
        </p:nvSpPr>
        <p:spPr>
          <a:xfrm xmlns:a="http://schemas.openxmlformats.org/drawingml/2006/main">
            <a:off x="514350" y="19050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329B50-9F8A-416C-A7BF-E61FDB0DE66A}"/>
              </a:ext>
            </a:extLst>
          </p:cNvPr>
          <p:cNvSpPr>
            <a:spLocks xmlns:a="http://schemas.openxmlformats.org/drawingml/2006/main" noGrp="1"/>
          </p:cNvSpPr>
          <p:nvPr/>
        </p:nvSpPr>
        <p:spPr>
          <a:xfrm xmlns:a="http://schemas.openxmlformats.org/drawingml/2006/main">
            <a:off x="704850" y="20002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2B6777"/>
                </a:solidFill>
                <a:latin typeface="Noto Sans JP"/>
                <a:ea typeface="Noto Sans JP"/>
                <a:cs typeface="Noto Sans JP"/>
              </a:defRPr>
            </a:pPr>
            <a:r>
              <a:rPr sz="3150" b="1">
                <a:solidFill>
                  <a:srgbClr val="2B6777"/>
                </a:solidFill>
                <a:latin typeface="Noto Sans JP"/>
                <a:ea typeface="Noto Sans JP"/>
                <a:cs typeface="Noto Sans JP"/>
              </a:rPr>
              <a:t>H(x, y) = C(Fₓ(x), Fᵧ(y))</a:t>
            </a:r>
          </a:p>
        </p:txBody>
      </p:sp>
      <p:graphicFrame>
        <p:nvGraphicFramePr>
          <p:cNvPr id="18" name=""/>
          <p:cNvGraphicFramePr/>
          <p:nvPr/>
        </p:nvGraphicFramePr>
        <p:xfrm>
          <a:off xmlns:a="http://schemas.openxmlformats.org/drawingml/2006/main" x="514350" y="3333750"/>
          <a:ext xmlns:a="http://schemas.openxmlformats.org/drawingml/2006/main" cx="11163300" cy="2076450"/>
        </p:xfrm>
        <a:graphic xmlns:a="http://schemas.openxmlformats.org/drawingml/2006/main">
          <a:graphicData uri="http://schemas.openxmlformats.org/drawingml/2006/table">
            <a:tbl>
              <a:tblPr/>
              <a:tblGrid>
                <a:gridCol w="2667000"/>
                <a:gridCol w="8496300"/>
              </a:tblGrid>
              <a:tr h="519113">
                <a:tc>
                  <a:txBody>
                    <a:bodyPr/>
                    <a:lstStyle/>
                    <a:p>
                      <a:pPr algn="ctr"/>
                      <a:r>
                        <a:rPr sz="1875" b="1">
                          <a:solidFill>
                            <a:srgbClr val="2E7D5B"/>
                          </a:solidFill>
                          <a:latin typeface="Noto Sans JP"/>
                          <a:ea typeface="Noto Sans JP"/>
                          <a:cs typeface="Noto Sans JP"/>
                        </a:rPr>
                        <a:t>役割</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持っている情報</a:t>
                      </a:r>
                    </a:p>
                  </a:txBody>
                  <a:tcPr marL="91440" marR="91440" marT="45720" marB="45720" anchor="ctr">
                    <a:solidFill>
                      <a:srgbClr val="E7F2EC"/>
                    </a:solidFill>
                  </a:tcPr>
                </a:tc>
              </a:tr>
              <a:tr h="519113">
                <a:tc>
                  <a:txBody>
                    <a:bodyPr/>
                    <a:lstStyle/>
                    <a:p>
                      <a:pPr algn="ctr"/>
                      <a:r>
                        <a:rPr sz="1875" b="0">
                          <a:solidFill>
                            <a:srgbClr val="222222"/>
                          </a:solidFill>
                          <a:latin typeface="Noto Sans JP"/>
                          <a:ea typeface="Noto Sans JP"/>
                          <a:cs typeface="Noto Sans JP"/>
                        </a:rPr>
                        <a:t>Fₓ・Fᵧ：周辺分布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どの身長・体重の値が、どれくらい存在するか</a:t>
                      </a:r>
                    </a:p>
                  </a:txBody>
                  <a:tcPr marL="91440" marR="91440" marT="45720" marB="45720" anchor="ctr">
                    <a:solidFill>
                      <a:srgbClr val="FFFFFF"/>
                    </a:solidFill>
                  </a:tcPr>
                </a:tc>
              </a:tr>
              <a:tr h="519113">
                <a:tc>
                  <a:txBody>
                    <a:bodyPr/>
                    <a:lstStyle/>
                    <a:p>
                      <a:pPr algn="ctr"/>
                      <a:r>
                        <a:rPr sz="1875" b="0">
                          <a:solidFill>
                            <a:srgbClr val="222222"/>
                          </a:solidFill>
                          <a:latin typeface="Noto Sans JP"/>
                          <a:ea typeface="Noto Sans JP"/>
                          <a:cs typeface="Noto Sans JP"/>
                        </a:rPr>
                        <a:t>C：コピュラ</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身長と体重の位置が、どう組み合わさるか</a:t>
                      </a:r>
                    </a:p>
                  </a:txBody>
                  <a:tcPr marL="91440" marR="91440" marT="45720" marB="45720" anchor="ctr">
                    <a:solidFill>
                      <a:srgbClr val="F6F6F6"/>
                    </a:solidFill>
                  </a:tcPr>
                </a:tc>
              </a:tr>
              <a:tr h="519113">
                <a:tc>
                  <a:txBody>
                    <a:bodyPr/>
                    <a:lstStyle/>
                    <a:p>
                      <a:pPr algn="ctr"/>
                      <a:r>
                        <a:rPr sz="1875" b="0">
                          <a:solidFill>
                            <a:srgbClr val="222222"/>
                          </a:solidFill>
                          <a:latin typeface="Noto Sans JP"/>
                          <a:ea typeface="Noto Sans JP"/>
                          <a:cs typeface="Noto Sans JP"/>
                        </a:rPr>
                        <a:t>生成するとき</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位置の組を作り、逆累積分布でcm・kgへ戻す</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ACB268A-E7A8-4FB5-A93A-6B715A1DF86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1CF218D-B4EB-4881-93B9-98E6853243B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次の問い：どのコピュラなら、条件付き生成を実装しやすいか？</a:t>
            </a:r>
          </a:p>
        </p:txBody>
      </p:sp>
    </p:spTree>
    <p:extLst>
      <p:ext uri="{BB962C8B-B14F-4D97-AF65-F5344CB8AC3E}">
        <p14:creationId xmlns:p14="http://schemas.microsoft.com/office/powerpoint/2010/main" val="435463879"/>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241BF2A-2B07-498B-A624-B7D3D72334A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今回はGaussian copulaから始める</a:t>
            </a:r>
          </a:p>
        </p:txBody>
      </p:sp>
      <p:sp>
        <p:nvSpPr>
          <p:cNvPr id="2" name="">
            <a:extLst xmlns:a="http://schemas.openxmlformats.org/drawingml/2006/main">
              <a:ext uri="{FF2B5EF4-FFF2-40B4-BE49-F238E27FC236}">
                <a16:creationId xmlns:a16="http://schemas.microsoft.com/office/drawing/2014/main" id="{D0132706-BD3A-4323-AEAD-F2986385FB6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DE8D57-69F5-48FB-A95A-2B8C02412C7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分解の形は分かった。次は、位置どうしの関係に仮定を置く。</a:t>
            </a:r>
          </a:p>
        </p:txBody>
      </p:sp>
      <p:sp>
        <p:nvSpPr>
          <p:cNvPr id="4" name="">
            <a:extLst xmlns:a="http://schemas.openxmlformats.org/drawingml/2006/main">
              <a:ext uri="{FF2B5EF4-FFF2-40B4-BE49-F238E27FC236}">
                <a16:creationId xmlns:a16="http://schemas.microsoft.com/office/drawing/2014/main" id="{73707404-9CE8-4DE5-9506-6E7AEC2313D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EB454A7-21BF-49A5-9A59-7E45A8A56B2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E43B575E-4B2C-4D75-9999-EDEF43A8FEB7}"/>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2B2AF7-FC4F-431B-AFF6-DF718C215A70}"/>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Zₓ = Φ⁻¹(U),  Zᵧ = Φ⁻¹(V)</a:t>
            </a:r>
          </a:p>
        </p:txBody>
      </p:sp>
      <p:sp>
        <p:nvSpPr>
          <p:cNvPr id="8" name="">
            <a:extLst xmlns:a="http://schemas.openxmlformats.org/drawingml/2006/main">
              <a:ext uri="{FF2B5EF4-FFF2-40B4-BE49-F238E27FC236}">
                <a16:creationId xmlns:a16="http://schemas.microsoft.com/office/drawing/2014/main" id="{E04FAD02-6ACC-4F3E-A380-D57CFB424844}"/>
              </a:ext>
            </a:extLst>
          </p:cNvPr>
          <p:cNvSpPr>
            <a:spLocks xmlns:a="http://schemas.openxmlformats.org/drawingml/2006/main" noGrp="1"/>
          </p:cNvSpPr>
          <p:nvPr/>
        </p:nvSpPr>
        <p:spPr>
          <a:xfrm xmlns:a="http://schemas.openxmlformats.org/drawingml/2006/main">
            <a:off x="628650" y="29718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22222"/>
                </a:solidFill>
                <a:latin typeface="Noto Sans JP"/>
                <a:ea typeface="Noto Sans JP"/>
                <a:cs typeface="Noto Sans JP"/>
              </a:defRPr>
            </a:pPr>
            <a:r>
              <a:rPr sz="1725" b="0">
                <a:solidFill>
                  <a:srgbClr val="222222"/>
                </a:solidFill>
                <a:latin typeface="Noto Sans JP"/>
                <a:ea typeface="Noto Sans JP"/>
                <a:cs typeface="Noto Sans JP"/>
              </a:rPr>
              <a:t>Φは標準正規分布の累積分布。Φ⁻¹は確率位置を正規の値へ戻す。</a:t>
            </a:r>
          </a:p>
        </p:txBody>
      </p:sp>
      <p:sp>
        <p:nvSpPr>
          <p:cNvPr id="9" name="">
            <a:extLst xmlns:a="http://schemas.openxmlformats.org/drawingml/2006/main">
              <a:ext uri="{FF2B5EF4-FFF2-40B4-BE49-F238E27FC236}">
                <a16:creationId xmlns:a16="http://schemas.microsoft.com/office/drawing/2014/main" id="{12CEB86B-D101-4842-9BD5-DF770580963D}"/>
              </a:ext>
            </a:extLst>
          </p:cNvPr>
          <p:cNvSpPr>
            <a:spLocks xmlns:a="http://schemas.openxmlformats.org/drawingml/2006/main" noGrp="1"/>
          </p:cNvSpPr>
          <p:nvPr/>
        </p:nvSpPr>
        <p:spPr>
          <a:xfrm xmlns:a="http://schemas.openxmlformats.org/drawingml/2006/main">
            <a:off x="514350" y="3352800"/>
            <a:ext cx="531495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CB61A4-96B5-4DB1-96AB-82FE61294125}"/>
              </a:ext>
            </a:extLst>
          </p:cNvPr>
          <p:cNvSpPr>
            <a:spLocks xmlns:a="http://schemas.openxmlformats.org/drawingml/2006/main" noGrp="1"/>
          </p:cNvSpPr>
          <p:nvPr/>
        </p:nvSpPr>
        <p:spPr>
          <a:xfrm xmlns:a="http://schemas.openxmlformats.org/drawingml/2006/main">
            <a:off x="704850" y="34671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仮定すること</a:t>
            </a:r>
          </a:p>
        </p:txBody>
      </p:sp>
      <p:sp>
        <p:nvSpPr>
          <p:cNvPr id="11" name="">
            <a:extLst xmlns:a="http://schemas.openxmlformats.org/drawingml/2006/main">
              <a:ext uri="{FF2B5EF4-FFF2-40B4-BE49-F238E27FC236}">
                <a16:creationId xmlns:a16="http://schemas.microsoft.com/office/drawing/2014/main" id="{8B747030-2D11-4C62-B9D5-7985CE6F6704}"/>
              </a:ext>
            </a:extLst>
          </p:cNvPr>
          <p:cNvSpPr>
            <a:spLocks xmlns:a="http://schemas.openxmlformats.org/drawingml/2006/main" noGrp="1"/>
          </p:cNvSpPr>
          <p:nvPr/>
        </p:nvSpPr>
        <p:spPr>
          <a:xfrm xmlns:a="http://schemas.openxmlformats.org/drawingml/2006/main">
            <a:off x="704850" y="4019550"/>
            <a:ext cx="4933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ZₓとZᵧの同時分布を、</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相関ρを持つ正規分布で表す。</a:t>
            </a:r>
          </a:p>
        </p:txBody>
      </p:sp>
      <p:sp>
        <p:nvSpPr>
          <p:cNvPr id="12" name="">
            <a:extLst xmlns:a="http://schemas.openxmlformats.org/drawingml/2006/main">
              <a:ext uri="{FF2B5EF4-FFF2-40B4-BE49-F238E27FC236}">
                <a16:creationId xmlns:a16="http://schemas.microsoft.com/office/drawing/2014/main" id="{6E1411CC-C9A4-40AA-B610-77D7C09C3B4A}"/>
              </a:ext>
            </a:extLst>
          </p:cNvPr>
          <p:cNvSpPr>
            <a:spLocks xmlns:a="http://schemas.openxmlformats.org/drawingml/2006/main" noGrp="1"/>
          </p:cNvSpPr>
          <p:nvPr/>
        </p:nvSpPr>
        <p:spPr>
          <a:xfrm xmlns:a="http://schemas.openxmlformats.org/drawingml/2006/main">
            <a:off x="6076950" y="3352800"/>
            <a:ext cx="560070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9DEAF1F-9093-4DBE-90CC-5ED9174345B9}"/>
              </a:ext>
            </a:extLst>
          </p:cNvPr>
          <p:cNvSpPr>
            <a:spLocks xmlns:a="http://schemas.openxmlformats.org/drawingml/2006/main" noGrp="1"/>
          </p:cNvSpPr>
          <p:nvPr/>
        </p:nvSpPr>
        <p:spPr>
          <a:xfrm xmlns:a="http://schemas.openxmlformats.org/drawingml/2006/main">
            <a:off x="6267450" y="34671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採用する理由と限界</a:t>
            </a:r>
          </a:p>
        </p:txBody>
      </p:sp>
      <p:sp>
        <p:nvSpPr>
          <p:cNvPr id="14" name="">
            <a:extLst xmlns:a="http://schemas.openxmlformats.org/drawingml/2006/main">
              <a:ext uri="{FF2B5EF4-FFF2-40B4-BE49-F238E27FC236}">
                <a16:creationId xmlns:a16="http://schemas.microsoft.com/office/drawing/2014/main" id="{0B3A4E85-76AE-470B-B928-3FDDAAF056CD}"/>
              </a:ext>
            </a:extLst>
          </p:cNvPr>
          <p:cNvSpPr>
            <a:spLocks xmlns:a="http://schemas.openxmlformats.org/drawingml/2006/main" noGrp="1"/>
          </p:cNvSpPr>
          <p:nvPr/>
        </p:nvSpPr>
        <p:spPr>
          <a:xfrm xmlns:a="http://schemas.openxmlformats.org/drawingml/2006/main">
            <a:off x="6267450" y="4019550"/>
            <a:ext cx="5219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条件付き分布を計算しやすい。</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複雑な依存をすべて表す保証はない。</a:t>
            </a:r>
          </a:p>
        </p:txBody>
      </p:sp>
      <p:sp>
        <p:nvSpPr>
          <p:cNvPr id="15" name="">
            <a:extLst xmlns:a="http://schemas.openxmlformats.org/drawingml/2006/main">
              <a:ext uri="{FF2B5EF4-FFF2-40B4-BE49-F238E27FC236}">
                <a16:creationId xmlns:a16="http://schemas.microsoft.com/office/drawing/2014/main" id="{68E5F2F8-E24E-4921-AEE8-7C466BEBA4A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FFD165-D28D-490E-A9A6-0D47901D8F3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次の問い：周辺分布と相関ρを、データからどう求めるか？</a:t>
            </a:r>
          </a:p>
        </p:txBody>
      </p:sp>
    </p:spTree>
    <p:extLst>
      <p:ext uri="{BB962C8B-B14F-4D97-AF65-F5344CB8AC3E}">
        <p14:creationId xmlns:p14="http://schemas.microsoft.com/office/powerpoint/2010/main" val="1216688736"/>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E805887-27E1-4998-A1C7-140C61D4DDD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学習：各列の分布と、潜在相関を覚える</a:t>
            </a:r>
          </a:p>
        </p:txBody>
      </p:sp>
      <p:sp>
        <p:nvSpPr>
          <p:cNvPr id="2" name="">
            <a:extLst xmlns:a="http://schemas.openxmlformats.org/drawingml/2006/main">
              <a:ext uri="{FF2B5EF4-FFF2-40B4-BE49-F238E27FC236}">
                <a16:creationId xmlns:a16="http://schemas.microsoft.com/office/drawing/2014/main" id="{99A6297D-F56C-480F-A7DF-A800AF5E7C9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7FA2ED-702E-485A-8E6F-943A1B31D2D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Gaussian copulaを使うには、変換と相関ρを先に推定する。</a:t>
            </a:r>
          </a:p>
        </p:txBody>
      </p:sp>
      <p:sp>
        <p:nvSpPr>
          <p:cNvPr id="4" name="">
            <a:extLst xmlns:a="http://schemas.openxmlformats.org/drawingml/2006/main">
              <a:ext uri="{FF2B5EF4-FFF2-40B4-BE49-F238E27FC236}">
                <a16:creationId xmlns:a16="http://schemas.microsoft.com/office/drawing/2014/main" id="{1CED6696-5372-455D-AB81-084FAB244F5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1E176E6-4C82-4D38-B102-EACF596C961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D76CF766-1789-436F-B94D-10BEFE0664B0}"/>
              </a:ext>
            </a:extLst>
          </p:cNvPr>
          <p:cNvSpPr>
            <a:spLocks xmlns:a="http://schemas.openxmlformats.org/drawingml/2006/main" noGrp="1"/>
          </p:cNvSpPr>
          <p:nvPr/>
        </p:nvSpPr>
        <p:spPr>
          <a:xfrm xmlns:a="http://schemas.openxmlformats.org/drawingml/2006/main">
            <a:off x="552450" y="1952625"/>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F6598D4A-2CE6-4766-B2F5-6577E06E9505}"/>
              </a:ext>
            </a:extLst>
          </p:cNvPr>
          <p:cNvSpPr>
            <a:spLocks xmlns:a="http://schemas.openxmlformats.org/drawingml/2006/main" noGrp="1"/>
          </p:cNvSpPr>
          <p:nvPr/>
        </p:nvSpPr>
        <p:spPr>
          <a:xfrm xmlns:a="http://schemas.openxmlformats.org/drawingml/2006/main">
            <a:off x="1257300" y="1952625"/>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訓練データから、身長・体重それぞれの累積分布を推定。</a:t>
            </a:r>
          </a:p>
        </p:txBody>
      </p:sp>
      <p:sp>
        <p:nvSpPr>
          <p:cNvPr id="8" name="">
            <a:extLst xmlns:a="http://schemas.openxmlformats.org/drawingml/2006/main">
              <a:ext uri="{FF2B5EF4-FFF2-40B4-BE49-F238E27FC236}">
                <a16:creationId xmlns:a16="http://schemas.microsoft.com/office/drawing/2014/main" id="{EBAE1E60-12A5-45F8-828B-CC59F08BA974}"/>
              </a:ext>
            </a:extLst>
          </p:cNvPr>
          <p:cNvSpPr>
            <a:spLocks xmlns:a="http://schemas.openxmlformats.org/drawingml/2006/main" noGrp="1"/>
          </p:cNvSpPr>
          <p:nvPr/>
        </p:nvSpPr>
        <p:spPr>
          <a:xfrm xmlns:a="http://schemas.openxmlformats.org/drawingml/2006/main">
            <a:off x="552450" y="2795588"/>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CA9E268-8802-4089-A634-1422137BA2AF}"/>
              </a:ext>
            </a:extLst>
          </p:cNvPr>
          <p:cNvSpPr>
            <a:spLocks xmlns:a="http://schemas.openxmlformats.org/drawingml/2006/main" noGrp="1"/>
          </p:cNvSpPr>
          <p:nvPr/>
        </p:nvSpPr>
        <p:spPr>
          <a:xfrm xmlns:a="http://schemas.openxmlformats.org/drawingml/2006/main">
            <a:off x="1257300" y="2795588"/>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各値を確率位置にし、Φ⁻¹で潜在正規の値へ変換。</a:t>
            </a:r>
          </a:p>
        </p:txBody>
      </p:sp>
      <p:sp>
        <p:nvSpPr>
          <p:cNvPr id="10" name="">
            <a:extLst xmlns:a="http://schemas.openxmlformats.org/drawingml/2006/main">
              <a:ext uri="{FF2B5EF4-FFF2-40B4-BE49-F238E27FC236}">
                <a16:creationId xmlns:a16="http://schemas.microsoft.com/office/drawing/2014/main" id="{77086321-3A2B-46B3-B809-00607D5C4C59}"/>
              </a:ext>
            </a:extLst>
          </p:cNvPr>
          <p:cNvSpPr>
            <a:spLocks xmlns:a="http://schemas.openxmlformats.org/drawingml/2006/main" noGrp="1"/>
          </p:cNvSpPr>
          <p:nvPr/>
        </p:nvSpPr>
        <p:spPr>
          <a:xfrm xmlns:a="http://schemas.openxmlformats.org/drawingml/2006/main">
            <a:off x="552450" y="3638550"/>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256F9EF4-E170-4E09-9C00-061035284900}"/>
              </a:ext>
            </a:extLst>
          </p:cNvPr>
          <p:cNvSpPr>
            <a:spLocks xmlns:a="http://schemas.openxmlformats.org/drawingml/2006/main" noGrp="1"/>
          </p:cNvSpPr>
          <p:nvPr/>
        </p:nvSpPr>
        <p:spPr>
          <a:xfrm xmlns:a="http://schemas.openxmlformats.org/drawingml/2006/main">
            <a:off x="1257300" y="3638550"/>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同じ人の潜在値の組から、相関ρを推定。</a:t>
            </a:r>
          </a:p>
        </p:txBody>
      </p:sp>
      <p:sp>
        <p:nvSpPr>
          <p:cNvPr id="12" name="">
            <a:extLst xmlns:a="http://schemas.openxmlformats.org/drawingml/2006/main">
              <a:ext uri="{FF2B5EF4-FFF2-40B4-BE49-F238E27FC236}">
                <a16:creationId xmlns:a16="http://schemas.microsoft.com/office/drawing/2014/main" id="{96FC944C-928A-45ED-ABC6-6307E69751C5}"/>
              </a:ext>
            </a:extLst>
          </p:cNvPr>
          <p:cNvSpPr>
            <a:spLocks xmlns:a="http://schemas.openxmlformats.org/drawingml/2006/main" noGrp="1"/>
          </p:cNvSpPr>
          <p:nvPr/>
        </p:nvSpPr>
        <p:spPr>
          <a:xfrm xmlns:a="http://schemas.openxmlformats.org/drawingml/2006/main">
            <a:off x="552450" y="4481513"/>
            <a:ext cx="4762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8DA23F18-01F2-467D-948D-7DDB8F5D5A1D}"/>
              </a:ext>
            </a:extLst>
          </p:cNvPr>
          <p:cNvSpPr>
            <a:spLocks xmlns:a="http://schemas.openxmlformats.org/drawingml/2006/main" noGrp="1"/>
          </p:cNvSpPr>
          <p:nvPr/>
        </p:nvSpPr>
        <p:spPr>
          <a:xfrm xmlns:a="http://schemas.openxmlformats.org/drawingml/2006/main">
            <a:off x="1257300" y="4481513"/>
            <a:ext cx="10191750" cy="766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例として、推定した相関がρ = 0.6だったとする。</a:t>
            </a:r>
          </a:p>
        </p:txBody>
      </p:sp>
      <p:sp>
        <p:nvSpPr>
          <p:cNvPr id="14" name="">
            <a:extLst xmlns:a="http://schemas.openxmlformats.org/drawingml/2006/main">
              <a:ext uri="{FF2B5EF4-FFF2-40B4-BE49-F238E27FC236}">
                <a16:creationId xmlns:a16="http://schemas.microsoft.com/office/drawing/2014/main" id="{CB9BD364-1F35-40DE-B987-5765822962A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22BA70A-3CC5-448D-A410-A4CD3162A9B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次の問い：体重70 kgが分かったら、このモデルをどう使うか？</a:t>
            </a:r>
          </a:p>
        </p:txBody>
      </p:sp>
    </p:spTree>
    <p:extLst>
      <p:ext uri="{BB962C8B-B14F-4D97-AF65-F5344CB8AC3E}">
        <p14:creationId xmlns:p14="http://schemas.microsoft.com/office/powerpoint/2010/main" val="563954401"/>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9F5445-C0FD-4EBE-B43C-18CB2787888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生成：70 kgを条件に、身長の分布を求める</a:t>
            </a:r>
          </a:p>
        </p:txBody>
      </p:sp>
      <p:sp>
        <p:nvSpPr>
          <p:cNvPr id="2" name="">
            <a:extLst xmlns:a="http://schemas.openxmlformats.org/drawingml/2006/main">
              <a:ext uri="{FF2B5EF4-FFF2-40B4-BE49-F238E27FC236}">
                <a16:creationId xmlns:a16="http://schemas.microsoft.com/office/drawing/2014/main" id="{2CD6F2F1-26AF-4DC4-BF53-BC449C934E6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8E325B-EE24-4572-B1DA-2D10740FA2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周辺分布とρを学んだので、体重が既知の一人に適用する。</a:t>
            </a:r>
          </a:p>
        </p:txBody>
      </p:sp>
      <p:sp>
        <p:nvSpPr>
          <p:cNvPr id="4" name="">
            <a:extLst xmlns:a="http://schemas.openxmlformats.org/drawingml/2006/main">
              <a:ext uri="{FF2B5EF4-FFF2-40B4-BE49-F238E27FC236}">
                <a16:creationId xmlns:a16="http://schemas.microsoft.com/office/drawing/2014/main" id="{DA319AC8-EFC4-4234-8924-78BE6B12569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1F0D33FF-601C-4631-9458-2148B926F4D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sp>
        <p:nvSpPr>
          <p:cNvPr id="6" name="">
            <a:extLst xmlns:a="http://schemas.openxmlformats.org/drawingml/2006/main">
              <a:ext uri="{FF2B5EF4-FFF2-40B4-BE49-F238E27FC236}">
                <a16:creationId xmlns:a16="http://schemas.microsoft.com/office/drawing/2014/main" id="{C485BE92-CD5C-409C-BC02-929A791A4EC2}"/>
              </a:ext>
            </a:extLst>
          </p:cNvPr>
          <p:cNvSpPr>
            <a:spLocks xmlns:a="http://schemas.openxmlformats.org/drawingml/2006/main" noGrp="1"/>
          </p:cNvSpPr>
          <p:nvPr/>
        </p:nvSpPr>
        <p:spPr>
          <a:xfrm xmlns:a="http://schemas.openxmlformats.org/drawingml/2006/main">
            <a:off x="514350" y="18383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3B657B-7F94-4FC8-A336-32F35939C962}"/>
              </a:ext>
            </a:extLst>
          </p:cNvPr>
          <p:cNvSpPr>
            <a:spLocks xmlns:a="http://schemas.openxmlformats.org/drawingml/2006/main" noGrp="1"/>
          </p:cNvSpPr>
          <p:nvPr/>
        </p:nvSpPr>
        <p:spPr>
          <a:xfrm xmlns:a="http://schemas.openxmlformats.org/drawingml/2006/main">
            <a:off x="704850" y="19335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70 kg から v = 0.7、zᵧ = Φ⁻¹(0.7) ≈ 0.524</a:t>
            </a:r>
          </a:p>
        </p:txBody>
      </p:sp>
      <p:sp>
        <p:nvSpPr>
          <p:cNvPr id="8" name="">
            <a:extLst xmlns:a="http://schemas.openxmlformats.org/drawingml/2006/main">
              <a:ext uri="{FF2B5EF4-FFF2-40B4-BE49-F238E27FC236}">
                <a16:creationId xmlns:a16="http://schemas.microsoft.com/office/drawing/2014/main" id="{532919A0-5653-473A-A5A9-8BC278119BF5}"/>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F8E572D-17B3-4D25-946C-AB23BC66A433}"/>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Zₓ | Zᵧ = zᵧ ~ N(ρzᵧ, 1 − ρ²)</a:t>
            </a:r>
          </a:p>
        </p:txBody>
      </p:sp>
      <p:sp>
        <p:nvSpPr>
          <p:cNvPr id="10" name="">
            <a:extLst xmlns:a="http://schemas.openxmlformats.org/drawingml/2006/main">
              <a:ext uri="{FF2B5EF4-FFF2-40B4-BE49-F238E27FC236}">
                <a16:creationId xmlns:a16="http://schemas.microsoft.com/office/drawing/2014/main" id="{68EFF4AD-19EE-4BA7-9B5F-B88CF9CF7027}"/>
              </a:ext>
            </a:extLst>
          </p:cNvPr>
          <p:cNvSpPr>
            <a:spLocks xmlns:a="http://schemas.openxmlformats.org/drawingml/2006/main" noGrp="1"/>
          </p:cNvSpPr>
          <p:nvPr/>
        </p:nvSpPr>
        <p:spPr>
          <a:xfrm xmlns:a="http://schemas.openxmlformats.org/drawingml/2006/main">
            <a:off x="685800" y="45148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ρ = 0.6なら、平均0.315・標準偏差0.8。</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体重に合う中心の周りに、身長のばらつきを残す。</a:t>
            </a:r>
          </a:p>
        </p:txBody>
      </p:sp>
      <p:sp>
        <p:nvSpPr>
          <p:cNvPr id="11" name="">
            <a:extLst xmlns:a="http://schemas.openxmlformats.org/drawingml/2006/main">
              <a:ext uri="{FF2B5EF4-FFF2-40B4-BE49-F238E27FC236}">
                <a16:creationId xmlns:a16="http://schemas.microsoft.com/office/drawing/2014/main" id="{653EF305-3EBC-4935-B214-B47FF9436CD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9AABD8-F4FB-4434-ACE6-B172FEF494F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次の問い：潜在空間の数値を、どう身長cmに戻すか？</a:t>
            </a:r>
          </a:p>
        </p:txBody>
      </p:sp>
    </p:spTree>
    <p:extLst>
      <p:ext uri="{BB962C8B-B14F-4D97-AF65-F5344CB8AC3E}">
        <p14:creationId xmlns:p14="http://schemas.microsoft.com/office/powerpoint/2010/main" val="2061936935"/>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58EAE9-BE38-451C-AE36-57DA97FA188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生成：サンプリングして、身長cmへ戻す</a:t>
            </a:r>
          </a:p>
        </p:txBody>
      </p:sp>
      <p:sp>
        <p:nvSpPr>
          <p:cNvPr id="2" name="">
            <a:extLst xmlns:a="http://schemas.openxmlformats.org/drawingml/2006/main">
              <a:ext uri="{FF2B5EF4-FFF2-40B4-BE49-F238E27FC236}">
                <a16:creationId xmlns:a16="http://schemas.microsoft.com/office/drawing/2014/main" id="{7D7EB767-33F1-4D4C-A02C-F9563BA2F96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2A63A6-F030-458C-B4A0-8C78FB19F9B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条件付き分布は N(平均0.315, 標準偏差0.8)。</a:t>
            </a:r>
          </a:p>
        </p:txBody>
      </p:sp>
      <p:sp>
        <p:nvSpPr>
          <p:cNvPr id="4" name="">
            <a:extLst xmlns:a="http://schemas.openxmlformats.org/drawingml/2006/main">
              <a:ext uri="{FF2B5EF4-FFF2-40B4-BE49-F238E27FC236}">
                <a16:creationId xmlns:a16="http://schemas.microsoft.com/office/drawing/2014/main" id="{4798E7A0-80AD-4C63-A971-E3CCEF5143C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AA60A28A-86ED-400F-BBDA-0C19233E169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graphicFrame>
        <p:nvGraphicFramePr>
          <p:cNvPr id="15" name=""/>
          <p:cNvGraphicFramePr/>
          <p:nvPr/>
        </p:nvGraphicFramePr>
        <p:xfrm>
          <a:off xmlns:a="http://schemas.openxmlformats.org/drawingml/2006/main" x="514350" y="2047875"/>
          <a:ext xmlns:a="http://schemas.openxmlformats.org/drawingml/2006/main" cx="11163300" cy="2428875"/>
        </p:xfrm>
        <a:graphic xmlns:a="http://schemas.openxmlformats.org/drawingml/2006/main">
          <a:graphicData uri="http://schemas.openxmlformats.org/drawingml/2006/table">
            <a:tbl>
              <a:tblPr/>
              <a:tblGrid>
                <a:gridCol w="2790825"/>
                <a:gridCol w="2790825"/>
                <a:gridCol w="2790825"/>
                <a:gridCol w="2790825"/>
              </a:tblGrid>
              <a:tr h="607219">
                <a:tc>
                  <a:txBody>
                    <a:bodyPr/>
                    <a:lstStyle/>
                    <a:p>
                      <a:pPr algn="ctr"/>
                      <a:r>
                        <a:rPr sz="2025" b="1">
                          <a:solidFill>
                            <a:srgbClr val="2E7D5B"/>
                          </a:solidFill>
                          <a:latin typeface="Noto Sans JP"/>
                          <a:ea typeface="Noto Sans JP"/>
                          <a:cs typeface="Noto Sans JP"/>
                        </a:rPr>
                        <a:t>引いた乱数 ε</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身長の潜在値 zₓ</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位置 u = Φ(zₓ)</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身長 Fₓ⁻¹(u)</a:t>
                      </a:r>
                    </a:p>
                  </a:txBody>
                  <a:tcPr marL="91440" marR="91440" marT="45720" marB="45720" anchor="ctr">
                    <a:solidFill>
                      <a:srgbClr val="E7F2EC"/>
                    </a:solidFill>
                  </a:tcPr>
                </a:tc>
              </a:tr>
              <a:tr h="607219">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−0.485</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約0.314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約165.2 cm</a:t>
                      </a:r>
                    </a:p>
                  </a:txBody>
                  <a:tcPr marL="91440" marR="91440" marT="45720" marB="45720" anchor="ctr">
                    <a:solidFill>
                      <a:srgbClr val="FFFFFF"/>
                    </a:solidFill>
                  </a:tcPr>
                </a:tc>
              </a:tr>
              <a:tr h="607219">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0.315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約0.623</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約173.2 cm</a:t>
                      </a:r>
                    </a:p>
                  </a:txBody>
                  <a:tcPr marL="91440" marR="91440" marT="45720" marB="45720" anchor="ctr">
                    <a:solidFill>
                      <a:srgbClr val="F6F6F6"/>
                    </a:solidFill>
                  </a:tcPr>
                </a:tc>
              </a:tr>
              <a:tr h="607219">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1.115</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約0.868</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約181.2 cm</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C9727B1-0969-4751-AEC0-7569D5AD2947}"/>
              </a:ext>
            </a:extLst>
          </p:cNvPr>
          <p:cNvSpPr>
            <a:spLocks xmlns:a="http://schemas.openxmlformats.org/drawingml/2006/main" noGrp="1"/>
          </p:cNvSpPr>
          <p:nvPr/>
        </p:nvSpPr>
        <p:spPr>
          <a:xfrm xmlns:a="http://schemas.openxmlformats.org/drawingml/2006/main">
            <a:off x="628650" y="4591050"/>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説明用：身長の周辺分布を平均170 cm・標準偏差10 cmと仮定。</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実装では、訓練データから推定した分位点を使う。</a:t>
            </a:r>
          </a:p>
        </p:txBody>
      </p:sp>
      <p:sp>
        <p:nvSpPr>
          <p:cNvPr id="8" name="">
            <a:extLst xmlns:a="http://schemas.openxmlformats.org/drawingml/2006/main">
              <a:ext uri="{FF2B5EF4-FFF2-40B4-BE49-F238E27FC236}">
                <a16:creationId xmlns:a16="http://schemas.microsoft.com/office/drawing/2014/main" id="{4F5E7160-F6E4-4822-9A27-99827BAC184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AD9BB1-E3DD-43FF-BF74-FA68D4EF598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次の問い：この生成を、研究のデータ拡張のどこへ入れるか？</a:t>
            </a:r>
          </a:p>
        </p:txBody>
      </p:sp>
    </p:spTree>
    <p:extLst>
      <p:ext uri="{BB962C8B-B14F-4D97-AF65-F5344CB8AC3E}">
        <p14:creationId xmlns:p14="http://schemas.microsoft.com/office/powerpoint/2010/main" val="862697935"/>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3A8C14-8844-4F1F-8CDE-A2570E8F0AF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研究への接続：VIMEの置換器を変更する</a:t>
            </a:r>
          </a:p>
        </p:txBody>
      </p:sp>
      <p:sp>
        <p:nvSpPr>
          <p:cNvPr id="2" name="">
            <a:extLst xmlns:a="http://schemas.openxmlformats.org/drawingml/2006/main">
              <a:ext uri="{FF2B5EF4-FFF2-40B4-BE49-F238E27FC236}">
                <a16:creationId xmlns:a16="http://schemas.microsoft.com/office/drawing/2014/main" id="{3F6A93C4-AB9C-4494-BA35-977D5E0FEF6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FE31A2-6938-4345-A365-1889E5591E7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70 kgを残して身長を作る操作を、一般の特徴量へ広げる。</a:t>
            </a:r>
          </a:p>
        </p:txBody>
      </p:sp>
      <p:sp>
        <p:nvSpPr>
          <p:cNvPr id="4" name="">
            <a:extLst xmlns:a="http://schemas.openxmlformats.org/drawingml/2006/main">
              <a:ext uri="{FF2B5EF4-FFF2-40B4-BE49-F238E27FC236}">
                <a16:creationId xmlns:a16="http://schemas.microsoft.com/office/drawing/2014/main" id="{BA8620B0-D60D-462F-BC21-6DB83C11B7F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3F5505A0-165E-4FDB-8974-2034AC11BFC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graphicFrame>
        <p:nvGraphicFramePr>
          <p:cNvPr id="15" name=""/>
          <p:cNvGraphicFramePr/>
          <p:nvPr/>
        </p:nvGraphicFramePr>
        <p:xfrm>
          <a:off xmlns:a="http://schemas.openxmlformats.org/drawingml/2006/main" x="514350" y="1971675"/>
          <a:ext xmlns:a="http://schemas.openxmlformats.org/drawingml/2006/main" cx="11163300" cy="2981325"/>
        </p:xfrm>
        <a:graphic xmlns:a="http://schemas.openxmlformats.org/drawingml/2006/main">
          <a:graphicData uri="http://schemas.openxmlformats.org/drawingml/2006/table">
            <a:tbl>
              <a:tblPr/>
              <a:tblGrid>
                <a:gridCol w="2667000"/>
                <a:gridCol w="8496300"/>
              </a:tblGrid>
              <a:tr h="59626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今回の処理</a:t>
                      </a:r>
                    </a:p>
                  </a:txBody>
                  <a:tcPr marL="91440" marR="91440" marT="45720" marB="45720" anchor="ctr">
                    <a:solidFill>
                      <a:srgbClr val="E7F2EC"/>
                    </a:solidFill>
                  </a:tcPr>
                </a:tc>
              </a:tr>
              <a:tr h="596265">
                <a:tc>
                  <a:txBody>
                    <a:bodyPr/>
                    <a:lstStyle/>
                    <a:p>
                      <a:pPr algn="ctr"/>
                      <a:r>
                        <a:rPr sz="1875" b="0">
                          <a:solidFill>
                            <a:srgbClr val="222222"/>
                          </a:solidFill>
                          <a:latin typeface="Noto Sans JP"/>
                          <a:ea typeface="Noto Sans JP"/>
                          <a:cs typeface="Noto Sans JP"/>
                        </a:rPr>
                        <a:t>学習前</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ラベルなし訓練データで、周辺分布と潜在相関Rを推定</a:t>
                      </a:r>
                    </a:p>
                  </a:txBody>
                  <a:tcPr marL="91440" marR="91440" marT="45720" marB="45720" anchor="ctr">
                    <a:solidFill>
                      <a:srgbClr val="FFFFFF"/>
                    </a:solidFill>
                  </a:tcPr>
                </a:tc>
              </a:tr>
              <a:tr h="596265">
                <a:tc>
                  <a:txBody>
                    <a:bodyPr/>
                    <a:lstStyle/>
                    <a:p>
                      <a:pPr algn="ctr"/>
                      <a:r>
                        <a:rPr sz="1875" b="0">
                          <a:solidFill>
                            <a:srgbClr val="222222"/>
                          </a:solidFill>
                          <a:latin typeface="Noto Sans JP"/>
                          <a:ea typeface="Noto Sans JP"/>
                          <a:cs typeface="Noto Sans JP"/>
                        </a:rPr>
                        <a:t>拡張時</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置換する列Mを選び、残す列Oの値で条件付け</a:t>
                      </a:r>
                    </a:p>
                  </a:txBody>
                  <a:tcPr marL="91440" marR="91440" marT="45720" marB="45720" anchor="ctr">
                    <a:solidFill>
                      <a:srgbClr val="F6F6F6"/>
                    </a:solidFill>
                  </a:tcPr>
                </a:tc>
              </a:tr>
              <a:tr h="596265">
                <a:tc>
                  <a:txBody>
                    <a:bodyPr/>
                    <a:lstStyle/>
                    <a:p>
                      <a:pPr algn="ctr"/>
                      <a:r>
                        <a:rPr sz="1875" b="0">
                          <a:solidFill>
                            <a:srgbClr val="222222"/>
                          </a:solidFill>
                          <a:latin typeface="Noto Sans JP"/>
                          <a:ea typeface="Noto Sans JP"/>
                          <a:cs typeface="Noto Sans JP"/>
                        </a:rPr>
                        <a:t>生成</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 xml:space="preserve">P(X</a:t>
                      </a:r>
                      <a:r>
                        <a:rPr sz="1350" b="0" baseline="-25000">
                          <a:solidFill>
                            <a:srgbClr val="222222"/>
                          </a:solidFill>
                          <a:latin typeface="Noto Sans JP"/>
                          <a:ea typeface="Noto Sans JP"/>
                          <a:cs typeface="Noto Sans JP"/>
                        </a:rPr>
                        <a:t xml:space="preserve">M</a:t>
                      </a:r>
                      <a:r>
                        <a:rPr sz="1875" b="0">
                          <a:solidFill>
                            <a:srgbClr val="222222"/>
                          </a:solidFill>
                          <a:latin typeface="Noto Sans JP"/>
                          <a:ea typeface="Noto Sans JP"/>
                          <a:cs typeface="Noto Sans JP"/>
                        </a:rPr>
                        <a:t xml:space="preserve"> | X</a:t>
                      </a:r>
                      <a:r>
                        <a:rPr sz="1350" b="0" baseline="-25000">
                          <a:solidFill>
                            <a:srgbClr val="222222"/>
                          </a:solidFill>
                          <a:latin typeface="Noto Sans JP"/>
                          <a:ea typeface="Noto Sans JP"/>
                          <a:cs typeface="Noto Sans JP"/>
                        </a:rPr>
                        <a:t xml:space="preserve">O</a:t>
                      </a:r>
                      <a:r>
                        <a:rPr sz="1875" b="0">
                          <a:solidFill>
                            <a:srgbClr val="222222"/>
                          </a:solidFill>
                          <a:latin typeface="Noto Sans JP"/>
                          <a:ea typeface="Noto Sans JP"/>
                          <a:cs typeface="Noto Sans JP"/>
                        </a:rPr>
                        <a:t xml:space="preserve">) からMの列をまとめて生成</a:t>
                      </a:r>
                    </a:p>
                  </a:txBody>
                  <a:tcPr marL="91440" marR="91440" marT="45720" marB="45720" anchor="ctr">
                    <a:solidFill>
                      <a:srgbClr val="FFFFFF"/>
                    </a:solidFill>
                  </a:tcPr>
                </a:tc>
              </a:tr>
              <a:tr h="596265">
                <a:tc>
                  <a:txBody>
                    <a:bodyPr/>
                    <a:lstStyle/>
                    <a:p>
                      <a:pPr algn="ctr"/>
                      <a:r>
                        <a:rPr sz="1875" b="0">
                          <a:solidFill>
                            <a:srgbClr val="222222"/>
                          </a:solidFill>
                          <a:latin typeface="Noto Sans JP"/>
                          <a:ea typeface="Noto Sans JP"/>
                          <a:cs typeface="Noto Sans JP"/>
                        </a:rPr>
                        <a:t>VIMEの学習</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置換後の行でマスク推定・復元・分類の一貫性を学習</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2BC988A-DB6B-425E-B051-D0CD686599FD}"/>
              </a:ext>
            </a:extLst>
          </p:cNvPr>
          <p:cNvSpPr>
            <a:spLocks xmlns:a="http://schemas.openxmlformats.org/drawingml/2006/main" noGrp="1"/>
          </p:cNvSpPr>
          <p:nvPr/>
        </p:nvSpPr>
        <p:spPr>
          <a:xfrm xmlns:a="http://schemas.openxmlformats.org/drawingml/2006/main">
            <a:off x="619125" y="5076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222222"/>
                </a:solidFill>
                <a:latin typeface="Noto Sans JP"/>
                <a:ea typeface="Noto Sans JP"/>
                <a:cs typeface="Noto Sans JP"/>
              </a:defRPr>
            </a:pPr>
            <a:r>
              <a:rPr sz="1950" b="1">
                <a:solidFill>
                  <a:srgbClr val="222222"/>
                </a:solidFill>
                <a:latin typeface="Noto Sans JP"/>
                <a:ea typeface="Noto Sans JP"/>
                <a:cs typeface="Noto Sans JP"/>
              </a:rPr>
              <a:t>体重・年齢を残し、身長・腹囲をまとめて置換する場合にも使う。</a:t>
            </a:r>
          </a:p>
        </p:txBody>
      </p:sp>
      <p:sp>
        <p:nvSpPr>
          <p:cNvPr id="8" name="">
            <a:extLst xmlns:a="http://schemas.openxmlformats.org/drawingml/2006/main">
              <a:ext uri="{FF2B5EF4-FFF2-40B4-BE49-F238E27FC236}">
                <a16:creationId xmlns:a16="http://schemas.microsoft.com/office/drawing/2014/main" id="{AEC61B5B-22B8-44EA-B460-45BFA7F9C96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2E45E9-EE7A-4841-8196-B9A3DBE3621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次の問い：条件付き置換で、実際に関係が残るのか？</a:t>
            </a:r>
          </a:p>
        </p:txBody>
      </p:sp>
    </p:spTree>
    <p:extLst>
      <p:ext uri="{BB962C8B-B14F-4D97-AF65-F5344CB8AC3E}">
        <p14:creationId xmlns:p14="http://schemas.microsoft.com/office/powerpoint/2010/main" val="849821429"/>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0458C6-D6A7-425E-ABD5-246AACA877F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動作確認：関係を持つデータで置換する</a:t>
            </a:r>
          </a:p>
        </p:txBody>
      </p:sp>
      <p:sp>
        <p:nvSpPr>
          <p:cNvPr id="2" name="">
            <a:extLst xmlns:a="http://schemas.openxmlformats.org/drawingml/2006/main">
              <a:ext uri="{FF2B5EF4-FFF2-40B4-BE49-F238E27FC236}">
                <a16:creationId xmlns:a16="http://schemas.microsoft.com/office/drawing/2014/main" id="{4305C24C-07AB-4D4B-9066-D7E93324049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63AE44-2961-45E1-B866-A08769AC299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VIMEへ入れる前に、生成器そのものの動作を確認した。</a:t>
            </a:r>
          </a:p>
        </p:txBody>
      </p:sp>
      <p:sp>
        <p:nvSpPr>
          <p:cNvPr id="4" name="">
            <a:extLst xmlns:a="http://schemas.openxmlformats.org/drawingml/2006/main">
              <a:ext uri="{FF2B5EF4-FFF2-40B4-BE49-F238E27FC236}">
                <a16:creationId xmlns:a16="http://schemas.microsoft.com/office/drawing/2014/main" id="{1046F458-9101-406F-ADDA-5F931774FA5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C704A619-8222-40CE-B286-230D455A8E6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sp>
        <p:nvSpPr>
          <p:cNvPr id="6" name="">
            <a:extLst xmlns:a="http://schemas.openxmlformats.org/drawingml/2006/main">
              <a:ext uri="{FF2B5EF4-FFF2-40B4-BE49-F238E27FC236}">
                <a16:creationId xmlns:a16="http://schemas.microsoft.com/office/drawing/2014/main" id="{2CA92F80-CAA5-48E9-95BE-00933F9F2DAF}"/>
              </a:ext>
            </a:extLst>
          </p:cNvPr>
          <p:cNvSpPr>
            <a:spLocks xmlns:a="http://schemas.openxmlformats.org/drawingml/2006/main" noGrp="1"/>
          </p:cNvSpPr>
          <p:nvPr/>
        </p:nvSpPr>
        <p:spPr>
          <a:xfrm xmlns:a="http://schemas.openxmlformats.org/drawingml/2006/main">
            <a:off x="514350"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元データ</a:t>
            </a:r>
          </a:p>
        </p:txBody>
      </p:sp>
      <p:graphicFrame>
        <p:nvGraphicFramePr>
          <p:cNvPr id="23" name="Chart"/>
          <p:cNvGraphicFramePr/>
          <p:nvPr/>
        </p:nvGraphicFramePr>
        <p:xfrm>
          <a:off xmlns:a="http://schemas.openxmlformats.org/drawingml/2006/main" x="514350"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4141a0225f8b4aba"/>
          </a:graphicData>
        </a:graphic>
      </p:graphicFrame>
      <p:sp>
        <p:nvSpPr>
          <p:cNvPr id="8" name="">
            <a:extLst xmlns:a="http://schemas.openxmlformats.org/drawingml/2006/main">
              <a:ext uri="{FF2B5EF4-FFF2-40B4-BE49-F238E27FC236}">
                <a16:creationId xmlns:a16="http://schemas.microsoft.com/office/drawing/2014/main" id="{7EC00015-42D9-4AF3-AC59-3E752CE0826D}"/>
              </a:ext>
            </a:extLst>
          </p:cNvPr>
          <p:cNvSpPr>
            <a:spLocks xmlns:a="http://schemas.openxmlformats.org/drawingml/2006/main" noGrp="1"/>
          </p:cNvSpPr>
          <p:nvPr/>
        </p:nvSpPr>
        <p:spPr>
          <a:xfrm xmlns:a="http://schemas.openxmlformats.org/drawingml/2006/main">
            <a:off x="51435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0.805</a:t>
            </a:r>
          </a:p>
        </p:txBody>
      </p:sp>
      <p:sp>
        <p:nvSpPr>
          <p:cNvPr id="9" name="">
            <a:extLst xmlns:a="http://schemas.openxmlformats.org/drawingml/2006/main">
              <a:ext uri="{FF2B5EF4-FFF2-40B4-BE49-F238E27FC236}">
                <a16:creationId xmlns:a16="http://schemas.microsoft.com/office/drawing/2014/main" id="{F3E3ECC6-3A04-44C3-BEAA-713B45133454}"/>
              </a:ext>
            </a:extLst>
          </p:cNvPr>
          <p:cNvSpPr>
            <a:spLocks xmlns:a="http://schemas.openxmlformats.org/drawingml/2006/main" noGrp="1"/>
          </p:cNvSpPr>
          <p:nvPr/>
        </p:nvSpPr>
        <p:spPr>
          <a:xfrm xmlns:a="http://schemas.openxmlformats.org/drawingml/2006/main">
            <a:off x="4295775"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列置換</a:t>
            </a:r>
          </a:p>
        </p:txBody>
      </p:sp>
      <p:graphicFrame>
        <p:nvGraphicFramePr>
          <p:cNvPr id="26" name="Chart"/>
          <p:cNvGraphicFramePr/>
          <p:nvPr/>
        </p:nvGraphicFramePr>
        <p:xfrm>
          <a:off xmlns:a="http://schemas.openxmlformats.org/drawingml/2006/main" x="4295775"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c9f2fe3d476b47c2"/>
          </a:graphicData>
        </a:graphic>
      </p:graphicFrame>
      <p:sp>
        <p:nvSpPr>
          <p:cNvPr id="11" name="">
            <a:extLst xmlns:a="http://schemas.openxmlformats.org/drawingml/2006/main">
              <a:ext uri="{FF2B5EF4-FFF2-40B4-BE49-F238E27FC236}">
                <a16:creationId xmlns:a16="http://schemas.microsoft.com/office/drawing/2014/main" id="{F563F6CB-5C1C-4208-B9DC-5BFE78B721B2}"/>
              </a:ext>
            </a:extLst>
          </p:cNvPr>
          <p:cNvSpPr>
            <a:spLocks xmlns:a="http://schemas.openxmlformats.org/drawingml/2006/main" noGrp="1"/>
          </p:cNvSpPr>
          <p:nvPr/>
        </p:nvSpPr>
        <p:spPr>
          <a:xfrm xmlns:a="http://schemas.openxmlformats.org/drawingml/2006/main">
            <a:off x="4295775"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-0.014</a:t>
            </a:r>
          </a:p>
        </p:txBody>
      </p:sp>
      <p:sp>
        <p:nvSpPr>
          <p:cNvPr id="12" name="">
            <a:extLst xmlns:a="http://schemas.openxmlformats.org/drawingml/2006/main">
              <a:ext uri="{FF2B5EF4-FFF2-40B4-BE49-F238E27FC236}">
                <a16:creationId xmlns:a16="http://schemas.microsoft.com/office/drawing/2014/main" id="{B10135F7-A256-4BE5-9F2A-741FB95FE2E9}"/>
              </a:ext>
            </a:extLst>
          </p:cNvPr>
          <p:cNvSpPr>
            <a:spLocks xmlns:a="http://schemas.openxmlformats.org/drawingml/2006/main" noGrp="1"/>
          </p:cNvSpPr>
          <p:nvPr/>
        </p:nvSpPr>
        <p:spPr>
          <a:xfrm xmlns:a="http://schemas.openxmlformats.org/drawingml/2006/main">
            <a:off x="8077200" y="1905000"/>
            <a:ext cx="3571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コピュラ置換</a:t>
            </a:r>
          </a:p>
        </p:txBody>
      </p:sp>
      <p:graphicFrame>
        <p:nvGraphicFramePr>
          <p:cNvPr id="29" name="Chart"/>
          <p:cNvGraphicFramePr/>
          <p:nvPr/>
        </p:nvGraphicFramePr>
        <p:xfrm>
          <a:off xmlns:a="http://schemas.openxmlformats.org/drawingml/2006/main" x="8077200" y="2352675"/>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b67e5c0469934799"/>
          </a:graphicData>
        </a:graphic>
      </p:graphicFrame>
      <p:sp>
        <p:nvSpPr>
          <p:cNvPr id="14" name="">
            <a:extLst xmlns:a="http://schemas.openxmlformats.org/drawingml/2006/main">
              <a:ext uri="{FF2B5EF4-FFF2-40B4-BE49-F238E27FC236}">
                <a16:creationId xmlns:a16="http://schemas.microsoft.com/office/drawing/2014/main" id="{2C0B7834-4AF2-4FA0-8C91-94B00027331F}"/>
              </a:ext>
            </a:extLst>
          </p:cNvPr>
          <p:cNvSpPr>
            <a:spLocks xmlns:a="http://schemas.openxmlformats.org/drawingml/2006/main" noGrp="1"/>
          </p:cNvSpPr>
          <p:nvPr/>
        </p:nvSpPr>
        <p:spPr>
          <a:xfrm xmlns:a="http://schemas.openxmlformats.org/drawingml/2006/main">
            <a:off x="807720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0.761</a:t>
            </a:r>
          </a:p>
        </p:txBody>
      </p:sp>
      <p:sp>
        <p:nvSpPr>
          <p:cNvPr id="15" name="">
            <a:extLst xmlns:a="http://schemas.openxmlformats.org/drawingml/2006/main">
              <a:ext uri="{FF2B5EF4-FFF2-40B4-BE49-F238E27FC236}">
                <a16:creationId xmlns:a16="http://schemas.microsoft.com/office/drawing/2014/main" id="{8EA8C9B5-ADE3-47AC-BE89-75D28C6808D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9A36AB3-CEBB-4103-AFBF-7E38D1E7D8F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次の問い：関係を保つ置換は、分類の学習にも役立つか？</a:t>
            </a:r>
          </a:p>
        </p:txBody>
      </p:sp>
    </p:spTree>
    <p:extLst>
      <p:ext uri="{BB962C8B-B14F-4D97-AF65-F5344CB8AC3E}">
        <p14:creationId xmlns:p14="http://schemas.microsoft.com/office/powerpoint/2010/main" val="611649099"/>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6CD230-49B8-4C87-8FE4-08C9B996247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分類比較：平均は上がったが、効果は未確定</a:t>
            </a:r>
          </a:p>
        </p:txBody>
      </p:sp>
      <p:sp>
        <p:nvSpPr>
          <p:cNvPr id="2" name="">
            <a:extLst xmlns:a="http://schemas.openxmlformats.org/drawingml/2006/main">
              <a:ext uri="{FF2B5EF4-FFF2-40B4-BE49-F238E27FC236}">
                <a16:creationId xmlns:a16="http://schemas.microsoft.com/office/drawing/2014/main" id="{48E84765-8F99-4C7E-AA2E-C77CBB5B4AE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C2D60D-EF58-4844-AE32-F075FC0B806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生成の関係保持と分類性能は別なので、VIME内で比較した。</a:t>
            </a:r>
          </a:p>
        </p:txBody>
      </p:sp>
      <p:sp>
        <p:nvSpPr>
          <p:cNvPr id="4" name="">
            <a:extLst xmlns:a="http://schemas.openxmlformats.org/drawingml/2006/main">
              <a:ext uri="{FF2B5EF4-FFF2-40B4-BE49-F238E27FC236}">
                <a16:creationId xmlns:a16="http://schemas.microsoft.com/office/drawing/2014/main" id="{A22C95FE-15BC-4BD7-BB3B-96F013E232D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8E0FC2FB-7DC8-439B-9D7D-099EF1B987E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5" name=""/>
          <p:cNvGraphicFramePr/>
          <p:nvPr/>
        </p:nvGraphicFramePr>
        <p:xfrm>
          <a:off xmlns:a="http://schemas.openxmlformats.org/drawingml/2006/main" x="514350" y="2000250"/>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682625">
                <a:tc>
                  <a:txBody>
                    <a:bodyPr/>
                    <a:lstStyle/>
                    <a:p>
                      <a:pPr algn="ctr"/>
                      <a:r>
                        <a:rPr sz="2025" b="1">
                          <a:solidFill>
                            <a:srgbClr val="2E7D5B"/>
                          </a:solidFill>
                          <a:latin typeface="Noto Sans JP"/>
                          <a:ea typeface="Noto Sans JP"/>
                          <a:cs typeface="Noto Sans JP"/>
                        </a:rPr>
                        <a:t>ROC-AUC：5回の平均 ± SD</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コピュラ置換</a:t>
                      </a:r>
                    </a:p>
                  </a:txBody>
                  <a:tcPr marL="91440" marR="91440" marT="45720" marB="45720" anchor="ctr">
                    <a:solidFill>
                      <a:srgbClr val="E7F2EC"/>
                    </a:solidFill>
                  </a:tcPr>
                </a:tc>
              </a:tr>
              <a:tr h="682625">
                <a:tc>
                  <a:txBody>
                    <a:bodyPr/>
                    <a:lstStyle/>
                    <a:p>
                      <a:pPr algn="ctr"/>
                      <a:r>
                        <a:rPr sz="2025" b="0">
                          <a:solidFill>
                            <a:srgbClr val="222222"/>
                          </a:solidFill>
                          <a:latin typeface="Noto Sans JP"/>
                          <a:ea typeface="Noto Sans JP"/>
                          <a:cs typeface="Noto Sans JP"/>
                        </a:rPr>
                        <a:t>Breast Cancer（569行・30列）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r>
              <a:tr h="682625">
                <a:tc>
                  <a:txBody>
                    <a:bodyPr/>
                    <a:lstStyle/>
                    <a:p>
                      <a:pPr algn="ctr"/>
                      <a:r>
                        <a:rPr sz="2025" b="0">
                          <a:solidFill>
                            <a:srgbClr val="222222"/>
                          </a:solidFill>
                          <a:latin typeface="Noto Sans JP"/>
                          <a:ea typeface="Noto Sans JP"/>
                          <a:cs typeface="Noto Sans JP"/>
                        </a:rPr>
                        <a:t>Wine（178行・13列）</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CA29679-9C9A-4AD3-9EA5-84595CF24229}"/>
              </a:ext>
            </a:extLst>
          </p:cNvPr>
          <p:cNvSpPr>
            <a:spLocks xmlns:a="http://schemas.openxmlformats.org/drawingml/2006/main" noGrp="1"/>
          </p:cNvSpPr>
          <p:nvPr/>
        </p:nvSpPr>
        <p:spPr>
          <a:xfrm xmlns:a="http://schemas.openxmlformats.org/drawingml/2006/main">
            <a:off x="628650" y="43053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共通：訓練80%・テスト20%、訓練内ラベルあり30%、同じモデル・学習予算。</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平均差の95%区間は両方0を含む。少数データ・5回の探索的比較。</a:t>
            </a:r>
          </a:p>
        </p:txBody>
      </p:sp>
      <p:sp>
        <p:nvSpPr>
          <p:cNvPr id="8" name="">
            <a:extLst xmlns:a="http://schemas.openxmlformats.org/drawingml/2006/main">
              <a:ext uri="{FF2B5EF4-FFF2-40B4-BE49-F238E27FC236}">
                <a16:creationId xmlns:a16="http://schemas.microsoft.com/office/drawing/2014/main" id="{172D3C68-A83F-4D84-8A52-E25460209EB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B439A9-4D0D-49F3-A0F8-668E79FAAB3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次の問い：何を追加検証すれば、研究の仮説を評価できるか？</a:t>
            </a:r>
          </a:p>
        </p:txBody>
      </p:sp>
    </p:spTree>
    <p:extLst>
      <p:ext uri="{BB962C8B-B14F-4D97-AF65-F5344CB8AC3E}">
        <p14:creationId xmlns:p14="http://schemas.microsoft.com/office/powerpoint/2010/main" val="512880400"/>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D126B2-38BE-4E51-BE72-8F056084361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今回の進捗と、次に検証すること</a:t>
            </a:r>
          </a:p>
        </p:txBody>
      </p:sp>
      <p:sp>
        <p:nvSpPr>
          <p:cNvPr id="2" name="">
            <a:extLst xmlns:a="http://schemas.openxmlformats.org/drawingml/2006/main">
              <a:ext uri="{FF2B5EF4-FFF2-40B4-BE49-F238E27FC236}">
                <a16:creationId xmlns:a16="http://schemas.microsoft.com/office/drawing/2014/main" id="{7EB51B3E-4D79-469D-AF68-A4D0824A389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01C61B-B7A6-46D1-81BE-B310DE15AD7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条件付き生成の実装と比較はできた。分類への有効性はまだ仮説。</a:t>
            </a:r>
          </a:p>
        </p:txBody>
      </p:sp>
      <p:sp>
        <p:nvSpPr>
          <p:cNvPr id="4" name="">
            <a:extLst xmlns:a="http://schemas.openxmlformats.org/drawingml/2006/main">
              <a:ext uri="{FF2B5EF4-FFF2-40B4-BE49-F238E27FC236}">
                <a16:creationId xmlns:a16="http://schemas.microsoft.com/office/drawing/2014/main" id="{7B60BB53-2FCE-409E-8E75-132928BD323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本編：体重70 kgから身長を生成する</a:t>
            </a:r>
          </a:p>
        </p:txBody>
      </p:sp>
      <p:sp>
        <p:nvSpPr>
          <p:cNvPr id="5" name="">
            <a:extLst xmlns:a="http://schemas.openxmlformats.org/drawingml/2006/main">
              <a:ext uri="{FF2B5EF4-FFF2-40B4-BE49-F238E27FC236}">
                <a16:creationId xmlns:a16="http://schemas.microsoft.com/office/drawing/2014/main" id="{1C17B2E6-8C8E-4D0C-BC58-99990C7E1A4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B47BCABE-BF92-45C7-BAA5-385592EC5EB0}"/>
              </a:ext>
            </a:extLst>
          </p:cNvPr>
          <p:cNvSpPr>
            <a:spLocks xmlns:a="http://schemas.openxmlformats.org/drawingml/2006/main" noGrp="1"/>
          </p:cNvSpPr>
          <p:nvPr/>
        </p:nvSpPr>
        <p:spPr>
          <a:xfrm xmlns:a="http://schemas.openxmlformats.org/drawingml/2006/main">
            <a:off x="552450" y="1952625"/>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BA419725-1DC3-4BFB-A551-EDA75CC1B727}"/>
              </a:ext>
            </a:extLst>
          </p:cNvPr>
          <p:cNvSpPr>
            <a:spLocks xmlns:a="http://schemas.openxmlformats.org/drawingml/2006/main" noGrp="1"/>
          </p:cNvSpPr>
          <p:nvPr/>
        </p:nvSpPr>
        <p:spPr>
          <a:xfrm xmlns:a="http://schemas.openxmlformats.org/drawingml/2006/main">
            <a:off x="1257300" y="1952625"/>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具体化：残した特徴を条件に、置換する特徴を同時に生成。</a:t>
            </a:r>
          </a:p>
        </p:txBody>
      </p:sp>
      <p:sp>
        <p:nvSpPr>
          <p:cNvPr id="8" name="">
            <a:extLst xmlns:a="http://schemas.openxmlformats.org/drawingml/2006/main">
              <a:ext uri="{FF2B5EF4-FFF2-40B4-BE49-F238E27FC236}">
                <a16:creationId xmlns:a16="http://schemas.microsoft.com/office/drawing/2014/main" id="{C0BE8C8B-1B2B-4523-A649-5F4E5BB7473A}"/>
              </a:ext>
            </a:extLst>
          </p:cNvPr>
          <p:cNvSpPr>
            <a:spLocks xmlns:a="http://schemas.openxmlformats.org/drawingml/2006/main" noGrp="1"/>
          </p:cNvSpPr>
          <p:nvPr/>
        </p:nvSpPr>
        <p:spPr>
          <a:xfrm xmlns:a="http://schemas.openxmlformats.org/drawingml/2006/main">
            <a:off x="552450" y="2788444"/>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5C0D73A0-E6E8-471F-80DC-5D76CD8C169F}"/>
              </a:ext>
            </a:extLst>
          </p:cNvPr>
          <p:cNvSpPr>
            <a:spLocks xmlns:a="http://schemas.openxmlformats.org/drawingml/2006/main" noGrp="1"/>
          </p:cNvSpPr>
          <p:nvPr/>
        </p:nvSpPr>
        <p:spPr>
          <a:xfrm xmlns:a="http://schemas.openxmlformats.org/drawingml/2006/main">
            <a:off x="1257300" y="2788444"/>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確認済み：合成例で関係保持。VIME内で置換器を比較。</a:t>
            </a:r>
          </a:p>
        </p:txBody>
      </p:sp>
      <p:sp>
        <p:nvSpPr>
          <p:cNvPr id="10" name="">
            <a:extLst xmlns:a="http://schemas.openxmlformats.org/drawingml/2006/main">
              <a:ext uri="{FF2B5EF4-FFF2-40B4-BE49-F238E27FC236}">
                <a16:creationId xmlns:a16="http://schemas.microsoft.com/office/drawing/2014/main" id="{97794228-9598-4020-AAE4-29022920B80C}"/>
              </a:ext>
            </a:extLst>
          </p:cNvPr>
          <p:cNvSpPr>
            <a:spLocks xmlns:a="http://schemas.openxmlformats.org/drawingml/2006/main" noGrp="1"/>
          </p:cNvSpPr>
          <p:nvPr/>
        </p:nvSpPr>
        <p:spPr>
          <a:xfrm xmlns:a="http://schemas.openxmlformats.org/drawingml/2006/main">
            <a:off x="552450" y="3624263"/>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6587E7F9-C397-471C-9F3F-AC7853BD113B}"/>
              </a:ext>
            </a:extLst>
          </p:cNvPr>
          <p:cNvSpPr>
            <a:spLocks xmlns:a="http://schemas.openxmlformats.org/drawingml/2006/main" noGrp="1"/>
          </p:cNvSpPr>
          <p:nvPr/>
        </p:nvSpPr>
        <p:spPr>
          <a:xfrm xmlns:a="http://schemas.openxmlformats.org/drawingml/2006/main">
            <a:off x="1257300" y="3624263"/>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課題：関係が自然でも、正解クラスを保つとは限らない。</a:t>
            </a:r>
          </a:p>
        </p:txBody>
      </p:sp>
      <p:sp>
        <p:nvSpPr>
          <p:cNvPr id="12" name="">
            <a:extLst xmlns:a="http://schemas.openxmlformats.org/drawingml/2006/main">
              <a:ext uri="{FF2B5EF4-FFF2-40B4-BE49-F238E27FC236}">
                <a16:creationId xmlns:a16="http://schemas.microsoft.com/office/drawing/2014/main" id="{5D01F017-3162-4C4A-A631-96F462E6A6FA}"/>
              </a:ext>
            </a:extLst>
          </p:cNvPr>
          <p:cNvSpPr>
            <a:spLocks xmlns:a="http://schemas.openxmlformats.org/drawingml/2006/main" noGrp="1"/>
          </p:cNvSpPr>
          <p:nvPr/>
        </p:nvSpPr>
        <p:spPr>
          <a:xfrm xmlns:a="http://schemas.openxmlformats.org/drawingml/2006/main">
            <a:off x="552450" y="4460081"/>
            <a:ext cx="4762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F5D4F7FB-CA9F-432D-8022-144841027FE0}"/>
              </a:ext>
            </a:extLst>
          </p:cNvPr>
          <p:cNvSpPr>
            <a:spLocks xmlns:a="http://schemas.openxmlformats.org/drawingml/2006/main" noGrp="1"/>
          </p:cNvSpPr>
          <p:nvPr/>
        </p:nvSpPr>
        <p:spPr>
          <a:xfrm xmlns:a="http://schemas.openxmlformats.org/drawingml/2006/main">
            <a:off x="1257300" y="4460081"/>
            <a:ext cx="10191750" cy="759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次の比較：近傍法、データ・seedの追加、生成品質と変更量の評価。</a:t>
            </a:r>
          </a:p>
        </p:txBody>
      </p:sp>
      <p:sp>
        <p:nvSpPr>
          <p:cNvPr id="14" name="">
            <a:extLst xmlns:a="http://schemas.openxmlformats.org/drawingml/2006/main">
              <a:ext uri="{FF2B5EF4-FFF2-40B4-BE49-F238E27FC236}">
                <a16:creationId xmlns:a16="http://schemas.microsoft.com/office/drawing/2014/main" id="{E6AB14AA-F326-4AD7-AB1E-FFD4E11FCF7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06090B-3485-4772-97BE-EE54FFC3130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相談したい点：生成の妥当性とクラス保持を、どう評価するか？</a:t>
            </a:r>
          </a:p>
        </p:txBody>
      </p:sp>
    </p:spTree>
    <p:extLst>
      <p:ext uri="{BB962C8B-B14F-4D97-AF65-F5344CB8AC3E}">
        <p14:creationId xmlns:p14="http://schemas.microsoft.com/office/powerpoint/2010/main" val="987780497"/>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4E58AF-E770-429A-A052-E6963230BEA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 C(u, 1) = u なのか</a:t>
            </a:r>
          </a:p>
        </p:txBody>
      </p:sp>
      <p:sp>
        <p:nvSpPr>
          <p:cNvPr id="2" name="">
            <a:extLst xmlns:a="http://schemas.openxmlformats.org/drawingml/2006/main">
              <a:ext uri="{FF2B5EF4-FFF2-40B4-BE49-F238E27FC236}">
                <a16:creationId xmlns:a16="http://schemas.microsoft.com/office/drawing/2014/main" id="{D3E7A21C-995F-453B-BB2B-D0F682EA7A9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325EB1-90C6-48B9-A79D-03DA1C6B104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体重側の条件を全範囲へ広げると、誰も除外されなくなる。</a:t>
            </a:r>
          </a:p>
        </p:txBody>
      </p:sp>
      <p:sp>
        <p:nvSpPr>
          <p:cNvPr id="4" name="">
            <a:extLst xmlns:a="http://schemas.openxmlformats.org/drawingml/2006/main">
              <a:ext uri="{FF2B5EF4-FFF2-40B4-BE49-F238E27FC236}">
                <a16:creationId xmlns:a16="http://schemas.microsoft.com/office/drawing/2014/main" id="{0BC55087-54F7-4DC7-8833-695EBBC5D90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23E3FD9-6392-4D44-8397-DD0F3A3A313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sp>
        <p:nvSpPr>
          <p:cNvPr id="6" name="">
            <a:extLst xmlns:a="http://schemas.openxmlformats.org/drawingml/2006/main">
              <a:ext uri="{FF2B5EF4-FFF2-40B4-BE49-F238E27FC236}">
                <a16:creationId xmlns:a16="http://schemas.microsoft.com/office/drawing/2014/main" id="{12978FC3-E995-427E-8995-2B1E78FEEA6B}"/>
              </a:ext>
            </a:extLst>
          </p:cNvPr>
          <p:cNvSpPr>
            <a:spLocks xmlns:a="http://schemas.openxmlformats.org/drawingml/2006/main" noGrp="1"/>
          </p:cNvSpPr>
          <p:nvPr/>
        </p:nvSpPr>
        <p:spPr>
          <a:xfrm xmlns:a="http://schemas.openxmlformats.org/drawingml/2006/main">
            <a:off x="514350" y="2000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C30D01-2B27-4D7F-864C-E7B330748E8A}"/>
              </a:ext>
            </a:extLst>
          </p:cNvPr>
          <p:cNvSpPr>
            <a:spLocks xmlns:a="http://schemas.openxmlformats.org/drawingml/2006/main" noGrp="1"/>
          </p:cNvSpPr>
          <p:nvPr/>
        </p:nvSpPr>
        <p:spPr>
          <a:xfrm xmlns:a="http://schemas.openxmlformats.org/drawingml/2006/main">
            <a:off x="704850" y="2095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C(u, 1) = P(U ≤ u, V ≤ 1) = P(U ≤ u) = u</a:t>
            </a:r>
          </a:p>
        </p:txBody>
      </p:sp>
      <p:sp>
        <p:nvSpPr>
          <p:cNvPr id="8" name="">
            <a:extLst xmlns:a="http://schemas.openxmlformats.org/drawingml/2006/main">
              <a:ext uri="{FF2B5EF4-FFF2-40B4-BE49-F238E27FC236}">
                <a16:creationId xmlns:a16="http://schemas.microsoft.com/office/drawing/2014/main" id="{DC185AB6-6F65-4183-9D80-1CB8F581494A}"/>
              </a:ext>
            </a:extLst>
          </p:cNvPr>
          <p:cNvSpPr>
            <a:spLocks xmlns:a="http://schemas.openxmlformats.org/drawingml/2006/main" noGrp="1"/>
          </p:cNvSpPr>
          <p:nvPr/>
        </p:nvSpPr>
        <p:spPr>
          <a:xfrm xmlns:a="http://schemas.openxmlformats.org/drawingml/2006/main">
            <a:off x="552450" y="33337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2EA28F84-4E6D-4EB1-8601-99D052286A77}"/>
              </a:ext>
            </a:extLst>
          </p:cNvPr>
          <p:cNvSpPr>
            <a:spLocks xmlns:a="http://schemas.openxmlformats.org/drawingml/2006/main" noGrp="1"/>
          </p:cNvSpPr>
          <p:nvPr/>
        </p:nvSpPr>
        <p:spPr>
          <a:xfrm xmlns:a="http://schemas.openxmlformats.org/drawingml/2006/main">
            <a:off x="1257300" y="33337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1：体重の位置は必ず0〜1。全員が条件を満たす。</a:t>
            </a:r>
          </a:p>
        </p:txBody>
      </p:sp>
      <p:sp>
        <p:nvSpPr>
          <p:cNvPr id="10" name="">
            <a:extLst xmlns:a="http://schemas.openxmlformats.org/drawingml/2006/main">
              <a:ext uri="{FF2B5EF4-FFF2-40B4-BE49-F238E27FC236}">
                <a16:creationId xmlns:a16="http://schemas.microsoft.com/office/drawing/2014/main" id="{8783AD3A-1698-488B-90F6-B3DBFF88DA02}"/>
              </a:ext>
            </a:extLst>
          </p:cNvPr>
          <p:cNvSpPr>
            <a:spLocks xmlns:a="http://schemas.openxmlformats.org/drawingml/2006/main" noGrp="1"/>
          </p:cNvSpPr>
          <p:nvPr/>
        </p:nvSpPr>
        <p:spPr>
          <a:xfrm xmlns:a="http://schemas.openxmlformats.org/drawingml/2006/main">
            <a:off x="552450" y="39941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710A6BE-42F4-4851-829C-2DB5630F17B2}"/>
              </a:ext>
            </a:extLst>
          </p:cNvPr>
          <p:cNvSpPr>
            <a:spLocks xmlns:a="http://schemas.openxmlformats.org/drawingml/2006/main" noGrp="1"/>
          </p:cNvSpPr>
          <p:nvPr/>
        </p:nvSpPr>
        <p:spPr>
          <a:xfrm xmlns:a="http://schemas.openxmlformats.org/drawingml/2006/main">
            <a:off x="1257300" y="39941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残る条件は U ≤ u だけ。</a:t>
            </a:r>
          </a:p>
        </p:txBody>
      </p:sp>
      <p:sp>
        <p:nvSpPr>
          <p:cNvPr id="12" name="">
            <a:extLst xmlns:a="http://schemas.openxmlformats.org/drawingml/2006/main">
              <a:ext uri="{FF2B5EF4-FFF2-40B4-BE49-F238E27FC236}">
                <a16:creationId xmlns:a16="http://schemas.microsoft.com/office/drawing/2014/main" id="{DF46BD01-B365-4356-A2EB-93F102AB2F95}"/>
              </a:ext>
            </a:extLst>
          </p:cNvPr>
          <p:cNvSpPr>
            <a:spLocks xmlns:a="http://schemas.openxmlformats.org/drawingml/2006/main" noGrp="1"/>
          </p:cNvSpPr>
          <p:nvPr/>
        </p:nvSpPr>
        <p:spPr>
          <a:xfrm xmlns:a="http://schemas.openxmlformats.org/drawingml/2006/main">
            <a:off x="552450" y="46545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BE7FC52-D56A-42ED-ADB6-C3853E82EF27}"/>
              </a:ext>
            </a:extLst>
          </p:cNvPr>
          <p:cNvSpPr>
            <a:spLocks xmlns:a="http://schemas.openxmlformats.org/drawingml/2006/main" noGrp="1"/>
          </p:cNvSpPr>
          <p:nvPr/>
        </p:nvSpPr>
        <p:spPr>
          <a:xfrm xmlns:a="http://schemas.openxmlformats.org/drawingml/2006/main">
            <a:off x="1257300" y="46545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は一様分布なので、U ≤ 0.8 の割合は0.8。</a:t>
            </a:r>
          </a:p>
        </p:txBody>
      </p:sp>
      <p:sp>
        <p:nvSpPr>
          <p:cNvPr id="14" name="">
            <a:extLst xmlns:a="http://schemas.openxmlformats.org/drawingml/2006/main">
              <a:ext uri="{FF2B5EF4-FFF2-40B4-BE49-F238E27FC236}">
                <a16:creationId xmlns:a16="http://schemas.microsoft.com/office/drawing/2014/main" id="{8C790A8B-467E-4643-BFA4-2FDCF205DAB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81AA39-726E-4B37-B589-EDF536FCCF4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どんな依存関係でも C(0.8, 1) = 0.8</a:t>
            </a:r>
          </a:p>
        </p:txBody>
      </p:sp>
    </p:spTree>
    <p:extLst>
      <p:ext uri="{BB962C8B-B14F-4D97-AF65-F5344CB8AC3E}">
        <p14:creationId xmlns:p14="http://schemas.microsoft.com/office/powerpoint/2010/main" val="384480515"/>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8D18A5-B4BA-4936-8D1A-B0E6D8E2E4D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独立なら、なぜ C(u, v) = uv？</a:t>
            </a:r>
          </a:p>
        </p:txBody>
      </p:sp>
      <p:sp>
        <p:nvSpPr>
          <p:cNvPr id="2" name="">
            <a:extLst xmlns:a="http://schemas.openxmlformats.org/drawingml/2006/main">
              <a:ext uri="{FF2B5EF4-FFF2-40B4-BE49-F238E27FC236}">
                <a16:creationId xmlns:a16="http://schemas.microsoft.com/office/drawing/2014/main" id="{6FFA37F2-ED2D-42C8-A67D-20C053A6E66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4E13F0-6936-4EA6-8F5E-F55A58C2A27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身長の位置で絞っても、体重の位置の分布が変わらない。</a:t>
            </a:r>
          </a:p>
        </p:txBody>
      </p:sp>
      <p:sp>
        <p:nvSpPr>
          <p:cNvPr id="4" name="">
            <a:extLst xmlns:a="http://schemas.openxmlformats.org/drawingml/2006/main">
              <a:ext uri="{FF2B5EF4-FFF2-40B4-BE49-F238E27FC236}">
                <a16:creationId xmlns:a16="http://schemas.microsoft.com/office/drawing/2014/main" id="{EB6589DD-E2D3-4146-B4CE-67B35B412DB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C5E7D66-31A7-40FA-883A-C08FC6EC310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sp>
        <p:nvSpPr>
          <p:cNvPr id="6" name="">
            <a:extLst xmlns:a="http://schemas.openxmlformats.org/drawingml/2006/main">
              <a:ext uri="{FF2B5EF4-FFF2-40B4-BE49-F238E27FC236}">
                <a16:creationId xmlns:a16="http://schemas.microsoft.com/office/drawing/2014/main" id="{927C4C6B-6781-4559-98DB-1FCA7B4A5771}"/>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8BD153-89FA-40A6-B0D3-9B3041EAC5AB}"/>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C(u, v) = P(U ≤ u) × P(V ≤ v) = u × v</a:t>
            </a:r>
          </a:p>
        </p:txBody>
      </p:sp>
      <p:sp>
        <p:nvSpPr>
          <p:cNvPr id="8" name="">
            <a:extLst xmlns:a="http://schemas.openxmlformats.org/drawingml/2006/main">
              <a:ext uri="{FF2B5EF4-FFF2-40B4-BE49-F238E27FC236}">
                <a16:creationId xmlns:a16="http://schemas.microsoft.com/office/drawing/2014/main" id="{51C29127-EE0B-4F0B-B9C5-9F1B3179D128}"/>
              </a:ext>
            </a:extLst>
          </p:cNvPr>
          <p:cNvSpPr>
            <a:spLocks xmlns:a="http://schemas.openxmlformats.org/drawingml/2006/main" noGrp="1"/>
          </p:cNvSpPr>
          <p:nvPr/>
        </p:nvSpPr>
        <p:spPr>
          <a:xfrm xmlns:a="http://schemas.openxmlformats.org/drawingml/2006/main">
            <a:off x="552450" y="32861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5772CAEB-E076-4776-833F-01F3DE1B35CB}"/>
              </a:ext>
            </a:extLst>
          </p:cNvPr>
          <p:cNvSpPr>
            <a:spLocks xmlns:a="http://schemas.openxmlformats.org/drawingml/2006/main" noGrp="1"/>
          </p:cNvSpPr>
          <p:nvPr/>
        </p:nvSpPr>
        <p:spPr>
          <a:xfrm xmlns:a="http://schemas.openxmlformats.org/drawingml/2006/main">
            <a:off x="1257300" y="32861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例：身長の位置0.8以下 → 全体の80%。</a:t>
            </a:r>
          </a:p>
        </p:txBody>
      </p:sp>
      <p:sp>
        <p:nvSpPr>
          <p:cNvPr id="10" name="">
            <a:extLst xmlns:a="http://schemas.openxmlformats.org/drawingml/2006/main">
              <a:ext uri="{FF2B5EF4-FFF2-40B4-BE49-F238E27FC236}">
                <a16:creationId xmlns:a16="http://schemas.microsoft.com/office/drawing/2014/main" id="{3E7F5A66-6B6A-4004-B966-DC93E141E301}"/>
              </a:ext>
            </a:extLst>
          </p:cNvPr>
          <p:cNvSpPr>
            <a:spLocks xmlns:a="http://schemas.openxmlformats.org/drawingml/2006/main" noGrp="1"/>
          </p:cNvSpPr>
          <p:nvPr/>
        </p:nvSpPr>
        <p:spPr>
          <a:xfrm xmlns:a="http://schemas.openxmlformats.org/drawingml/2006/main">
            <a:off x="552450" y="397827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608BE40-F6A0-43E4-898D-15DEF01F7617}"/>
              </a:ext>
            </a:extLst>
          </p:cNvPr>
          <p:cNvSpPr>
            <a:spLocks xmlns:a="http://schemas.openxmlformats.org/drawingml/2006/main" noGrp="1"/>
          </p:cNvSpPr>
          <p:nvPr/>
        </p:nvSpPr>
        <p:spPr>
          <a:xfrm xmlns:a="http://schemas.openxmlformats.org/drawingml/2006/main">
            <a:off x="1257300" y="397827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その集団でも、体重の位置0.5以下 → 50%。</a:t>
            </a:r>
          </a:p>
        </p:txBody>
      </p:sp>
      <p:sp>
        <p:nvSpPr>
          <p:cNvPr id="12" name="">
            <a:extLst xmlns:a="http://schemas.openxmlformats.org/drawingml/2006/main">
              <a:ext uri="{FF2B5EF4-FFF2-40B4-BE49-F238E27FC236}">
                <a16:creationId xmlns:a16="http://schemas.microsoft.com/office/drawing/2014/main" id="{E44DA89D-7D1F-49FE-B98E-81972ABF093F}"/>
              </a:ext>
            </a:extLst>
          </p:cNvPr>
          <p:cNvSpPr>
            <a:spLocks xmlns:a="http://schemas.openxmlformats.org/drawingml/2006/main" noGrp="1"/>
          </p:cNvSpPr>
          <p:nvPr/>
        </p:nvSpPr>
        <p:spPr>
          <a:xfrm xmlns:a="http://schemas.openxmlformats.org/drawingml/2006/main">
            <a:off x="552450" y="46704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8BB8F31-55D6-4209-B7E4-655D76A3B106}"/>
              </a:ext>
            </a:extLst>
          </p:cNvPr>
          <p:cNvSpPr>
            <a:spLocks xmlns:a="http://schemas.openxmlformats.org/drawingml/2006/main" noGrp="1"/>
          </p:cNvSpPr>
          <p:nvPr/>
        </p:nvSpPr>
        <p:spPr>
          <a:xfrm xmlns:a="http://schemas.openxmlformats.org/drawingml/2006/main">
            <a:off x="1257300" y="46704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両方を満たす割合 → 0.8 × 0.5 = 0.4。</a:t>
            </a:r>
          </a:p>
        </p:txBody>
      </p:sp>
      <p:sp>
        <p:nvSpPr>
          <p:cNvPr id="14" name="">
            <a:extLst xmlns:a="http://schemas.openxmlformats.org/drawingml/2006/main">
              <a:ext uri="{FF2B5EF4-FFF2-40B4-BE49-F238E27FC236}">
                <a16:creationId xmlns:a16="http://schemas.microsoft.com/office/drawing/2014/main" id="{388327C0-5EBB-479E-8FC1-0EB2D8BD8DF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254B25-4966-42AD-8EAD-B6F625C7DB7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独立の意味：一方を知っても、もう一方の分布は変わらない</a:t>
            </a:r>
          </a:p>
        </p:txBody>
      </p:sp>
    </p:spTree>
    <p:extLst>
      <p:ext uri="{BB962C8B-B14F-4D97-AF65-F5344CB8AC3E}">
        <p14:creationId xmlns:p14="http://schemas.microsoft.com/office/powerpoint/2010/main" val="1600668390"/>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BEA7018-4B5C-49D0-9340-98CF1493AAF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完全に同じ位置なら、なぜ min？</a:t>
            </a:r>
          </a:p>
        </p:txBody>
      </p:sp>
      <p:sp>
        <p:nvSpPr>
          <p:cNvPr id="2" name="">
            <a:extLst xmlns:a="http://schemas.openxmlformats.org/drawingml/2006/main">
              <a:ext uri="{FF2B5EF4-FFF2-40B4-BE49-F238E27FC236}">
                <a16:creationId xmlns:a16="http://schemas.microsoft.com/office/drawing/2014/main" id="{7A7F17B0-C914-4A12-B6D9-3A33BB65375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EC0DC1-0BFB-4B22-B7BA-498298ED987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U：身長と体重の「順位位置」がいつも一致する場合。</a:t>
            </a:r>
          </a:p>
        </p:txBody>
      </p:sp>
      <p:sp>
        <p:nvSpPr>
          <p:cNvPr id="4" name="">
            <a:extLst xmlns:a="http://schemas.openxmlformats.org/drawingml/2006/main">
              <a:ext uri="{FF2B5EF4-FFF2-40B4-BE49-F238E27FC236}">
                <a16:creationId xmlns:a16="http://schemas.microsoft.com/office/drawing/2014/main" id="{CB8B3C0C-48ED-4EB4-8E29-B077EC5C27F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B194E9D-1D41-4140-AE71-D1D5F457AA4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sp>
        <p:nvSpPr>
          <p:cNvPr id="6" name="">
            <a:extLst xmlns:a="http://schemas.openxmlformats.org/drawingml/2006/main">
              <a:ext uri="{FF2B5EF4-FFF2-40B4-BE49-F238E27FC236}">
                <a16:creationId xmlns:a16="http://schemas.microsoft.com/office/drawing/2014/main" id="{56158AA4-54D1-470F-9CBD-1C60720D03AC}"/>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A8F9DD-E7A9-4EAE-BABA-6AE3BBC8C9BF}"/>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 v) = P(U ≤ u, U ≤ v) = P(U ≤ min(u, v))</a:t>
            </a:r>
          </a:p>
        </p:txBody>
      </p:sp>
      <p:sp>
        <p:nvSpPr>
          <p:cNvPr id="8" name="">
            <a:extLst xmlns:a="http://schemas.openxmlformats.org/drawingml/2006/main">
              <a:ext uri="{FF2B5EF4-FFF2-40B4-BE49-F238E27FC236}">
                <a16:creationId xmlns:a16="http://schemas.microsoft.com/office/drawing/2014/main" id="{12F48104-BB72-45FA-919F-8329AA3F0D69}"/>
              </a:ext>
            </a:extLst>
          </p:cNvPr>
          <p:cNvSpPr>
            <a:spLocks xmlns:a="http://schemas.openxmlformats.org/drawingml/2006/main" noGrp="1"/>
          </p:cNvSpPr>
          <p:nvPr/>
        </p:nvSpPr>
        <p:spPr>
          <a:xfrm xmlns:a="http://schemas.openxmlformats.org/drawingml/2006/main">
            <a:off x="552450" y="33147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C2197101-613C-401F-AF9C-CB43E49C9FBA}"/>
              </a:ext>
            </a:extLst>
          </p:cNvPr>
          <p:cNvSpPr>
            <a:spLocks xmlns:a="http://schemas.openxmlformats.org/drawingml/2006/main" noGrp="1"/>
          </p:cNvSpPr>
          <p:nvPr/>
        </p:nvSpPr>
        <p:spPr>
          <a:xfrm xmlns:a="http://schemas.openxmlformats.org/drawingml/2006/main">
            <a:off x="1257300" y="33147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例：U ≤ 0.8 かつ U ≤ 0.5。</a:t>
            </a:r>
          </a:p>
        </p:txBody>
      </p:sp>
      <p:sp>
        <p:nvSpPr>
          <p:cNvPr id="10" name="">
            <a:extLst xmlns:a="http://schemas.openxmlformats.org/drawingml/2006/main">
              <a:ext uri="{FF2B5EF4-FFF2-40B4-BE49-F238E27FC236}">
                <a16:creationId xmlns:a16="http://schemas.microsoft.com/office/drawing/2014/main" id="{3F848647-CC3C-41F1-852A-377B32C32809}"/>
              </a:ext>
            </a:extLst>
          </p:cNvPr>
          <p:cNvSpPr>
            <a:spLocks xmlns:a="http://schemas.openxmlformats.org/drawingml/2006/main" noGrp="1"/>
          </p:cNvSpPr>
          <p:nvPr/>
        </p:nvSpPr>
        <p:spPr>
          <a:xfrm xmlns:a="http://schemas.openxmlformats.org/drawingml/2006/main">
            <a:off x="552450" y="399415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D9C77646-967E-48F1-B71E-73020A3F1355}"/>
              </a:ext>
            </a:extLst>
          </p:cNvPr>
          <p:cNvSpPr>
            <a:spLocks xmlns:a="http://schemas.openxmlformats.org/drawingml/2006/main" noGrp="1"/>
          </p:cNvSpPr>
          <p:nvPr/>
        </p:nvSpPr>
        <p:spPr>
          <a:xfrm xmlns:a="http://schemas.openxmlformats.org/drawingml/2006/main">
            <a:off x="1257300" y="399415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両方を満たすのは U ≤ 0.5。</a:t>
            </a:r>
          </a:p>
        </p:txBody>
      </p:sp>
      <p:sp>
        <p:nvSpPr>
          <p:cNvPr id="12" name="">
            <a:extLst xmlns:a="http://schemas.openxmlformats.org/drawingml/2006/main">
              <a:ext uri="{FF2B5EF4-FFF2-40B4-BE49-F238E27FC236}">
                <a16:creationId xmlns:a16="http://schemas.microsoft.com/office/drawing/2014/main" id="{F17AFABC-FBAC-4D39-B94B-E9F14A53799B}"/>
              </a:ext>
            </a:extLst>
          </p:cNvPr>
          <p:cNvSpPr>
            <a:spLocks xmlns:a="http://schemas.openxmlformats.org/drawingml/2006/main" noGrp="1"/>
          </p:cNvSpPr>
          <p:nvPr/>
        </p:nvSpPr>
        <p:spPr>
          <a:xfrm xmlns:a="http://schemas.openxmlformats.org/drawingml/2006/main">
            <a:off x="552450" y="46736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B5084732-013C-4886-8F6F-890BFE9C6583}"/>
              </a:ext>
            </a:extLst>
          </p:cNvPr>
          <p:cNvSpPr>
            <a:spLocks xmlns:a="http://schemas.openxmlformats.org/drawingml/2006/main" noGrp="1"/>
          </p:cNvSpPr>
          <p:nvPr/>
        </p:nvSpPr>
        <p:spPr>
          <a:xfrm xmlns:a="http://schemas.openxmlformats.org/drawingml/2006/main">
            <a:off x="1257300" y="46736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したがって C(0.8, 0.5) = 0.5 = min(0.8, 0.5)。</a:t>
            </a:r>
          </a:p>
        </p:txBody>
      </p:sp>
      <p:sp>
        <p:nvSpPr>
          <p:cNvPr id="14" name="">
            <a:extLst xmlns:a="http://schemas.openxmlformats.org/drawingml/2006/main">
              <a:ext uri="{FF2B5EF4-FFF2-40B4-BE49-F238E27FC236}">
                <a16:creationId xmlns:a16="http://schemas.microsoft.com/office/drawing/2014/main" id="{750216DE-02A4-400C-9A11-D4476BDCD3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DCA72F5-BA0C-41B5-88E1-F34A9671E96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同じ位置に二つの条件をかけるため、小さい境界が残る</a:t>
            </a:r>
          </a:p>
        </p:txBody>
      </p:sp>
    </p:spTree>
    <p:extLst>
      <p:ext uri="{BB962C8B-B14F-4D97-AF65-F5344CB8AC3E}">
        <p14:creationId xmlns:p14="http://schemas.microsoft.com/office/powerpoint/2010/main" val="62810773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7456CF-11C9-4A5F-BCA3-05AC937619B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コピュラの種類と選ぶ観点</a:t>
            </a:r>
          </a:p>
        </p:txBody>
      </p:sp>
      <p:sp>
        <p:nvSpPr>
          <p:cNvPr id="2" name="">
            <a:extLst xmlns:a="http://schemas.openxmlformats.org/drawingml/2006/main">
              <a:ext uri="{FF2B5EF4-FFF2-40B4-BE49-F238E27FC236}">
                <a16:creationId xmlns:a16="http://schemas.microsoft.com/office/drawing/2014/main" id="{F2C47E45-2766-4164-87F7-C2B06BE4355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2A4728-F5BC-49F5-BE83-2CF27177C2D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どの関係を重視するかによって、適したモデルが変わる。</a:t>
            </a:r>
          </a:p>
        </p:txBody>
      </p:sp>
      <p:sp>
        <p:nvSpPr>
          <p:cNvPr id="4" name="">
            <a:extLst xmlns:a="http://schemas.openxmlformats.org/drawingml/2006/main">
              <a:ext uri="{FF2B5EF4-FFF2-40B4-BE49-F238E27FC236}">
                <a16:creationId xmlns:a16="http://schemas.microsoft.com/office/drawing/2014/main" id="{ECBA152D-DEE2-4508-A313-720ADB0803F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502B54E-2D1B-4D83-8E54-1AF9B3EF64E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14" name=""/>
          <p:cNvGraphicFramePr/>
          <p:nvPr/>
        </p:nvGraphicFramePr>
        <p:xfrm>
          <a:off xmlns:a="http://schemas.openxmlformats.org/drawingml/2006/main" x="514350" y="1885950"/>
          <a:ext xmlns:a="http://schemas.openxmlformats.org/drawingml/2006/main" cx="11163300" cy="3524250"/>
        </p:xfrm>
        <a:graphic xmlns:a="http://schemas.openxmlformats.org/drawingml/2006/main">
          <a:graphicData uri="http://schemas.openxmlformats.org/drawingml/2006/table">
            <a:tbl>
              <a:tblPr/>
              <a:tblGrid>
                <a:gridCol w="3721100"/>
                <a:gridCol w="3721100"/>
                <a:gridCol w="3721100"/>
              </a:tblGrid>
              <a:tr h="587375">
                <a:tc>
                  <a:txBody>
                    <a:bodyPr/>
                    <a:lstStyle/>
                    <a:p>
                      <a:pPr algn="ctr"/>
                      <a:r>
                        <a:rPr sz="180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表せる主な関係</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検討するデータ・条件</a:t>
                      </a:r>
                    </a:p>
                  </a:txBody>
                  <a:tcPr marL="91440" marR="91440" marT="45720" marB="45720" anchor="ctr">
                    <a:solidFill>
                      <a:srgbClr val="E7F2EC"/>
                    </a:solidFill>
                  </a:tcPr>
                </a:tc>
              </a:tr>
              <a:tr h="587375">
                <a:tc>
                  <a:txBody>
                    <a:bodyPr/>
                    <a:lstStyle/>
                    <a:p>
                      <a:pPr algn="ctr"/>
                      <a:r>
                        <a:rPr sz="1800" b="0">
                          <a:solidFill>
                            <a:srgbClr val="222222"/>
                          </a:solidFill>
                          <a:latin typeface="Noto Sans JP"/>
                          <a:ea typeface="Noto Sans JP"/>
                          <a:cs typeface="Noto Sans JP"/>
                        </a:rPr>
                        <a:t>Gaussian</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潜在正規空間の相関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まず安定した多変量の条件付き生成</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Student-t</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両側の極端値が同時に起こる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上下の裾で共発生が重要</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片側の裾で強い依存</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小さい側 / 大きい側の共発生</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両裾の依存係数は0</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中央のなめらかな依存</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Vine / ノンパラメトリック</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ペアごとの差 / 柔軟な形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十分なデータとモデル選択の余裕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A2419EA-ADE7-43E6-87AA-FE07E4601E4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987CB23-2E8D-4CD3-AF2A-FBAA5BA3FEB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種類を増やすほど、推定・選択・条件付き生成も複雑になる</a:t>
            </a:r>
          </a:p>
        </p:txBody>
      </p:sp>
    </p:spTree>
    <p:extLst>
      <p:ext uri="{BB962C8B-B14F-4D97-AF65-F5344CB8AC3E}">
        <p14:creationId xmlns:p14="http://schemas.microsoft.com/office/powerpoint/2010/main" val="2125525768"/>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C20646-2405-4C79-99A3-03BF02C9996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コピュラと「潜在空間での生成」</a:t>
            </a:r>
          </a:p>
        </p:txBody>
      </p:sp>
      <p:sp>
        <p:nvSpPr>
          <p:cNvPr id="2" name="">
            <a:extLst xmlns:a="http://schemas.openxmlformats.org/drawingml/2006/main">
              <a:ext uri="{FF2B5EF4-FFF2-40B4-BE49-F238E27FC236}">
                <a16:creationId xmlns:a16="http://schemas.microsoft.com/office/drawing/2014/main" id="{82FA56B4-088F-404B-BC81-6417BF367B5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9198D5-754E-44A2-8A09-37ACEEFFB1F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コピュラも潜在変数を使える。違いは、何をモデル化するか。</a:t>
            </a:r>
          </a:p>
        </p:txBody>
      </p:sp>
      <p:sp>
        <p:nvSpPr>
          <p:cNvPr id="4" name="">
            <a:extLst xmlns:a="http://schemas.openxmlformats.org/drawingml/2006/main">
              <a:ext uri="{FF2B5EF4-FFF2-40B4-BE49-F238E27FC236}">
                <a16:creationId xmlns:a16="http://schemas.microsoft.com/office/drawing/2014/main" id="{A7F0E96F-130A-422E-9D37-410EA4AA33D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6F3BD3E1-6F44-4163-808A-A4CB9B090F2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14" name=""/>
          <p:cNvGraphicFramePr/>
          <p:nvPr/>
        </p:nvGraphicFramePr>
        <p:xfrm>
          <a:off xmlns:a="http://schemas.openxmlformats.org/drawingml/2006/main" x="514350" y="1943100"/>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75"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Gaussian copulaの今回の実装</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encoder等の潜在生成</a:t>
                      </a:r>
                    </a:p>
                  </a:txBody>
                  <a:tcPr marL="91440" marR="91440" marT="45720" marB="45720" anchor="ctr">
                    <a:solidFill>
                      <a:srgbClr val="E7F2EC"/>
                    </a:solidFill>
                  </a:tcPr>
                </a:tc>
              </a:tr>
              <a:tr h="666750">
                <a:tc>
                  <a:txBody>
                    <a:bodyPr/>
                    <a:lstStyle/>
                    <a:p>
                      <a:pPr algn="ctr"/>
                      <a:r>
                        <a:rPr sz="1875" b="0">
                          <a:solidFill>
                            <a:srgbClr val="222222"/>
                          </a:solidFill>
                          <a:latin typeface="Noto Sans JP"/>
                          <a:ea typeface="Noto Sans JP"/>
                          <a:cs typeface="Noto Sans JP"/>
                        </a:rPr>
                        <a:t>変換</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各列の累積分布 → 逆正規</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学習したencoderで表現</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依存のモデル</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潜在正規の相関行列R</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モデル設計次第</a:t>
                      </a:r>
                    </a:p>
                  </a:txBody>
                  <a:tcPr marL="91440" marR="91440" marT="45720" marB="45720" anchor="ctr">
                    <a:solidFill>
                      <a:srgbClr val="F6F6F6"/>
                    </a:solidFill>
                  </a:tcPr>
                </a:tc>
              </a:tr>
              <a:tr h="666750">
                <a:tc>
                  <a:txBody>
                    <a:bodyPr/>
                    <a:lstStyle/>
                    <a:p>
                      <a:pPr algn="ctr"/>
                      <a:r>
                        <a:rPr sz="1875" b="0">
                          <a:solidFill>
                            <a:srgbClr val="222222"/>
                          </a:solidFill>
                          <a:latin typeface="Noto Sans JP"/>
                          <a:ea typeface="Noto Sans JP"/>
                          <a:cs typeface="Noto Sans JP"/>
                        </a:rPr>
                        <a:t>元へ戻す</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各列の逆累積分布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decoder等</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条件</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残す元特徴の位置</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潜在表現・ラベル等、設計次第</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C263058-E20F-4EA7-81A9-278DD3C9997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023317-3C15-4861-A555-38E3A35EDCB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「潜在」は共通でも、コピュラには周辺と依存を分ける構造がある</a:t>
            </a:r>
          </a:p>
        </p:txBody>
      </p:sp>
    </p:spTree>
    <p:extLst>
      <p:ext uri="{BB962C8B-B14F-4D97-AF65-F5344CB8AC3E}">
        <p14:creationId xmlns:p14="http://schemas.microsoft.com/office/powerpoint/2010/main" val="2081570126"/>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74C7AD-F411-41B5-B63D-9FA3E9AC160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比較実験：条件を何に揃えたか</a:t>
            </a:r>
          </a:p>
        </p:txBody>
      </p:sp>
      <p:sp>
        <p:nvSpPr>
          <p:cNvPr id="2" name="">
            <a:extLst xmlns:a="http://schemas.openxmlformats.org/drawingml/2006/main">
              <a:ext uri="{FF2B5EF4-FFF2-40B4-BE49-F238E27FC236}">
                <a16:creationId xmlns:a16="http://schemas.microsoft.com/office/drawing/2014/main" id="{2A8DFC2F-1777-4EA0-9192-CA0C550B25E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5A6DCE-37A2-4018-878E-56E183B97DB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VIMEの2手法で共通の条件。原論文の実験表の再現ではない。</a:t>
            </a:r>
          </a:p>
        </p:txBody>
      </p:sp>
      <p:sp>
        <p:nvSpPr>
          <p:cNvPr id="4" name="">
            <a:extLst xmlns:a="http://schemas.openxmlformats.org/drawingml/2006/main">
              <a:ext uri="{FF2B5EF4-FFF2-40B4-BE49-F238E27FC236}">
                <a16:creationId xmlns:a16="http://schemas.microsoft.com/office/drawing/2014/main" id="{6CA6FD79-3A88-4AE0-BC1F-E3E3CAB8CB2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76A11AE2-0BE4-4B80-949D-70B4B8B3D1E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14" name=""/>
          <p:cNvGraphicFramePr/>
          <p:nvPr/>
        </p:nvGraphicFramePr>
        <p:xfrm>
          <a:off xmlns:a="http://schemas.openxmlformats.org/drawingml/2006/main" x="514350" y="1924050"/>
          <a:ext xmlns:a="http://schemas.openxmlformats.org/drawingml/2006/main" cx="11163300" cy="3438525"/>
        </p:xfrm>
        <a:graphic xmlns:a="http://schemas.openxmlformats.org/drawingml/2006/main">
          <a:graphicData uri="http://schemas.openxmlformats.org/drawingml/2006/table">
            <a:tbl>
              <a:tblPr/>
              <a:tblGrid>
                <a:gridCol w="2667000"/>
                <a:gridCol w="8496300"/>
              </a:tblGrid>
              <a:tr h="573088">
                <a:tc>
                  <a:txBody>
                    <a:bodyPr/>
                    <a:lstStyle/>
                    <a:p>
                      <a:pPr algn="ctr"/>
                      <a:r>
                        <a:rPr sz="18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共通条件</a:t>
                      </a:r>
                    </a:p>
                  </a:txBody>
                  <a:tcPr marL="91440" marR="91440" marT="45720" marB="45720" anchor="ctr">
                    <a:solidFill>
                      <a:srgbClr val="E7F2EC"/>
                    </a:solidFill>
                  </a:tcPr>
                </a:tc>
              </a:tr>
              <a:tr h="573088">
                <a:tc>
                  <a:txBody>
                    <a:bodyPr/>
                    <a:lstStyle/>
                    <a:p>
                      <a:pPr algn="ctr"/>
                      <a:r>
                        <a:rPr sz="1800" b="0">
                          <a:solidFill>
                            <a:srgbClr val="222222"/>
                          </a:solidFill>
                          <a:latin typeface="Noto Sans JP"/>
                          <a:ea typeface="Noto Sans JP"/>
                          <a:cs typeface="Noto Sans JP"/>
                        </a:rPr>
                        <a:t>データ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Breast Cancer：569行・30列・2クラス / Wine：178行・13列・3クラス</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分割</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訓練80%・テスト20%、訓練内ラベルあり30%（層化）</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seed = 11, 23, 37, 51, 67 の5回</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モデル・学習</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4層×32幅MLP、自己教師あり15 epoch、半教師あり300反復</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前処理・拡張</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訓練だけでMinMax、batch 64、マスク確率0.4、CPU</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564BD1D-9CAB-47F3-A266-3272000E877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32A69E-8FFC-41BB-92B6-54E24DA3696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因果的に比べたい部分：同じ学習枠組み内の「置換器」の違い</a:t>
            </a:r>
          </a:p>
        </p:txBody>
      </p:sp>
    </p:spTree>
    <p:extLst>
      <p:ext uri="{BB962C8B-B14F-4D97-AF65-F5344CB8AC3E}">
        <p14:creationId xmlns:p14="http://schemas.microsoft.com/office/powerpoint/2010/main" val="1762256342"/>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C61398-A63C-4D37-917A-925D5333FA6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補足：保存済み結果との一致</a:t>
            </a:r>
          </a:p>
        </p:txBody>
      </p:sp>
      <p:sp>
        <p:nvSpPr>
          <p:cNvPr id="2" name="">
            <a:extLst xmlns:a="http://schemas.openxmlformats.org/drawingml/2006/main">
              <a:ext uri="{FF2B5EF4-FFF2-40B4-BE49-F238E27FC236}">
                <a16:creationId xmlns:a16="http://schemas.microsoft.com/office/drawing/2014/main" id="{95A1080E-9399-47EA-BD79-22BFCDE24EE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BEF04B-E876-48DA-AF70-1E3EC4CA47E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主指標ROC-AUC。5回の平均 ± 標準偏差。</a:t>
            </a:r>
          </a:p>
        </p:txBody>
      </p:sp>
      <p:sp>
        <p:nvSpPr>
          <p:cNvPr id="4" name="">
            <a:extLst xmlns:a="http://schemas.openxmlformats.org/drawingml/2006/main">
              <a:ext uri="{FF2B5EF4-FFF2-40B4-BE49-F238E27FC236}">
                <a16:creationId xmlns:a16="http://schemas.microsoft.com/office/drawing/2014/main" id="{8C8BFF26-CA8A-4A1A-8466-1CC8D66102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A6ED7A7C-73ED-495C-BA29-0444D8D5194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15" name=""/>
          <p:cNvGraphicFramePr/>
          <p:nvPr/>
        </p:nvGraphicFramePr>
        <p:xfrm>
          <a:off xmlns:a="http://schemas.openxmlformats.org/drawingml/2006/main" x="514350" y="2076450"/>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2025" b="1">
                          <a:solidFill>
                            <a:srgbClr val="2E7D5B"/>
                          </a:solidFill>
                          <a:latin typeface="Noto Sans JP"/>
                          <a:ea typeface="Noto Sans JP"/>
                          <a:cs typeface="Noto Sans JP"/>
                        </a:rPr>
                        <a:t>データ</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VIME：Gaussian copula</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差の95% CI</a:t>
                      </a:r>
                    </a:p>
                  </a:txBody>
                  <a:tcPr marL="91440" marR="91440" marT="45720" marB="45720" anchor="ctr">
                    <a:solidFill>
                      <a:srgbClr val="E7F2EC"/>
                    </a:solidFill>
                  </a:tcPr>
                </a:tc>
              </a:tr>
              <a:tr h="796925">
                <a:tc>
                  <a:txBody>
                    <a:bodyPr/>
                    <a:lstStyle/>
                    <a:p>
                      <a:pPr algn="ctr"/>
                      <a:r>
                        <a:rPr sz="202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[−0.005, +0.011]</a:t>
                      </a:r>
                    </a:p>
                  </a:txBody>
                  <a:tcPr marL="91440" marR="91440" marT="45720" marB="45720" anchor="ctr">
                    <a:solidFill>
                      <a:srgbClr val="FFFFFF"/>
                    </a:solidFill>
                  </a:tcPr>
                </a:tc>
              </a:tr>
              <a:tr h="796925">
                <a:tc>
                  <a:txBody>
                    <a:bodyPr/>
                    <a:lstStyle/>
                    <a:p>
                      <a:pPr algn="ctr"/>
                      <a:r>
                        <a:rPr sz="202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B735047A-9A3E-4B3E-8A71-1D6ADC704E84}"/>
              </a:ext>
            </a:extLst>
          </p:cNvPr>
          <p:cNvSpPr>
            <a:spLocks xmlns:a="http://schemas.openxmlformats.org/drawingml/2006/main" noGrp="1"/>
          </p:cNvSpPr>
          <p:nvPr/>
        </p:nvSpPr>
        <p:spPr>
          <a:xfrm xmlns:a="http://schemas.openxmlformats.org/drawingml/2006/main">
            <a:off x="619125" y="47053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E0562B"/>
                </a:solidFill>
                <a:latin typeface="Noto Sans JP"/>
                <a:ea typeface="Noto Sans JP"/>
                <a:cs typeface="Noto Sans JP"/>
              </a:defRPr>
            </a:pPr>
            <a:r>
              <a:rPr sz="2100" b="1">
                <a:solidFill>
                  <a:srgbClr val="E0562B"/>
                </a:solidFill>
                <a:latin typeface="Noto Sans JP"/>
                <a:ea typeface="Noto Sans JP"/>
                <a:cs typeface="Noto Sans JP"/>
              </a:rPr>
              <a:t>平均差は +0.003 / +0.021。ただし、両方の区間が0を含む。</a:t>
            </a:r>
          </a:p>
        </p:txBody>
      </p:sp>
      <p:sp>
        <p:nvSpPr>
          <p:cNvPr id="8" name="">
            <a:extLst xmlns:a="http://schemas.openxmlformats.org/drawingml/2006/main">
              <a:ext uri="{FF2B5EF4-FFF2-40B4-BE49-F238E27FC236}">
                <a16:creationId xmlns:a16="http://schemas.microsoft.com/office/drawing/2014/main" id="{32DE87D4-4456-4740-81C7-F074FEBAA8B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0855D4-1C68-4A0F-8D24-A9B711C5D19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実装と比較の入口はできた。性能改善という結論には、検証が不足</a:t>
            </a:r>
          </a:p>
        </p:txBody>
      </p:sp>
    </p:spTree>
    <p:extLst>
      <p:ext uri="{BB962C8B-B14F-4D97-AF65-F5344CB8AC3E}">
        <p14:creationId xmlns:p14="http://schemas.microsoft.com/office/powerpoint/2010/main" val="2069269979"/>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C680FB-508F-4269-8FD1-9602E570B25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補足：コピュラの数学的条件</a:t>
            </a:r>
          </a:p>
        </p:txBody>
      </p:sp>
      <p:sp>
        <p:nvSpPr>
          <p:cNvPr id="2" name="">
            <a:extLst xmlns:a="http://schemas.openxmlformats.org/drawingml/2006/main">
              <a:ext uri="{FF2B5EF4-FFF2-40B4-BE49-F238E27FC236}">
                <a16:creationId xmlns:a16="http://schemas.microsoft.com/office/drawing/2014/main" id="{4596346E-C377-48BD-BA0D-FB0F47EA10D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12EB12-3BAF-4CBE-8154-A9BE2C9543C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確率分布として成立するための条件を、2変量で書く。</a:t>
            </a:r>
          </a:p>
        </p:txBody>
      </p:sp>
      <p:sp>
        <p:nvSpPr>
          <p:cNvPr id="4" name="">
            <a:extLst xmlns:a="http://schemas.openxmlformats.org/drawingml/2006/main">
              <a:ext uri="{FF2B5EF4-FFF2-40B4-BE49-F238E27FC236}">
                <a16:creationId xmlns:a16="http://schemas.microsoft.com/office/drawing/2014/main" id="{E1943086-B88B-4A8F-84ED-ECE2296B74D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CE9E9478-7D36-4595-AE92-FEA707AD927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9C936EF1-58DF-4326-BAA6-854E081E1425}"/>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C20286-55AD-4A63-952B-35A4856E7700}"/>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C(u, 0) = C(0, v) = 0 ;  C(u, 1) = u ;  C(1, v) = v</a:t>
            </a:r>
          </a:p>
        </p:txBody>
      </p:sp>
      <p:sp>
        <p:nvSpPr>
          <p:cNvPr id="8" name="">
            <a:extLst xmlns:a="http://schemas.openxmlformats.org/drawingml/2006/main">
              <a:ext uri="{FF2B5EF4-FFF2-40B4-BE49-F238E27FC236}">
                <a16:creationId xmlns:a16="http://schemas.microsoft.com/office/drawing/2014/main" id="{73D648D8-B257-459B-8FD9-0A523381D498}"/>
              </a:ext>
            </a:extLst>
          </p:cNvPr>
          <p:cNvSpPr>
            <a:spLocks xmlns:a="http://schemas.openxmlformats.org/drawingml/2006/main" noGrp="1"/>
          </p:cNvSpPr>
          <p:nvPr/>
        </p:nvSpPr>
        <p:spPr>
          <a:xfrm xmlns:a="http://schemas.openxmlformats.org/drawingml/2006/main">
            <a:off x="628650" y="34671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任意の u₁ ≤ u₂, v₁ ≤ v₂ に対し、</a:t>
            </a:r>
          </a:p>
        </p:txBody>
      </p:sp>
      <p:sp>
        <p:nvSpPr>
          <p:cNvPr id="9" name="">
            <a:extLst xmlns:a="http://schemas.openxmlformats.org/drawingml/2006/main">
              <a:ext uri="{FF2B5EF4-FFF2-40B4-BE49-F238E27FC236}">
                <a16:creationId xmlns:a16="http://schemas.microsoft.com/office/drawing/2014/main" id="{FF15D9DD-50D3-446B-A77B-007613315B91}"/>
              </a:ext>
            </a:extLst>
          </p:cNvPr>
          <p:cNvSpPr>
            <a:spLocks xmlns:a="http://schemas.openxmlformats.org/drawingml/2006/main" noGrp="1"/>
          </p:cNvSpPr>
          <p:nvPr/>
        </p:nvSpPr>
        <p:spPr>
          <a:xfrm xmlns:a="http://schemas.openxmlformats.org/drawingml/2006/main">
            <a:off x="514350" y="3952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697C56-2FD2-4855-8572-6451C8B5EFED}"/>
              </a:ext>
            </a:extLst>
          </p:cNvPr>
          <p:cNvSpPr>
            <a:spLocks xmlns:a="http://schemas.openxmlformats.org/drawingml/2006/main" noGrp="1"/>
          </p:cNvSpPr>
          <p:nvPr/>
        </p:nvSpPr>
        <p:spPr>
          <a:xfrm xmlns:a="http://schemas.openxmlformats.org/drawingml/2006/main">
            <a:off x="704850" y="4048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C(u₂,v₂) − C(u₁,v₂) − C(u₂,v₁) + C(u₁,v₁) ≥ 0</a:t>
            </a:r>
          </a:p>
        </p:txBody>
      </p:sp>
      <p:sp>
        <p:nvSpPr>
          <p:cNvPr id="11" name="">
            <a:extLst xmlns:a="http://schemas.openxmlformats.org/drawingml/2006/main">
              <a:ext uri="{FF2B5EF4-FFF2-40B4-BE49-F238E27FC236}">
                <a16:creationId xmlns:a16="http://schemas.microsoft.com/office/drawing/2014/main" id="{F43B2000-D1E6-4525-83B9-E96D76E1E15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2360B9-40E0-46D3-9E87-A4B21FE87F8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左辺は、長方形 (u₁,u₂] × (v₁,v₂] に入る確率</a:t>
            </a:r>
          </a:p>
        </p:txBody>
      </p:sp>
    </p:spTree>
    <p:extLst>
      <p:ext uri="{BB962C8B-B14F-4D97-AF65-F5344CB8AC3E}">
        <p14:creationId xmlns:p14="http://schemas.microsoft.com/office/powerpoint/2010/main" val="33123111"/>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401A4D-32B6-48F1-894A-1D4B007137F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補足：一様になる理由と例外</a:t>
            </a:r>
          </a:p>
        </p:txBody>
      </p:sp>
      <p:sp>
        <p:nvSpPr>
          <p:cNvPr id="2" name="">
            <a:extLst xmlns:a="http://schemas.openxmlformats.org/drawingml/2006/main">
              <a:ext uri="{FF2B5EF4-FFF2-40B4-BE49-F238E27FC236}">
                <a16:creationId xmlns:a16="http://schemas.microsoft.com/office/drawing/2014/main" id="{BB9B01DD-61A6-4E5A-9680-705EA84A1A4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BFBDBE-3B36-440A-9675-970C0A301C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連続な累積分布を使う確率積分変換。</a:t>
            </a:r>
          </a:p>
        </p:txBody>
      </p:sp>
      <p:sp>
        <p:nvSpPr>
          <p:cNvPr id="4" name="">
            <a:extLst xmlns:a="http://schemas.openxmlformats.org/drawingml/2006/main">
              <a:ext uri="{FF2B5EF4-FFF2-40B4-BE49-F238E27FC236}">
                <a16:creationId xmlns:a16="http://schemas.microsoft.com/office/drawing/2014/main" id="{DA968DDF-8600-40EF-8D42-E5351EF41B1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7779ACD8-8E46-41E1-A12B-4CCE39B2D3A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sp>
        <p:nvSpPr>
          <p:cNvPr id="6" name="">
            <a:extLst xmlns:a="http://schemas.openxmlformats.org/drawingml/2006/main">
              <a:ext uri="{FF2B5EF4-FFF2-40B4-BE49-F238E27FC236}">
                <a16:creationId xmlns:a16="http://schemas.microsoft.com/office/drawing/2014/main" id="{FACABB57-5A08-43D7-8042-1628662BAD38}"/>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136236-436B-4964-9FCA-436A0243241D}"/>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P(U ≤ u) = P(Fₓ(X) ≤ u) = P(X ≤ Fₓ⁻¹(u)) = u</a:t>
            </a:r>
          </a:p>
        </p:txBody>
      </p:sp>
      <p:sp>
        <p:nvSpPr>
          <p:cNvPr id="8" name="">
            <a:extLst xmlns:a="http://schemas.openxmlformats.org/drawingml/2006/main">
              <a:ext uri="{FF2B5EF4-FFF2-40B4-BE49-F238E27FC236}">
                <a16:creationId xmlns:a16="http://schemas.microsoft.com/office/drawing/2014/main" id="{044AD2FC-9BC6-44AB-92DD-3700D80B41E7}"/>
              </a:ext>
            </a:extLst>
          </p:cNvPr>
          <p:cNvSpPr>
            <a:spLocks xmlns:a="http://schemas.openxmlformats.org/drawingml/2006/main" noGrp="1"/>
          </p:cNvSpPr>
          <p:nvPr/>
        </p:nvSpPr>
        <p:spPr>
          <a:xfrm xmlns:a="http://schemas.openxmlformats.org/drawingml/2006/main">
            <a:off x="514350" y="3381375"/>
            <a:ext cx="531495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14732F-E656-4452-B7A0-6791998C00CE}"/>
              </a:ext>
            </a:extLst>
          </p:cNvPr>
          <p:cNvSpPr>
            <a:spLocks xmlns:a="http://schemas.openxmlformats.org/drawingml/2006/main" noGrp="1"/>
          </p:cNvSpPr>
          <p:nvPr/>
        </p:nvSpPr>
        <p:spPr>
          <a:xfrm xmlns:a="http://schemas.openxmlformats.org/drawingml/2006/main">
            <a:off x="704850" y="34956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連続な場合</a:t>
            </a:r>
          </a:p>
        </p:txBody>
      </p:sp>
      <p:sp>
        <p:nvSpPr>
          <p:cNvPr id="10" name="">
            <a:extLst xmlns:a="http://schemas.openxmlformats.org/drawingml/2006/main">
              <a:ext uri="{FF2B5EF4-FFF2-40B4-BE49-F238E27FC236}">
                <a16:creationId xmlns:a16="http://schemas.microsoft.com/office/drawing/2014/main" id="{C47F6669-0A78-42BB-8262-97D8B976AEA7}"/>
              </a:ext>
            </a:extLst>
          </p:cNvPr>
          <p:cNvSpPr>
            <a:spLocks xmlns:a="http://schemas.openxmlformats.org/drawingml/2006/main" noGrp="1"/>
          </p:cNvSpPr>
          <p:nvPr/>
        </p:nvSpPr>
        <p:spPr>
          <a:xfrm xmlns:a="http://schemas.openxmlformats.org/drawingml/2006/main">
            <a:off x="704850" y="4048125"/>
            <a:ext cx="4933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累積位置uまでに入る割合はu。</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したがってUは一様になる。</a:t>
            </a:r>
          </a:p>
        </p:txBody>
      </p:sp>
      <p:sp>
        <p:nvSpPr>
          <p:cNvPr id="11" name="">
            <a:extLst xmlns:a="http://schemas.openxmlformats.org/drawingml/2006/main">
              <a:ext uri="{FF2B5EF4-FFF2-40B4-BE49-F238E27FC236}">
                <a16:creationId xmlns:a16="http://schemas.microsoft.com/office/drawing/2014/main" id="{849BBF75-C7BC-482D-8300-42340C603DDE}"/>
              </a:ext>
            </a:extLst>
          </p:cNvPr>
          <p:cNvSpPr>
            <a:spLocks xmlns:a="http://schemas.openxmlformats.org/drawingml/2006/main" noGrp="1"/>
          </p:cNvSpPr>
          <p:nvPr/>
        </p:nvSpPr>
        <p:spPr>
          <a:xfrm xmlns:a="http://schemas.openxmlformats.org/drawingml/2006/main">
            <a:off x="6076950" y="3381375"/>
            <a:ext cx="560070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09E6C47-7EBA-4C57-A43F-166406EBF91D}"/>
              </a:ext>
            </a:extLst>
          </p:cNvPr>
          <p:cNvSpPr>
            <a:spLocks xmlns:a="http://schemas.openxmlformats.org/drawingml/2006/main" noGrp="1"/>
          </p:cNvSpPr>
          <p:nvPr/>
        </p:nvSpPr>
        <p:spPr>
          <a:xfrm xmlns:a="http://schemas.openxmlformats.org/drawingml/2006/main">
            <a:off x="6267450" y="34956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離散・同値のある場合</a:t>
            </a:r>
          </a:p>
        </p:txBody>
      </p:sp>
      <p:sp>
        <p:nvSpPr>
          <p:cNvPr id="13" name="">
            <a:extLst xmlns:a="http://schemas.openxmlformats.org/drawingml/2006/main">
              <a:ext uri="{FF2B5EF4-FFF2-40B4-BE49-F238E27FC236}">
                <a16:creationId xmlns:a16="http://schemas.microsoft.com/office/drawing/2014/main" id="{FED1D537-02A6-422C-9179-D56C9CBD20FE}"/>
              </a:ext>
            </a:extLst>
          </p:cNvPr>
          <p:cNvSpPr>
            <a:spLocks xmlns:a="http://schemas.openxmlformats.org/drawingml/2006/main" noGrp="1"/>
          </p:cNvSpPr>
          <p:nvPr/>
        </p:nvSpPr>
        <p:spPr>
          <a:xfrm xmlns:a="http://schemas.openxmlformats.org/drawingml/2006/main">
            <a:off x="6267450" y="40481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位置に飛びができる。</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F(X)が連続一様とは限らない。</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連続モデルの式をそのまま使わない。</a:t>
            </a:r>
          </a:p>
        </p:txBody>
      </p:sp>
      <p:sp>
        <p:nvSpPr>
          <p:cNvPr id="14" name="">
            <a:extLst xmlns:a="http://schemas.openxmlformats.org/drawingml/2006/main">
              <a:ext uri="{FF2B5EF4-FFF2-40B4-BE49-F238E27FC236}">
                <a16:creationId xmlns:a16="http://schemas.microsoft.com/office/drawing/2014/main" id="{3F582B33-9CFA-4DA8-BC17-EBCCF2D92D2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B77317-E2BB-4666-8CA8-539360411B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「連続な周辺分布」という前提を付けて説明する</a:t>
            </a:r>
          </a:p>
        </p:txBody>
      </p:sp>
    </p:spTree>
    <p:extLst>
      <p:ext uri="{BB962C8B-B14F-4D97-AF65-F5344CB8AC3E}">
        <p14:creationId xmlns:p14="http://schemas.microsoft.com/office/powerpoint/2010/main" val="1900972054"/>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FA3137-6879-4CD0-84DB-CB338DCF18F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補足：密度と条件付き分布</a:t>
            </a:r>
          </a:p>
        </p:txBody>
      </p:sp>
      <p:sp>
        <p:nvSpPr>
          <p:cNvPr id="2" name="">
            <a:extLst xmlns:a="http://schemas.openxmlformats.org/drawingml/2006/main">
              <a:ext uri="{FF2B5EF4-FFF2-40B4-BE49-F238E27FC236}">
                <a16:creationId xmlns:a16="http://schemas.microsoft.com/office/drawing/2014/main" id="{60C7116B-2FEF-4956-84D0-E7E8127F5C2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86C72B-6CCD-41C3-AAFF-9BE363BD81C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累積分布Cと、密度cは違うもの。</a:t>
            </a:r>
          </a:p>
        </p:txBody>
      </p:sp>
      <p:sp>
        <p:nvSpPr>
          <p:cNvPr id="4" name="">
            <a:extLst xmlns:a="http://schemas.openxmlformats.org/drawingml/2006/main">
              <a:ext uri="{FF2B5EF4-FFF2-40B4-BE49-F238E27FC236}">
                <a16:creationId xmlns:a16="http://schemas.microsoft.com/office/drawing/2014/main" id="{0FF410C9-ECD9-4341-84AD-D594FD01764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1348AD7E-0FBC-4CD9-B7A3-A9DCF5C8BBE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30</a:t>
            </a:r>
          </a:p>
        </p:txBody>
      </p:sp>
      <p:sp>
        <p:nvSpPr>
          <p:cNvPr id="6" name="">
            <a:extLst xmlns:a="http://schemas.openxmlformats.org/drawingml/2006/main">
              <a:ext uri="{FF2B5EF4-FFF2-40B4-BE49-F238E27FC236}">
                <a16:creationId xmlns:a16="http://schemas.microsoft.com/office/drawing/2014/main" id="{BBA6B95F-2344-41C7-A3A2-F894318A839A}"/>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B17320E-14E8-4FE3-8B8E-D1726FA9EF1B}"/>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c(u, v) = ∂²C(u, v) / (∂u ∂v)</a:t>
            </a:r>
          </a:p>
        </p:txBody>
      </p:sp>
      <p:sp>
        <p:nvSpPr>
          <p:cNvPr id="8" name="">
            <a:extLst xmlns:a="http://schemas.openxmlformats.org/drawingml/2006/main">
              <a:ext uri="{FF2B5EF4-FFF2-40B4-BE49-F238E27FC236}">
                <a16:creationId xmlns:a16="http://schemas.microsoft.com/office/drawing/2014/main" id="{D9442B4E-22FF-4F0B-BF09-CE3B8D790AA7}"/>
              </a:ext>
            </a:extLst>
          </p:cNvPr>
          <p:cNvSpPr>
            <a:spLocks xmlns:a="http://schemas.openxmlformats.org/drawingml/2006/main" noGrp="1"/>
          </p:cNvSpPr>
          <p:nvPr/>
        </p:nvSpPr>
        <p:spPr>
          <a:xfrm xmlns:a="http://schemas.openxmlformats.org/drawingml/2006/main">
            <a:off x="514350" y="3190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C36D3D-CF9C-457E-9FA9-D2C72DB44924}"/>
              </a:ext>
            </a:extLst>
          </p:cNvPr>
          <p:cNvSpPr>
            <a:spLocks xmlns:a="http://schemas.openxmlformats.org/drawingml/2006/main" noGrp="1"/>
          </p:cNvSpPr>
          <p:nvPr/>
        </p:nvSpPr>
        <p:spPr>
          <a:xfrm xmlns:a="http://schemas.openxmlformats.org/drawingml/2006/main">
            <a:off x="704850" y="3286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fₓᵧ(x, y) = c(Fₓ(x), Fᵧ(y)) × fₓ(x) × fᵧ(y)</a:t>
            </a:r>
          </a:p>
        </p:txBody>
      </p:sp>
      <p:sp>
        <p:nvSpPr>
          <p:cNvPr id="10" name="">
            <a:extLst xmlns:a="http://schemas.openxmlformats.org/drawingml/2006/main">
              <a:ext uri="{FF2B5EF4-FFF2-40B4-BE49-F238E27FC236}">
                <a16:creationId xmlns:a16="http://schemas.microsoft.com/office/drawing/2014/main" id="{6D22B29B-4CB8-4E5F-A56A-1F8BF2317BC3}"/>
              </a:ext>
            </a:extLst>
          </p:cNvPr>
          <p:cNvSpPr>
            <a:spLocks xmlns:a="http://schemas.openxmlformats.org/drawingml/2006/main" noGrp="1"/>
          </p:cNvSpPr>
          <p:nvPr/>
        </p:nvSpPr>
        <p:spPr>
          <a:xfrm xmlns:a="http://schemas.openxmlformats.org/drawingml/2006/main">
            <a:off x="514350" y="44577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CC7DDA-AB60-4E66-947D-8D2284414BE6}"/>
              </a:ext>
            </a:extLst>
          </p:cNvPr>
          <p:cNvSpPr>
            <a:spLocks xmlns:a="http://schemas.openxmlformats.org/drawingml/2006/main" noGrp="1"/>
          </p:cNvSpPr>
          <p:nvPr/>
        </p:nvSpPr>
        <p:spPr>
          <a:xfrm xmlns:a="http://schemas.openxmlformats.org/drawingml/2006/main">
            <a:off x="704850" y="45529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fᵧ|ₓ(y | x) = c(Fₓ(x), Fᵧ(y)) × fᵧ(y)</a:t>
            </a:r>
          </a:p>
        </p:txBody>
      </p:sp>
      <p:sp>
        <p:nvSpPr>
          <p:cNvPr id="12" name="">
            <a:extLst xmlns:a="http://schemas.openxmlformats.org/drawingml/2006/main">
              <a:ext uri="{FF2B5EF4-FFF2-40B4-BE49-F238E27FC236}">
                <a16:creationId xmlns:a16="http://schemas.microsoft.com/office/drawing/2014/main" id="{84CE7E03-9710-4645-AA16-1FE23641CC9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08E1A7-60C3-4DC9-8948-08BCDDCF7EF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密度が存在する場合の式。すべてのコピュラに密度があるわけではない</a:t>
            </a:r>
          </a:p>
        </p:txBody>
      </p:sp>
    </p:spTree>
    <p:extLst>
      <p:ext uri="{BB962C8B-B14F-4D97-AF65-F5344CB8AC3E}">
        <p14:creationId xmlns:p14="http://schemas.microsoft.com/office/powerpoint/2010/main" val="2138557982"/>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226821-5AF4-4869-AD38-8F197DFAA59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補足：Gaussian copulaの正式な式</a:t>
            </a:r>
          </a:p>
        </p:txBody>
      </p:sp>
      <p:sp>
        <p:nvSpPr>
          <p:cNvPr id="2" name="">
            <a:extLst xmlns:a="http://schemas.openxmlformats.org/drawingml/2006/main">
              <a:ext uri="{FF2B5EF4-FFF2-40B4-BE49-F238E27FC236}">
                <a16:creationId xmlns:a16="http://schemas.microsoft.com/office/drawing/2014/main" id="{E01C9AFD-754F-4707-9DC9-BF9237F41B6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83417A-87E9-4455-87F5-BD53C9DCCF9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ΦRは相関Rを持つ、多変量標準正規の累積分布。</a:t>
            </a:r>
          </a:p>
        </p:txBody>
      </p:sp>
      <p:sp>
        <p:nvSpPr>
          <p:cNvPr id="4" name="">
            <a:extLst xmlns:a="http://schemas.openxmlformats.org/drawingml/2006/main">
              <a:ext uri="{FF2B5EF4-FFF2-40B4-BE49-F238E27FC236}">
                <a16:creationId xmlns:a16="http://schemas.microsoft.com/office/drawing/2014/main" id="{1B365108-CAC4-4DD1-99BD-7417DF3FB8D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2B897B28-DAB1-4A30-9FC8-C66BCDCC6F5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31</a:t>
            </a:r>
          </a:p>
        </p:txBody>
      </p:sp>
      <p:sp>
        <p:nvSpPr>
          <p:cNvPr id="6" name="">
            <a:extLst xmlns:a="http://schemas.openxmlformats.org/drawingml/2006/main">
              <a:ext uri="{FF2B5EF4-FFF2-40B4-BE49-F238E27FC236}">
                <a16:creationId xmlns:a16="http://schemas.microsoft.com/office/drawing/2014/main" id="{5AEF1DB2-BDB9-4A87-ABFC-7C84C6541E1D}"/>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0B47EE-2FFC-4574-8DB0-931B3DEC2E15}"/>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2B6777"/>
                </a:solidFill>
                <a:latin typeface="Noto Sans JP"/>
                <a:ea typeface="Noto Sans JP"/>
                <a:cs typeface="Noto Sans JP"/>
              </a:defRPr>
            </a:pPr>
            <a:r>
              <a:rPr sz="2625" b="1">
                <a:solidFill>
                  <a:srgbClr val="2B6777"/>
                </a:solidFill>
                <a:latin typeface="Noto Sans JP"/>
                <a:ea typeface="Noto Sans JP"/>
                <a:cs typeface="Noto Sans JP"/>
              </a:rPr>
              <a:t xml:space="preserve">C</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(u₁, …, 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 = Φ</a:t>
            </a:r>
            <a:r>
              <a:rPr sz="1890" b="1" baseline="-25000">
                <a:solidFill>
                  <a:srgbClr val="2B6777"/>
                </a:solidFill>
                <a:latin typeface="Noto Sans JP"/>
                <a:ea typeface="Noto Sans JP"/>
                <a:cs typeface="Noto Sans JP"/>
              </a:rPr>
              <a:t xml:space="preserve">R</a:t>
            </a:r>
            <a:r>
              <a:rPr sz="2625" b="1">
                <a:solidFill>
                  <a:srgbClr val="2B6777"/>
                </a:solidFill>
                <a:latin typeface="Noto Sans JP"/>
                <a:ea typeface="Noto Sans JP"/>
                <a:cs typeface="Noto Sans JP"/>
              </a:rPr>
              <a:t xml:space="preserve">(Φ⁻¹(u₁), …, Φ⁻¹(u</a:t>
            </a:r>
            <a:r>
              <a:rPr sz="1890" b="1" baseline="-25000">
                <a:solidFill>
                  <a:srgbClr val="2B6777"/>
                </a:solidFill>
                <a:latin typeface="Noto Sans JP"/>
                <a:ea typeface="Noto Sans JP"/>
                <a:cs typeface="Noto Sans JP"/>
              </a:rPr>
              <a:t xml:space="preserve">d</a:t>
            </a:r>
            <a:r>
              <a:rPr sz="262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607D1A94-6944-4AE7-A66B-EFD64F695576}"/>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37F2C9A3-D6DF-40DE-A2FA-3F1FCCD1B1BE}"/>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各 uⱼ を標準正規のしきい値 zⱼへ変換する。</a:t>
            </a:r>
          </a:p>
        </p:txBody>
      </p:sp>
      <p:sp>
        <p:nvSpPr>
          <p:cNvPr id="10" name="">
            <a:extLst xmlns:a="http://schemas.openxmlformats.org/drawingml/2006/main">
              <a:ext uri="{FF2B5EF4-FFF2-40B4-BE49-F238E27FC236}">
                <a16:creationId xmlns:a16="http://schemas.microsoft.com/office/drawing/2014/main" id="{0E6490E0-6905-48E8-8B76-CCFE930F82FE}"/>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A62E0D3-BC92-4C1A-BA9D-6B7FBBE7BDD8}"/>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多変量正規モデルで P(Z₁ ≤ z₁,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 z</a:t>
            </a:r>
            <a:r>
              <a:rPr sz="1458" b="0" baseline="-25000">
                <a:solidFill>
                  <a:srgbClr val="222222"/>
                </a:solidFill>
                <a:latin typeface="Noto Sans JP"/>
                <a:ea typeface="Noto Sans JP"/>
                <a:cs typeface="Noto Sans JP"/>
              </a:rPr>
              <a:t xml:space="preserve">d</a:t>
            </a:r>
            <a:r>
              <a:rPr sz="2025" b="0">
                <a:solidFill>
                  <a:srgbClr val="222222"/>
                </a:solidFill>
                <a:latin typeface="Noto Sans JP"/>
                <a:ea typeface="Noto Sans JP"/>
                <a:cs typeface="Noto Sans JP"/>
              </a:rPr>
              <a:t xml:space="preserve">) を求める。</a:t>
            </a:r>
          </a:p>
        </p:txBody>
      </p:sp>
      <p:sp>
        <p:nvSpPr>
          <p:cNvPr id="12" name="">
            <a:extLst xmlns:a="http://schemas.openxmlformats.org/drawingml/2006/main">
              <a:ext uri="{FF2B5EF4-FFF2-40B4-BE49-F238E27FC236}">
                <a16:creationId xmlns:a16="http://schemas.microsoft.com/office/drawing/2014/main" id="{F52EBEB1-6916-4ED1-B368-09CF52F63659}"/>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0FCD17D2-4164-422C-A5B1-7591AF47500F}"/>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Rは、元の特徴のPearson相関行列とは一般に違う。</a:t>
            </a:r>
          </a:p>
        </p:txBody>
      </p:sp>
      <p:sp>
        <p:nvSpPr>
          <p:cNvPr id="14" name="">
            <a:extLst xmlns:a="http://schemas.openxmlformats.org/drawingml/2006/main">
              <a:ext uri="{FF2B5EF4-FFF2-40B4-BE49-F238E27FC236}">
                <a16:creationId xmlns:a16="http://schemas.microsoft.com/office/drawing/2014/main" id="{F3861E9A-79CC-42C1-8A91-58E4C50D78C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59AE9BD-44AD-491E-92DB-25D50ED0EED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各列の形は自由にし、位置の同時分布へ正規の仮定を置く</a:t>
            </a:r>
          </a:p>
        </p:txBody>
      </p:sp>
    </p:spTree>
    <p:extLst>
      <p:ext uri="{BB962C8B-B14F-4D97-AF65-F5344CB8AC3E}">
        <p14:creationId xmlns:p14="http://schemas.microsoft.com/office/powerpoint/2010/main" val="1681546451"/>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C024FF-3A5A-485B-ABFD-3E74DFA5F8F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補足：多変量の条件付き生成</a:t>
            </a:r>
          </a:p>
        </p:txBody>
      </p:sp>
      <p:sp>
        <p:nvSpPr>
          <p:cNvPr id="2" name="">
            <a:extLst xmlns:a="http://schemas.openxmlformats.org/drawingml/2006/main">
              <a:ext uri="{FF2B5EF4-FFF2-40B4-BE49-F238E27FC236}">
                <a16:creationId xmlns:a16="http://schemas.microsoft.com/office/drawing/2014/main" id="{99DFDA5F-38E5-45F5-956A-E8D003BD696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B939AA-8873-4D5F-A4EB-A86D4978E62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M：置換する列、O：そのまま残す列。</a:t>
            </a:r>
          </a:p>
        </p:txBody>
      </p:sp>
      <p:sp>
        <p:nvSpPr>
          <p:cNvPr id="4" name="">
            <a:extLst xmlns:a="http://schemas.openxmlformats.org/drawingml/2006/main">
              <a:ext uri="{FF2B5EF4-FFF2-40B4-BE49-F238E27FC236}">
                <a16:creationId xmlns:a16="http://schemas.microsoft.com/office/drawing/2014/main" id="{6A3D5B1D-798D-447B-83DD-B60E7B80CF9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7DEA3FCD-9D36-4AC5-9E87-8D2CFE61885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32</a:t>
            </a:r>
          </a:p>
        </p:txBody>
      </p:sp>
      <p:sp>
        <p:nvSpPr>
          <p:cNvPr id="6" name="">
            <a:extLst xmlns:a="http://schemas.openxmlformats.org/drawingml/2006/main">
              <a:ext uri="{FF2B5EF4-FFF2-40B4-BE49-F238E27FC236}">
                <a16:creationId xmlns:a16="http://schemas.microsoft.com/office/drawing/2014/main" id="{0ACBC9DC-CB04-4CFD-8204-46A3C3507E2C}"/>
              </a:ext>
            </a:extLst>
          </p:cNvPr>
          <p:cNvSpPr>
            <a:spLocks xmlns:a="http://schemas.openxmlformats.org/drawingml/2006/main" noGrp="1"/>
          </p:cNvSpPr>
          <p:nvPr/>
        </p:nvSpPr>
        <p:spPr>
          <a:xfrm xmlns:a="http://schemas.openxmlformats.org/drawingml/2006/main">
            <a:off x="514350" y="18288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B6B598-ADA2-4581-BD2D-7D3F3035737B}"/>
              </a:ext>
            </a:extLst>
          </p:cNvPr>
          <p:cNvSpPr>
            <a:spLocks xmlns:a="http://schemas.openxmlformats.org/drawingml/2006/main" noGrp="1"/>
          </p:cNvSpPr>
          <p:nvPr/>
        </p:nvSpPr>
        <p:spPr>
          <a:xfrm xmlns:a="http://schemas.openxmlformats.org/drawingml/2006/main">
            <a:off x="704850" y="19240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 xml:space="preserve">Z</a:t>
            </a:r>
            <a:r>
              <a:rPr sz="2052" b="1" baseline="-25000">
                <a:solidFill>
                  <a:srgbClr val="2B6777"/>
                </a:solidFill>
                <a:latin typeface="Noto Sans JP"/>
                <a:ea typeface="Noto Sans JP"/>
                <a:cs typeface="Noto Sans JP"/>
              </a:rPr>
              <a:t xml:space="preserve">M</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z</a:t>
            </a:r>
            <a:r>
              <a:rPr sz="2052" b="1" baseline="-25000">
                <a:solidFill>
                  <a:srgbClr val="2B6777"/>
                </a:solidFill>
                <a:latin typeface="Noto Sans JP"/>
                <a:ea typeface="Noto Sans JP"/>
                <a:cs typeface="Noto Sans JP"/>
              </a:rPr>
              <a:t xml:space="preserve">O</a:t>
            </a:r>
            <a:r>
              <a:rPr sz="2850" b="1">
                <a:solidFill>
                  <a:srgbClr val="2B6777"/>
                </a:solidFill>
                <a:latin typeface="Noto Sans JP"/>
                <a:ea typeface="Noto Sans JP"/>
                <a:cs typeface="Noto Sans JP"/>
              </a:rPr>
              <a:t xml:space="preserve"> ~ N(μ</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 Σ</a:t>
            </a:r>
            <a:r>
              <a:rPr sz="2052" b="1" baseline="-25000">
                <a:solidFill>
                  <a:srgbClr val="2B6777"/>
                </a:solidFill>
                <a:latin typeface="Noto Sans JP"/>
                <a:ea typeface="Noto Sans JP"/>
                <a:cs typeface="Noto Sans JP"/>
              </a:rPr>
              <a:t xml:space="preserve">M|O</a:t>
            </a:r>
            <a:r>
              <a:rPr sz="2850"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055CF662-6D00-4F4E-A098-AB266FD88682}"/>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4C56C71-2375-4E7E-A026-93916EBEB1C8}"/>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 xml:space="preserve">μ</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 R</a:t>
            </a:r>
            <a:r>
              <a:rPr sz="2106" b="1" baseline="-25000">
                <a:solidFill>
                  <a:srgbClr val="2B6777"/>
                </a:solidFill>
                <a:latin typeface="Noto Sans JP"/>
                <a:ea typeface="Noto Sans JP"/>
                <a:cs typeface="Noto Sans JP"/>
              </a:rPr>
              <a:t xml:space="preserve">MO</a:t>
            </a:r>
            <a:r>
              <a:rPr sz="2925" b="1">
                <a:solidFill>
                  <a:srgbClr val="2B6777"/>
                </a:solidFill>
                <a:latin typeface="Noto Sans JP"/>
                <a:ea typeface="Noto Sans JP"/>
                <a:cs typeface="Noto Sans JP"/>
              </a:rPr>
              <a:t xml:space="preserve"> R</a:t>
            </a:r>
            <a:r>
              <a:rPr sz="2106" b="1" baseline="-25000">
                <a:solidFill>
                  <a:srgbClr val="2B6777"/>
                </a:solidFill>
                <a:latin typeface="Noto Sans JP"/>
                <a:ea typeface="Noto Sans JP"/>
                <a:cs typeface="Noto Sans JP"/>
              </a:rPr>
              <a:t xml:space="preserve">OO</a:t>
            </a:r>
            <a:r>
              <a:rPr sz="2925" b="1">
                <a:solidFill>
                  <a:srgbClr val="2B6777"/>
                </a:solidFill>
                <a:latin typeface="Noto Sans JP"/>
                <a:ea typeface="Noto Sans JP"/>
                <a:cs typeface="Noto Sans JP"/>
              </a:rPr>
              <a:t xml:space="preserve">⁻¹ z</a:t>
            </a:r>
            <a:r>
              <a:rPr sz="2106" b="1" baseline="-25000">
                <a:solidFill>
                  <a:srgbClr val="2B6777"/>
                </a:solidFill>
                <a:latin typeface="Noto Sans JP"/>
                <a:ea typeface="Noto Sans JP"/>
                <a:cs typeface="Noto Sans JP"/>
              </a:rPr>
              <a:t xml:space="preserve">O</a:t>
            </a:r>
          </a:p>
        </p:txBody>
      </p:sp>
      <p:sp>
        <p:nvSpPr>
          <p:cNvPr id="10" name="">
            <a:extLst xmlns:a="http://schemas.openxmlformats.org/drawingml/2006/main">
              <a:ext uri="{FF2B5EF4-FFF2-40B4-BE49-F238E27FC236}">
                <a16:creationId xmlns:a16="http://schemas.microsoft.com/office/drawing/2014/main" id="{E9D50FC2-A568-44E3-BB55-6A3B976E80BD}"/>
              </a:ext>
            </a:extLst>
          </p:cNvPr>
          <p:cNvSpPr>
            <a:spLocks xmlns:a="http://schemas.openxmlformats.org/drawingml/2006/main" noGrp="1"/>
          </p:cNvSpPr>
          <p:nvPr/>
        </p:nvSpPr>
        <p:spPr>
          <a:xfrm xmlns:a="http://schemas.openxmlformats.org/drawingml/2006/main">
            <a:off x="514350" y="4286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9CC12D9-8E36-4CF4-A6FC-138E10B67F69}"/>
              </a:ext>
            </a:extLst>
          </p:cNvPr>
          <p:cNvSpPr>
            <a:spLocks xmlns:a="http://schemas.openxmlformats.org/drawingml/2006/main" noGrp="1"/>
          </p:cNvSpPr>
          <p:nvPr/>
        </p:nvSpPr>
        <p:spPr>
          <a:xfrm xmlns:a="http://schemas.openxmlformats.org/drawingml/2006/main">
            <a:off x="704850" y="4381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Σ</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MM</a:t>
            </a:r>
            <a:r>
              <a:rPr sz="2700" b="1">
                <a:solidFill>
                  <a:srgbClr val="2B6777"/>
                </a:solidFill>
                <a:latin typeface="Noto Sans JP"/>
                <a:ea typeface="Noto Sans JP"/>
                <a:cs typeface="Noto Sans JP"/>
              </a:rPr>
              <a:t xml:space="preserve"> − R</a:t>
            </a:r>
            <a:r>
              <a:rPr sz="1944" b="1" baseline="-25000">
                <a:solidFill>
                  <a:srgbClr val="2B6777"/>
                </a:solidFill>
                <a:latin typeface="Noto Sans JP"/>
                <a:ea typeface="Noto Sans JP"/>
                <a:cs typeface="Noto Sans JP"/>
              </a:rPr>
              <a:t xml:space="preserve">MO</a:t>
            </a:r>
            <a:r>
              <a:rPr sz="2700" b="1">
                <a:solidFill>
                  <a:srgbClr val="2B6777"/>
                </a:solidFill>
                <a:latin typeface="Noto Sans JP"/>
                <a:ea typeface="Noto Sans JP"/>
                <a:cs typeface="Noto Sans JP"/>
              </a:rPr>
              <a:t xml:space="preserve"> R</a:t>
            </a:r>
            <a:r>
              <a:rPr sz="1944" b="1" baseline="-25000">
                <a:solidFill>
                  <a:srgbClr val="2B6777"/>
                </a:solidFill>
                <a:latin typeface="Noto Sans JP"/>
                <a:ea typeface="Noto Sans JP"/>
                <a:cs typeface="Noto Sans JP"/>
              </a:rPr>
              <a:t xml:space="preserve">OO</a:t>
            </a:r>
            <a:r>
              <a:rPr sz="2700" b="1">
                <a:solidFill>
                  <a:srgbClr val="2B6777"/>
                </a:solidFill>
                <a:latin typeface="Noto Sans JP"/>
                <a:ea typeface="Noto Sans JP"/>
                <a:cs typeface="Noto Sans JP"/>
              </a:rPr>
              <a:t xml:space="preserve">⁻¹ R</a:t>
            </a:r>
            <a:r>
              <a:rPr sz="1944" b="1" baseline="-25000">
                <a:solidFill>
                  <a:srgbClr val="2B6777"/>
                </a:solidFill>
                <a:latin typeface="Noto Sans JP"/>
                <a:ea typeface="Noto Sans JP"/>
                <a:cs typeface="Noto Sans JP"/>
              </a:rPr>
              <a:t xml:space="preserve">OM</a:t>
            </a:r>
          </a:p>
        </p:txBody>
      </p:sp>
      <p:sp>
        <p:nvSpPr>
          <p:cNvPr id="12" name="">
            <a:extLst xmlns:a="http://schemas.openxmlformats.org/drawingml/2006/main">
              <a:ext uri="{FF2B5EF4-FFF2-40B4-BE49-F238E27FC236}">
                <a16:creationId xmlns:a16="http://schemas.microsoft.com/office/drawing/2014/main" id="{91BB1E32-2319-4B50-86E2-1B69D3C621C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E890F2-F034-40ED-A412-EB90D3F4F1E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平均で「合う位置」へ移し、共分散で「残るばらつき」を生成する</a:t>
            </a:r>
          </a:p>
        </p:txBody>
      </p:sp>
    </p:spTree>
    <p:extLst>
      <p:ext uri="{BB962C8B-B14F-4D97-AF65-F5344CB8AC3E}">
        <p14:creationId xmlns:p14="http://schemas.microsoft.com/office/powerpoint/2010/main" val="1057833288"/>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665188-4096-4936-A86F-BC2DBE0AE3E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補足：実装の数値上の扱い</a:t>
            </a:r>
          </a:p>
        </p:txBody>
      </p:sp>
      <p:sp>
        <p:nvSpPr>
          <p:cNvPr id="2" name="">
            <a:extLst xmlns:a="http://schemas.openxmlformats.org/drawingml/2006/main">
              <a:ext uri="{FF2B5EF4-FFF2-40B4-BE49-F238E27FC236}">
                <a16:creationId xmlns:a16="http://schemas.microsoft.com/office/drawing/2014/main" id="{C23B109F-578E-4D6C-9B61-9EA8FC4BD94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EC0E34-DC1F-4212-A7EE-C35AED0DBD3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確率端点、相関行列、逆分位点に近似と安定化が入る。</a:t>
            </a:r>
          </a:p>
        </p:txBody>
      </p:sp>
      <p:sp>
        <p:nvSpPr>
          <p:cNvPr id="4" name="">
            <a:extLst xmlns:a="http://schemas.openxmlformats.org/drawingml/2006/main">
              <a:ext uri="{FF2B5EF4-FFF2-40B4-BE49-F238E27FC236}">
                <a16:creationId xmlns:a16="http://schemas.microsoft.com/office/drawing/2014/main" id="{D8E8EF36-F4E8-4887-8B13-551D9BBBB22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060FE87E-B844-4BDB-8941-B02ADB23C1A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33</a:t>
            </a:r>
          </a:p>
        </p:txBody>
      </p:sp>
      <p:graphicFrame>
        <p:nvGraphicFramePr>
          <p:cNvPr id="14" name=""/>
          <p:cNvGraphicFramePr/>
          <p:nvPr/>
        </p:nvGraphicFramePr>
        <p:xfrm>
          <a:off xmlns:a="http://schemas.openxmlformats.org/drawingml/2006/main" x="514350" y="1971675"/>
          <a:ext xmlns:a="http://schemas.openxmlformats.org/drawingml/2006/main" cx="11163300" cy="3352800"/>
        </p:xfrm>
        <a:graphic xmlns:a="http://schemas.openxmlformats.org/drawingml/2006/main">
          <a:graphicData uri="http://schemas.openxmlformats.org/drawingml/2006/table">
            <a:tbl>
              <a:tblPr/>
              <a:tblGrid>
                <a:gridCol w="2667000"/>
                <a:gridCol w="8496300"/>
              </a:tblGrid>
              <a:tr h="558800">
                <a:tc>
                  <a:txBody>
                    <a:bodyPr/>
                    <a:lstStyle/>
                    <a:p>
                      <a:pPr algn="ctr"/>
                      <a:r>
                        <a:rPr sz="172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725" b="1">
                          <a:solidFill>
                            <a:srgbClr val="2E7D5B"/>
                          </a:solidFill>
                          <a:latin typeface="Noto Sans JP"/>
                          <a:ea typeface="Noto Sans JP"/>
                          <a:cs typeface="Noto Sans JP"/>
                        </a:rPr>
                        <a:t>現在の実装</a:t>
                      </a:r>
                    </a:p>
                  </a:txBody>
                  <a:tcPr marL="91440" marR="91440" marT="45720" marB="45720" anchor="ctr">
                    <a:solidFill>
                      <a:srgbClr val="E7F2EC"/>
                    </a:solidFill>
                  </a:tcPr>
                </a:tc>
              </a:tr>
              <a:tr h="558800">
                <a:tc>
                  <a:txBody>
                    <a:bodyPr/>
                    <a:lstStyle/>
                    <a:p>
                      <a:pPr algn="ctr"/>
                      <a:r>
                        <a:rPr sz="1725" b="0">
                          <a:solidFill>
                            <a:srgbClr val="222222"/>
                          </a:solidFill>
                          <a:latin typeface="Noto Sans JP"/>
                          <a:ea typeface="Noto Sans JP"/>
                          <a:cs typeface="Noto Sans JP"/>
                        </a:rPr>
                        <a:t>周辺の位置</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平均順位、u=(r−0.5)/n、[10⁻⁶, 1−10⁻⁶]へクリップ</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相関推定</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潜在値の相関、0.05の対角縮小、固有値補正</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solve・共分散の対称化・微小対角補正・Cholesky</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元単位へ</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Φ(z) → 経験分位点を線形補間（未観測の値もあり得る）</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端のマスク</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マスクなし：変更なし / 全列マスク：無条件同時生成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83DB776-F210-41D9-9BA7-B0B4A5772CC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C31CEA-9537-4957-AA8F-8031CE68377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理論モデル、推定の近似、学習上の効果を分けて考える</a:t>
            </a:r>
          </a:p>
        </p:txBody>
      </p:sp>
    </p:spTree>
    <p:extLst>
      <p:ext uri="{BB962C8B-B14F-4D97-AF65-F5344CB8AC3E}">
        <p14:creationId xmlns:p14="http://schemas.microsoft.com/office/powerpoint/2010/main" val="565484020"/>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2A5505-3A71-4831-8729-429B9D5AA3E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補足：Student-t copula</a:t>
            </a:r>
          </a:p>
        </p:txBody>
      </p:sp>
      <p:sp>
        <p:nvSpPr>
          <p:cNvPr id="2" name="">
            <a:extLst xmlns:a="http://schemas.openxmlformats.org/drawingml/2006/main">
              <a:ext uri="{FF2B5EF4-FFF2-40B4-BE49-F238E27FC236}">
                <a16:creationId xmlns:a16="http://schemas.microsoft.com/office/drawing/2014/main" id="{D6D8DC21-29CD-407A-9F7D-0B6A1014139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EA8634-BFA1-461A-977C-853263F8443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上下両側の極端事象の共発生を表せる。</a:t>
            </a:r>
          </a:p>
        </p:txBody>
      </p:sp>
      <p:sp>
        <p:nvSpPr>
          <p:cNvPr id="4" name="">
            <a:extLst xmlns:a="http://schemas.openxmlformats.org/drawingml/2006/main">
              <a:ext uri="{FF2B5EF4-FFF2-40B4-BE49-F238E27FC236}">
                <a16:creationId xmlns:a16="http://schemas.microsoft.com/office/drawing/2014/main" id="{104CEBCA-6F18-48E2-BEDB-1D6F8BF5778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93019338-1CD6-4CAB-B87F-9CAF4F0F7D7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34</a:t>
            </a:r>
          </a:p>
        </p:txBody>
      </p:sp>
      <p:sp>
        <p:nvSpPr>
          <p:cNvPr id="6" name="">
            <a:extLst xmlns:a="http://schemas.openxmlformats.org/drawingml/2006/main">
              <a:ext uri="{FF2B5EF4-FFF2-40B4-BE49-F238E27FC236}">
                <a16:creationId xmlns:a16="http://schemas.microsoft.com/office/drawing/2014/main" id="{1C81049C-56BE-43B0-8E45-8E128CFA0C27}"/>
              </a:ext>
            </a:extLst>
          </p:cNvPr>
          <p:cNvSpPr>
            <a:spLocks xmlns:a="http://schemas.openxmlformats.org/drawingml/2006/main" noGrp="1"/>
          </p:cNvSpPr>
          <p:nvPr/>
        </p:nvSpPr>
        <p:spPr>
          <a:xfrm xmlns:a="http://schemas.openxmlformats.org/drawingml/2006/main">
            <a:off x="514350" y="19907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5CCBE91-AD09-460E-8EAF-6466DCFCF004}"/>
              </a:ext>
            </a:extLst>
          </p:cNvPr>
          <p:cNvSpPr>
            <a:spLocks xmlns:a="http://schemas.openxmlformats.org/drawingml/2006/main" noGrp="1"/>
          </p:cNvSpPr>
          <p:nvPr/>
        </p:nvSpPr>
        <p:spPr>
          <a:xfrm xmlns:a="http://schemas.openxmlformats.org/drawingml/2006/main">
            <a:off x="704850" y="20859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 xml:space="preserve">C</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(u) = t</a:t>
            </a:r>
            <a:r>
              <a:rPr sz="1998" b="1" baseline="-25000">
                <a:solidFill>
                  <a:srgbClr val="2B6777"/>
                </a:solidFill>
                <a:latin typeface="Noto Sans JP"/>
                <a:ea typeface="Noto Sans JP"/>
                <a:cs typeface="Noto Sans JP"/>
              </a:rPr>
              <a:t xml:space="preserve">ν,R</a:t>
            </a:r>
            <a:r>
              <a:rPr sz="2775" b="1">
                <a:solidFill>
                  <a:srgbClr val="2B6777"/>
                </a:solidFill>
                <a:latin typeface="Noto Sans JP"/>
                <a:ea typeface="Noto Sans JP"/>
                <a:cs typeface="Noto Sans JP"/>
              </a:rPr>
              <a:t xml:space="preserve">(t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⁻¹(u₁), …, t</a:t>
            </a:r>
            <a:r>
              <a:rPr sz="1998" b="1" baseline="-25000">
                <a:solidFill>
                  <a:srgbClr val="2B6777"/>
                </a:solidFill>
                <a:latin typeface="Noto Sans JP"/>
                <a:ea typeface="Noto Sans JP"/>
                <a:cs typeface="Noto Sans JP"/>
              </a:rPr>
              <a:t xml:space="preserve">ν</a:t>
            </a:r>
            <a:r>
              <a:rPr sz="2775" b="1">
                <a:solidFill>
                  <a:srgbClr val="2B6777"/>
                </a:solidFill>
                <a:latin typeface="Noto Sans JP"/>
                <a:ea typeface="Noto Sans JP"/>
                <a:cs typeface="Noto Sans JP"/>
              </a:rPr>
              <a:t xml:space="preserve">⁻¹(u</a:t>
            </a:r>
            <a:r>
              <a:rPr sz="1998" b="1" baseline="-25000">
                <a:solidFill>
                  <a:srgbClr val="2B6777"/>
                </a:solidFill>
                <a:latin typeface="Noto Sans JP"/>
                <a:ea typeface="Noto Sans JP"/>
                <a:cs typeface="Noto Sans JP"/>
              </a:rPr>
              <a:t xml:space="preserve">d</a:t>
            </a:r>
            <a:r>
              <a:rPr sz="2775" b="1">
                <a:solidFill>
                  <a:srgbClr val="2B6777"/>
                </a:solidFill>
                <a:latin typeface="Noto Sans JP"/>
                <a:ea typeface="Noto Sans JP"/>
                <a:cs typeface="Noto Sans JP"/>
              </a:rPr>
              <a:t xml:space="preserve">))</a:t>
            </a:r>
          </a:p>
        </p:txBody>
      </p:sp>
      <p:sp>
        <p:nvSpPr>
          <p:cNvPr id="8" name="">
            <a:extLst xmlns:a="http://schemas.openxmlformats.org/drawingml/2006/main">
              <a:ext uri="{FF2B5EF4-FFF2-40B4-BE49-F238E27FC236}">
                <a16:creationId xmlns:a16="http://schemas.microsoft.com/office/drawing/2014/main" id="{CA19F622-D59D-4907-8CDB-20E0F98C18EF}"/>
              </a:ext>
            </a:extLst>
          </p:cNvPr>
          <p:cNvSpPr>
            <a:spLocks xmlns:a="http://schemas.openxmlformats.org/drawingml/2006/main" noGrp="1"/>
          </p:cNvSpPr>
          <p:nvPr/>
        </p:nvSpPr>
        <p:spPr>
          <a:xfrm xmlns:a="http://schemas.openxmlformats.org/drawingml/2006/main">
            <a:off x="514350" y="3400425"/>
            <a:ext cx="531495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00C488-B67A-49F4-8294-6EBEDB246C7F}"/>
              </a:ext>
            </a:extLst>
          </p:cNvPr>
          <p:cNvSpPr>
            <a:spLocks xmlns:a="http://schemas.openxmlformats.org/drawingml/2006/main" noGrp="1"/>
          </p:cNvSpPr>
          <p:nvPr/>
        </p:nvSpPr>
        <p:spPr>
          <a:xfrm xmlns:a="http://schemas.openxmlformats.org/drawingml/2006/main">
            <a:off x="704850" y="35147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向く可能性がある状況</a:t>
            </a:r>
          </a:p>
        </p:txBody>
      </p:sp>
      <p:sp>
        <p:nvSpPr>
          <p:cNvPr id="10" name="">
            <a:extLst xmlns:a="http://schemas.openxmlformats.org/drawingml/2006/main">
              <a:ext uri="{FF2B5EF4-FFF2-40B4-BE49-F238E27FC236}">
                <a16:creationId xmlns:a16="http://schemas.microsoft.com/office/drawing/2014/main" id="{57313C9D-B169-4434-9A34-27EAB793120A}"/>
              </a:ext>
            </a:extLst>
          </p:cNvPr>
          <p:cNvSpPr>
            <a:spLocks xmlns:a="http://schemas.openxmlformats.org/drawingml/2006/main" noGrp="1"/>
          </p:cNvSpPr>
          <p:nvPr/>
        </p:nvSpPr>
        <p:spPr>
          <a:xfrm xmlns:a="http://schemas.openxmlformats.org/drawingml/2006/main">
            <a:off x="704850" y="4067175"/>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極端に大きい値と小さい値の</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両方で、共発生が重要。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金融・リスク等の依存のモデル。</a:t>
            </a:r>
          </a:p>
        </p:txBody>
      </p:sp>
      <p:sp>
        <p:nvSpPr>
          <p:cNvPr id="11" name="">
            <a:extLst xmlns:a="http://schemas.openxmlformats.org/drawingml/2006/main">
              <a:ext uri="{FF2B5EF4-FFF2-40B4-BE49-F238E27FC236}">
                <a16:creationId xmlns:a16="http://schemas.microsoft.com/office/drawing/2014/main" id="{1785BB0F-EA9F-48A1-8F3C-50E318913EDC}"/>
              </a:ext>
            </a:extLst>
          </p:cNvPr>
          <p:cNvSpPr>
            <a:spLocks xmlns:a="http://schemas.openxmlformats.org/drawingml/2006/main" noGrp="1"/>
          </p:cNvSpPr>
          <p:nvPr/>
        </p:nvSpPr>
        <p:spPr>
          <a:xfrm xmlns:a="http://schemas.openxmlformats.org/drawingml/2006/main">
            <a:off x="6076950" y="3400425"/>
            <a:ext cx="560070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93AC56-1236-4620-84F3-2A2A4259B22A}"/>
              </a:ext>
            </a:extLst>
          </p:cNvPr>
          <p:cNvSpPr>
            <a:spLocks xmlns:a="http://schemas.openxmlformats.org/drawingml/2006/main" noGrp="1"/>
          </p:cNvSpPr>
          <p:nvPr/>
        </p:nvSpPr>
        <p:spPr>
          <a:xfrm xmlns:a="http://schemas.openxmlformats.org/drawingml/2006/main">
            <a:off x="6267450" y="35147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注意点</a:t>
            </a:r>
          </a:p>
        </p:txBody>
      </p:sp>
      <p:sp>
        <p:nvSpPr>
          <p:cNvPr id="13" name="">
            <a:extLst xmlns:a="http://schemas.openxmlformats.org/drawingml/2006/main">
              <a:ext uri="{FF2B5EF4-FFF2-40B4-BE49-F238E27FC236}">
                <a16:creationId xmlns:a16="http://schemas.microsoft.com/office/drawing/2014/main" id="{C3BB3F17-B055-42A5-9865-6E24F2128B4D}"/>
              </a:ext>
            </a:extLst>
          </p:cNvPr>
          <p:cNvSpPr>
            <a:spLocks xmlns:a="http://schemas.openxmlformats.org/drawingml/2006/main" noGrp="1"/>
          </p:cNvSpPr>
          <p:nvPr/>
        </p:nvSpPr>
        <p:spPr>
          <a:xfrm xmlns:a="http://schemas.openxmlformats.org/drawingml/2006/main">
            <a:off x="6267450" y="406717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自由度νの推定が必要。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裾のサンプルが少ないと不安定。</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周辺の重い裾とは別の話。</a:t>
            </a:r>
          </a:p>
        </p:txBody>
      </p:sp>
      <p:sp>
        <p:nvSpPr>
          <p:cNvPr id="14" name="">
            <a:extLst xmlns:a="http://schemas.openxmlformats.org/drawingml/2006/main">
              <a:ext uri="{FF2B5EF4-FFF2-40B4-BE49-F238E27FC236}">
                <a16:creationId xmlns:a16="http://schemas.microsoft.com/office/drawing/2014/main" id="{2048827D-BF85-41EE-9AED-CCDBD6A6CD8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FEF9B3-81D0-4F95-83BD-26020862B32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次の候補。ただし追加パラメータが性能を保証するわけではない</a:t>
            </a:r>
          </a:p>
        </p:txBody>
      </p:sp>
    </p:spTree>
    <p:extLst>
      <p:ext uri="{BB962C8B-B14F-4D97-AF65-F5344CB8AC3E}">
        <p14:creationId xmlns:p14="http://schemas.microsoft.com/office/powerpoint/2010/main" val="903907670"/>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4A98155-6F7A-412E-8410-24D08A04795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補足：Clayton copula</a:t>
            </a:r>
          </a:p>
        </p:txBody>
      </p:sp>
      <p:sp>
        <p:nvSpPr>
          <p:cNvPr id="2" name="">
            <a:extLst xmlns:a="http://schemas.openxmlformats.org/drawingml/2006/main">
              <a:ext uri="{FF2B5EF4-FFF2-40B4-BE49-F238E27FC236}">
                <a16:creationId xmlns:a16="http://schemas.microsoft.com/office/drawing/2014/main" id="{9D17E6CE-9F73-470F-A5E8-662E8363A8D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8516B2-946F-4AEC-A585-E9003843D0E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小さい側の位置が一緒になる、下側の裾依存。</a:t>
            </a:r>
          </a:p>
        </p:txBody>
      </p:sp>
      <p:sp>
        <p:nvSpPr>
          <p:cNvPr id="4" name="">
            <a:extLst xmlns:a="http://schemas.openxmlformats.org/drawingml/2006/main">
              <a:ext uri="{FF2B5EF4-FFF2-40B4-BE49-F238E27FC236}">
                <a16:creationId xmlns:a16="http://schemas.microsoft.com/office/drawing/2014/main" id="{CF0EF1CD-ECCF-4C81-ABB4-5B9B513E945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34E832F6-AFAA-4146-B395-0D16FA2A9D9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35</a:t>
            </a:r>
          </a:p>
        </p:txBody>
      </p:sp>
      <p:sp>
        <p:nvSpPr>
          <p:cNvPr id="6" name="">
            <a:extLst xmlns:a="http://schemas.openxmlformats.org/drawingml/2006/main">
              <a:ext uri="{FF2B5EF4-FFF2-40B4-BE49-F238E27FC236}">
                <a16:creationId xmlns:a16="http://schemas.microsoft.com/office/drawing/2014/main" id="{3540CE8D-0E93-4B41-AC1B-8E5E0B69EBC9}"/>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B65F34-2599-4651-AAAA-5607DA61001B}"/>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 xml:space="preserve">C_θ(u,v) = (u⁻ᶿ + v⁻ᶿ − 1)</a:t>
            </a:r>
            <a:r>
              <a:rPr sz="1944" b="1" baseline="30000">
                <a:solidFill>
                  <a:srgbClr val="2B6777"/>
                </a:solidFill>
                <a:latin typeface="Noto Sans JP"/>
                <a:ea typeface="Noto Sans JP"/>
                <a:cs typeface="Noto Sans JP"/>
              </a:rPr>
              <a:t xml:space="preserve">−1/θ</a:t>
            </a:r>
            <a:r>
              <a:rPr sz="2700" b="1">
                <a:solidFill>
                  <a:srgbClr val="2B6777"/>
                </a:solidFill>
                <a:latin typeface="Noto Sans JP"/>
                <a:ea typeface="Noto Sans JP"/>
                <a:cs typeface="Noto Sans JP"/>
              </a:rPr>
              <a:t xml:space="preserve"> ,  θ &gt; 0</a:t>
            </a:r>
          </a:p>
        </p:txBody>
      </p:sp>
      <p:sp>
        <p:nvSpPr>
          <p:cNvPr id="8" name="">
            <a:extLst xmlns:a="http://schemas.openxmlformats.org/drawingml/2006/main">
              <a:ext uri="{FF2B5EF4-FFF2-40B4-BE49-F238E27FC236}">
                <a16:creationId xmlns:a16="http://schemas.microsoft.com/office/drawing/2014/main" id="{AB0AB311-371A-42CA-B3ED-01771AEC9747}"/>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1BEAF3D8-A68F-48F4-B450-0AFD9F5E433D}"/>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下位の収益・小さい測定値が同時に起こる依存に合う。</a:t>
            </a:r>
          </a:p>
        </p:txBody>
      </p:sp>
      <p:sp>
        <p:nvSpPr>
          <p:cNvPr id="10" name="">
            <a:extLst xmlns:a="http://schemas.openxmlformats.org/drawingml/2006/main">
              <a:ext uri="{FF2B5EF4-FFF2-40B4-BE49-F238E27FC236}">
                <a16:creationId xmlns:a16="http://schemas.microsoft.com/office/drawing/2014/main" id="{F0B134BD-EAA5-4EF3-9E3B-4D3444599520}"/>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A6968181-84E0-4377-91D8-0C9B873319D6}"/>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xml:space="preserve">下側裾：λL = 2</a:t>
            </a:r>
            <a:r>
              <a:rPr sz="1458" b="0" baseline="30000">
                <a:solidFill>
                  <a:srgbClr val="222222"/>
                </a:solidFill>
                <a:latin typeface="Noto Sans JP"/>
                <a:ea typeface="Noto Sans JP"/>
                <a:cs typeface="Noto Sans JP"/>
              </a:rPr>
              <a:t xml:space="preserve">−1/θ</a:t>
            </a:r>
            <a:r>
              <a:rPr sz="2025" b="0">
                <a:solidFill>
                  <a:srgbClr val="222222"/>
                </a:solidFill>
                <a:latin typeface="Noto Sans JP"/>
                <a:ea typeface="Noto Sans JP"/>
                <a:cs typeface="Noto Sans JP"/>
              </a:rPr>
              <a:t xml:space="preserve">、上側裾：λU = 0。</a:t>
            </a:r>
          </a:p>
        </p:txBody>
      </p:sp>
      <p:sp>
        <p:nvSpPr>
          <p:cNvPr id="12" name="">
            <a:extLst xmlns:a="http://schemas.openxmlformats.org/drawingml/2006/main">
              <a:ext uri="{FF2B5EF4-FFF2-40B4-BE49-F238E27FC236}">
                <a16:creationId xmlns:a16="http://schemas.microsoft.com/office/drawing/2014/main" id="{38F17752-401A-4B65-AF82-59A108E9AADF}"/>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A9B1B41C-4EE9-425F-B8F4-9F17D1148915}"/>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単一θの多変量形は、列ごとの関係の違いを表しにくい。</a:t>
            </a:r>
          </a:p>
        </p:txBody>
      </p:sp>
      <p:sp>
        <p:nvSpPr>
          <p:cNvPr id="14" name="">
            <a:extLst xmlns:a="http://schemas.openxmlformats.org/drawingml/2006/main">
              <a:ext uri="{FF2B5EF4-FFF2-40B4-BE49-F238E27FC236}">
                <a16:creationId xmlns:a16="http://schemas.microsoft.com/office/drawing/2014/main" id="{2CA6C32F-E917-4FE6-B050-30E7EB1CE2C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B658180-264B-4BB3-B21C-18D20D13F26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片側の裾依存を明示して選ぶ。万能な非線形モデルではない</a:t>
            </a:r>
          </a:p>
        </p:txBody>
      </p:sp>
    </p:spTree>
    <p:extLst>
      <p:ext uri="{BB962C8B-B14F-4D97-AF65-F5344CB8AC3E}">
        <p14:creationId xmlns:p14="http://schemas.microsoft.com/office/powerpoint/2010/main" val="2054831579"/>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6FF59C-332F-4A12-A071-9F2B184C0CA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補足：Gumbel copulaとJoe</a:t>
            </a:r>
          </a:p>
        </p:txBody>
      </p:sp>
      <p:sp>
        <p:nvSpPr>
          <p:cNvPr id="2" name="">
            <a:extLst xmlns:a="http://schemas.openxmlformats.org/drawingml/2006/main">
              <a:ext uri="{FF2B5EF4-FFF2-40B4-BE49-F238E27FC236}">
                <a16:creationId xmlns:a16="http://schemas.microsoft.com/office/drawing/2014/main" id="{92642F36-04FA-4B9A-932E-617E4B3606B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E3ECDC-6854-477B-A144-40BDC3A23A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大きい側の位置が一緒になる、上側の裾依存。</a:t>
            </a:r>
          </a:p>
        </p:txBody>
      </p:sp>
      <p:sp>
        <p:nvSpPr>
          <p:cNvPr id="4" name="">
            <a:extLst xmlns:a="http://schemas.openxmlformats.org/drawingml/2006/main">
              <a:ext uri="{FF2B5EF4-FFF2-40B4-BE49-F238E27FC236}">
                <a16:creationId xmlns:a16="http://schemas.microsoft.com/office/drawing/2014/main" id="{867A17EF-CA3E-4AFE-A6D9-062EE500BEB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69D3BE00-6C41-44B6-A696-E7575786BED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36</a:t>
            </a:r>
          </a:p>
        </p:txBody>
      </p:sp>
      <p:sp>
        <p:nvSpPr>
          <p:cNvPr id="6" name="">
            <a:extLst xmlns:a="http://schemas.openxmlformats.org/drawingml/2006/main">
              <a:ext uri="{FF2B5EF4-FFF2-40B4-BE49-F238E27FC236}">
                <a16:creationId xmlns:a16="http://schemas.microsoft.com/office/drawing/2014/main" id="{69BF7DD4-7021-4B01-B9A2-3DA0925B9E1C}"/>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B82669A-2FD7-4D7C-945D-77A348562095}"/>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 xml:space="preserve">C_θ(u,v) = exp{−[(−ln u)ᶿ + (−ln v)ᶿ]</a:t>
            </a:r>
            <a:r>
              <a:rPr sz="1836" b="1" baseline="30000">
                <a:solidFill>
                  <a:srgbClr val="2B6777"/>
                </a:solidFill>
                <a:latin typeface="Noto Sans JP"/>
                <a:ea typeface="Noto Sans JP"/>
                <a:cs typeface="Noto Sans JP"/>
              </a:rPr>
              <a:t xml:space="preserve">1/θ</a:t>
            </a:r>
            <a:r>
              <a:rPr sz="2550" b="1">
                <a:solidFill>
                  <a:srgbClr val="2B6777"/>
                </a:solidFill>
                <a:latin typeface="Noto Sans JP"/>
                <a:ea typeface="Noto Sans JP"/>
                <a:cs typeface="Noto Sans JP"/>
              </a:rPr>
              <a:t xml:space="preserve">}</a:t>
            </a:r>
          </a:p>
        </p:txBody>
      </p:sp>
      <p:graphicFrame>
        <p:nvGraphicFramePr>
          <p:cNvPr id="18" name=""/>
          <p:cNvGraphicFramePr/>
          <p:nvPr/>
        </p:nvGraphicFramePr>
        <p:xfrm>
          <a:off xmlns:a="http://schemas.openxmlformats.org/drawingml/2006/main" x="514350" y="3381375"/>
          <a:ext xmlns:a="http://schemas.openxmlformats.org/drawingml/2006/main" cx="11163300" cy="1990725"/>
        </p:xfrm>
        <a:graphic xmlns:a="http://schemas.openxmlformats.org/drawingml/2006/main">
          <a:graphicData uri="http://schemas.openxmlformats.org/drawingml/2006/table">
            <a:tbl>
              <a:tblPr/>
              <a:tblGrid>
                <a:gridCol w="2667000"/>
                <a:gridCol w="8496300"/>
              </a:tblGrid>
              <a:tr h="497681">
                <a:tc>
                  <a:txBody>
                    <a:bodyPr/>
                    <a:lstStyle/>
                    <a:p>
                      <a:pPr algn="ctr"/>
                      <a:r>
                        <a:rPr sz="1875" b="1">
                          <a:solidFill>
                            <a:srgbClr val="2E7D5B"/>
                          </a:solidFill>
                          <a:latin typeface="Noto Sans JP"/>
                          <a:ea typeface="Noto Sans JP"/>
                          <a:cs typeface="Noto Sans JP"/>
                        </a:rPr>
                        <a:t>Gumbelの設定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特徴</a:t>
                      </a:r>
                    </a:p>
                  </a:txBody>
                  <a:tcPr marL="91440" marR="91440" marT="45720" marB="45720" anchor="ctr">
                    <a:solidFill>
                      <a:srgbClr val="E7F2EC"/>
                    </a:solidFill>
                  </a:tcPr>
                </a:tc>
              </a:tr>
              <a:tr h="497681">
                <a:tc>
                  <a:txBody>
                    <a:bodyPr/>
                    <a:lstStyle/>
                    <a:p>
                      <a:pPr algn="ctr"/>
                      <a:r>
                        <a:rPr sz="1875" b="0">
                          <a:solidFill>
                            <a:srgbClr val="222222"/>
                          </a:solidFill>
                          <a:latin typeface="Noto Sans JP"/>
                          <a:ea typeface="Noto Sans JP"/>
                          <a:cs typeface="Noto Sans JP"/>
                        </a:rPr>
                        <a:t>θ ≥ 1 / θ = 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θ=1なら独立。θが大きいほど強い依存。</a:t>
                      </a:r>
                    </a:p>
                  </a:txBody>
                  <a:tcPr marL="91440" marR="91440" marT="45720" marB="45720" anchor="ctr">
                    <a:solidFill>
                      <a:srgbClr val="FFFFFF"/>
                    </a:solidFill>
                  </a:tcPr>
                </a:tc>
              </a:tr>
              <a:tr h="497681">
                <a:tc>
                  <a:txBody>
                    <a:bodyPr/>
                    <a:lstStyle/>
                    <a:p>
                      <a:pPr algn="ctr"/>
                      <a:r>
                        <a:rPr sz="1875" b="0">
                          <a:solidFill>
                            <a:srgbClr val="222222"/>
                          </a:solidFill>
                          <a:latin typeface="Noto Sans JP"/>
                          <a:ea typeface="Noto Sans JP"/>
                          <a:cs typeface="Noto Sans JP"/>
                        </a:rPr>
                        <a:t>裾依存</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 xml:space="preserve">λU = 2 − 2</a:t>
                      </a:r>
                      <a:r>
                        <a:rPr sz="1350" b="0" baseline="30000">
                          <a:solidFill>
                            <a:srgbClr val="222222"/>
                          </a:solidFill>
                          <a:latin typeface="Noto Sans JP"/>
                          <a:ea typeface="Noto Sans JP"/>
                          <a:cs typeface="Noto Sans JP"/>
                        </a:rPr>
                        <a:t xml:space="preserve">1/θ</a:t>
                      </a:r>
                      <a:r>
                        <a:rPr sz="1875" b="0">
                          <a:solidFill>
                            <a:srgbClr val="222222"/>
                          </a:solidFill>
                          <a:latin typeface="Noto Sans JP"/>
                          <a:ea typeface="Noto Sans JP"/>
                          <a:cs typeface="Noto Sans JP"/>
                        </a:rPr>
                        <a:t xml:space="preserve">、λL = 0</a:t>
                      </a:r>
                    </a:p>
                  </a:txBody>
                  <a:tcPr marL="91440" marR="91440" marT="45720" marB="45720" anchor="ctr">
                    <a:solidFill>
                      <a:srgbClr val="F6F6F6"/>
                    </a:solidFill>
                  </a:tcPr>
                </a:tc>
              </a:tr>
              <a:tr h="497681">
                <a:tc>
                  <a:txBody>
                    <a:bodyPr/>
                    <a:lstStyle/>
                    <a:p>
                      <a:pPr algn="ctr"/>
                      <a:r>
                        <a:rPr sz="1875" b="0">
                          <a:solidFill>
                            <a:srgbClr val="222222"/>
                          </a:solidFill>
                          <a:latin typeface="Noto Sans JP"/>
                          <a:ea typeface="Noto Sans JP"/>
                          <a:cs typeface="Noto Sans JP"/>
                        </a:rPr>
                        <a:t>Joeとの関係</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Joeも上側裾依存。同じ裾係数でも内部の形は違う。</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FDE3567C-D4B4-45D0-9496-4BF4157C312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FA679C-306D-4F03-907D-FAB3F3447AB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大雨・需要急増等、上側の共発生が重要なときの候補</a:t>
            </a:r>
          </a:p>
        </p:txBody>
      </p:sp>
    </p:spTree>
    <p:extLst>
      <p:ext uri="{BB962C8B-B14F-4D97-AF65-F5344CB8AC3E}">
        <p14:creationId xmlns:p14="http://schemas.microsoft.com/office/powerpoint/2010/main" val="1785633611"/>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891C9C-6346-4034-8D00-CA9E22EAA86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補足：Frank copula</a:t>
            </a:r>
          </a:p>
        </p:txBody>
      </p:sp>
      <p:sp>
        <p:nvSpPr>
          <p:cNvPr id="2" name="">
            <a:extLst xmlns:a="http://schemas.openxmlformats.org/drawingml/2006/main">
              <a:ext uri="{FF2B5EF4-FFF2-40B4-BE49-F238E27FC236}">
                <a16:creationId xmlns:a16="http://schemas.microsoft.com/office/drawing/2014/main" id="{484225EC-8733-443D-80B0-50A9867705F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DDE430-1B02-4DED-959E-C47DA726D85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中央付近も含むなめらかな依存。上下の裾依存係数は0。</a:t>
            </a:r>
          </a:p>
        </p:txBody>
      </p:sp>
      <p:sp>
        <p:nvSpPr>
          <p:cNvPr id="4" name="">
            <a:extLst xmlns:a="http://schemas.openxmlformats.org/drawingml/2006/main">
              <a:ext uri="{FF2B5EF4-FFF2-40B4-BE49-F238E27FC236}">
                <a16:creationId xmlns:a16="http://schemas.microsoft.com/office/drawing/2014/main" id="{EAA565AF-C15E-47A9-8C81-DBAC31E7B5C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7E80E24C-171F-4210-85AC-8208A40A523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37</a:t>
            </a:r>
          </a:p>
        </p:txBody>
      </p:sp>
      <p:sp>
        <p:nvSpPr>
          <p:cNvPr id="6" name="">
            <a:extLst xmlns:a="http://schemas.openxmlformats.org/drawingml/2006/main">
              <a:ext uri="{FF2B5EF4-FFF2-40B4-BE49-F238E27FC236}">
                <a16:creationId xmlns:a16="http://schemas.microsoft.com/office/drawing/2014/main" id="{9895AFFA-F691-4BE1-825E-933977C6C4D2}"/>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944BB0-131B-4759-A7C1-A7D6AC0DF1C9}"/>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 xml:space="preserve">C_θ(u,v) = −(1/θ) ln[1 + (e</a:t>
            </a:r>
            <a:r>
              <a:rPr sz="1512" b="1" baseline="30000">
                <a:solidFill>
                  <a:srgbClr val="2B6777"/>
                </a:solidFill>
                <a:latin typeface="Noto Sans JP"/>
                <a:ea typeface="Noto Sans JP"/>
                <a:cs typeface="Noto Sans JP"/>
              </a:rPr>
              <a:t xml:space="preserve">−θu</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−θv</a:t>
            </a:r>
            <a:r>
              <a:rPr sz="2100" b="1">
                <a:solidFill>
                  <a:srgbClr val="2B6777"/>
                </a:solidFill>
                <a:latin typeface="Noto Sans JP"/>
                <a:ea typeface="Noto Sans JP"/>
                <a:cs typeface="Noto Sans JP"/>
              </a:rPr>
              <a:t xml:space="preserve"> − 1)/(e</a:t>
            </a:r>
            <a:r>
              <a:rPr sz="1512" b="1" baseline="30000">
                <a:solidFill>
                  <a:srgbClr val="2B6777"/>
                </a:solidFill>
                <a:latin typeface="Noto Sans JP"/>
                <a:ea typeface="Noto Sans JP"/>
                <a:cs typeface="Noto Sans JP"/>
              </a:rPr>
              <a:t xml:space="preserve">−θ</a:t>
            </a:r>
            <a:r>
              <a:rPr sz="2100" b="1">
                <a:solidFill>
                  <a:srgbClr val="2B6777"/>
                </a:solidFill>
                <a:latin typeface="Noto Sans JP"/>
                <a:ea typeface="Noto Sans JP"/>
                <a:cs typeface="Noto Sans JP"/>
              </a:rPr>
              <a:t xml:space="preserve"> − 1)]</a:t>
            </a:r>
          </a:p>
        </p:txBody>
      </p:sp>
      <p:sp>
        <p:nvSpPr>
          <p:cNvPr id="8" name="">
            <a:extLst xmlns:a="http://schemas.openxmlformats.org/drawingml/2006/main">
              <a:ext uri="{FF2B5EF4-FFF2-40B4-BE49-F238E27FC236}">
                <a16:creationId xmlns:a16="http://schemas.microsoft.com/office/drawing/2014/main" id="{C9A66DFF-414C-46D9-8C2A-664D9C8F4803}"/>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3CBC967F-26F0-4626-94AA-B5D06CCD0DC0}"/>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二変量ではθ&gt;0で正の依存、θ&lt;0で負の依存。</a:t>
            </a:r>
          </a:p>
        </p:txBody>
      </p:sp>
      <p:sp>
        <p:nvSpPr>
          <p:cNvPr id="10" name="">
            <a:extLst xmlns:a="http://schemas.openxmlformats.org/drawingml/2006/main">
              <a:ext uri="{FF2B5EF4-FFF2-40B4-BE49-F238E27FC236}">
                <a16:creationId xmlns:a16="http://schemas.microsoft.com/office/drawing/2014/main" id="{C5AB32F5-0E0E-4957-9DBD-AB31AB73DD6D}"/>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D67605BF-D8FB-4FE2-924D-DBA0D258CE9C}"/>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θ→0で独立。上下の裾依存係数は0。</a:t>
            </a:r>
          </a:p>
        </p:txBody>
      </p:sp>
      <p:sp>
        <p:nvSpPr>
          <p:cNvPr id="12" name="">
            <a:extLst xmlns:a="http://schemas.openxmlformats.org/drawingml/2006/main">
              <a:ext uri="{FF2B5EF4-FFF2-40B4-BE49-F238E27FC236}">
                <a16:creationId xmlns:a16="http://schemas.microsoft.com/office/drawing/2014/main" id="{8A294B0C-97B1-44B5-8084-A049D3C69E51}"/>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E6FDFBC9-E323-4E1A-B8B9-A7CE88D4C2E2}"/>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極端な共発生より、中央を含む関係を重視する候補。</a:t>
            </a:r>
          </a:p>
        </p:txBody>
      </p:sp>
      <p:sp>
        <p:nvSpPr>
          <p:cNvPr id="14" name="">
            <a:extLst xmlns:a="http://schemas.openxmlformats.org/drawingml/2006/main">
              <a:ext uri="{FF2B5EF4-FFF2-40B4-BE49-F238E27FC236}">
                <a16:creationId xmlns:a16="http://schemas.microsoft.com/office/drawing/2014/main" id="{A75F43FB-C07A-40AC-93BD-F3D3A4EA39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E76CD8-489B-4DDF-928D-492808356DD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「裾依存が0」でも、全範囲で独立という意味ではない</a:t>
            </a:r>
          </a:p>
        </p:txBody>
      </p:sp>
    </p:spTree>
    <p:extLst>
      <p:ext uri="{BB962C8B-B14F-4D97-AF65-F5344CB8AC3E}">
        <p14:creationId xmlns:p14="http://schemas.microsoft.com/office/powerpoint/2010/main" val="757568378"/>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517CF0-F9E4-4F0D-8727-EF2D4EBC710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補足：回転・Vine・ノンパラメトリック</a:t>
            </a:r>
          </a:p>
        </p:txBody>
      </p:sp>
      <p:sp>
        <p:nvSpPr>
          <p:cNvPr id="2" name="">
            <a:extLst xmlns:a="http://schemas.openxmlformats.org/drawingml/2006/main">
              <a:ext uri="{FF2B5EF4-FFF2-40B4-BE49-F238E27FC236}">
                <a16:creationId xmlns:a16="http://schemas.microsoft.com/office/drawing/2014/main" id="{1E2B1AEA-4990-42C9-8335-DF3E56B2C2B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62E8BE-0E1E-4B35-9208-9DACEA20600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単一のモデルでは足りない関係を、別の構成で扱う。</a:t>
            </a:r>
          </a:p>
        </p:txBody>
      </p:sp>
      <p:sp>
        <p:nvSpPr>
          <p:cNvPr id="4" name="">
            <a:extLst xmlns:a="http://schemas.openxmlformats.org/drawingml/2006/main">
              <a:ext uri="{FF2B5EF4-FFF2-40B4-BE49-F238E27FC236}">
                <a16:creationId xmlns:a16="http://schemas.microsoft.com/office/drawing/2014/main" id="{D9310F5E-C6D3-4D0F-9E91-6D4804AAC0B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FD27D3B4-5FFD-47A5-AE98-07B14216660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38</a:t>
            </a:r>
          </a:p>
        </p:txBody>
      </p:sp>
      <p:graphicFrame>
        <p:nvGraphicFramePr>
          <p:cNvPr id="14" name=""/>
          <p:cNvGraphicFramePr/>
          <p:nvPr/>
        </p:nvGraphicFramePr>
        <p:xfrm>
          <a:off xmlns:a="http://schemas.openxmlformats.org/drawingml/2006/main" x="514350" y="2143125"/>
          <a:ext xmlns:a="http://schemas.openxmlformats.org/drawingml/2006/main" cx="11163300" cy="2647950"/>
        </p:xfrm>
        <a:graphic xmlns:a="http://schemas.openxmlformats.org/drawingml/2006/main">
          <a:graphicData uri="http://schemas.openxmlformats.org/drawingml/2006/table">
            <a:tbl>
              <a:tblPr/>
              <a:tblGrid>
                <a:gridCol w="3721100"/>
                <a:gridCol w="3721100"/>
                <a:gridCol w="3721100"/>
              </a:tblGrid>
              <a:tr h="661988">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注意点</a:t>
                      </a:r>
                    </a:p>
                  </a:txBody>
                  <a:tcPr marL="91440" marR="91440" marT="45720" marB="45720" anchor="ctr">
                    <a:solidFill>
                      <a:srgbClr val="E7F2EC"/>
                    </a:solidFill>
                  </a:tcPr>
                </a:tc>
              </a:tr>
              <a:tr h="661988">
                <a:tc>
                  <a:txBody>
                    <a:bodyPr/>
                    <a:lstStyle/>
                    <a:p>
                      <a:pPr algn="ctr"/>
                      <a:r>
                        <a:rPr sz="1950" b="0">
                          <a:solidFill>
                            <a:srgbClr val="222222"/>
                          </a:solidFill>
                          <a:latin typeface="Noto Sans JP"/>
                          <a:ea typeface="Noto Sans JP"/>
                          <a:cs typeface="Noto Sans JP"/>
                        </a:rPr>
                        <a:t>回転コピュラ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依存の強いコーナーを変える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90°・180°・270°で意味が異なる</a:t>
                      </a:r>
                    </a:p>
                  </a:txBody>
                  <a:tcPr marL="91440" marR="91440" marT="45720" marB="45720" anchor="ctr">
                    <a:solidFill>
                      <a:srgbClr val="FFFFFF"/>
                    </a:solidFill>
                  </a:tcPr>
                </a:tc>
              </a:tr>
              <a:tr h="661988">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ペアごとに別のコピュラを組合せる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構造・モデル選択と条件付き計算が複雑</a:t>
                      </a:r>
                    </a:p>
                  </a:txBody>
                  <a:tcPr marL="91440" marR="91440" marT="45720" marB="45720" anchor="ctr">
                    <a:solidFill>
                      <a:srgbClr val="F6F6F6"/>
                    </a:solidFill>
                  </a:tcPr>
                </a:tc>
              </a:tr>
              <a:tr h="661988">
                <a:tc>
                  <a:txBody>
                    <a:bodyPr/>
                    <a:lstStyle/>
                    <a:p>
                      <a:pPr algn="ctr"/>
                      <a:r>
                        <a:rPr sz="1950" b="0">
                          <a:solidFill>
                            <a:srgbClr val="222222"/>
                          </a:solidFill>
                          <a:latin typeface="Noto Sans JP"/>
                          <a:ea typeface="Noto Sans JP"/>
                          <a:cs typeface="Noto Sans JP"/>
                        </a:rPr>
                        <a:t>経験 / 平滑化コピュラ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特定家族の形を強く仮定しない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十分な標本が必要。高次元で疎になる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122AA6-E21A-430A-AEAA-DBD911E8FFA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9510521-CF50-455D-83C2-A66386ADCA5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柔軟さと、サンプル数・推定の安定性・計算量を比較する</a:t>
            </a:r>
          </a:p>
        </p:txBody>
      </p:sp>
    </p:spTree>
    <p:extLst>
      <p:ext uri="{BB962C8B-B14F-4D97-AF65-F5344CB8AC3E}">
        <p14:creationId xmlns:p14="http://schemas.microsoft.com/office/powerpoint/2010/main" val="40496010"/>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3F5CC1-BC62-4CC3-B7B6-01003B92C2B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補足：順序変数とは？</a:t>
            </a:r>
          </a:p>
        </p:txBody>
      </p:sp>
      <p:sp>
        <p:nvSpPr>
          <p:cNvPr id="2" name="">
            <a:extLst xmlns:a="http://schemas.openxmlformats.org/drawingml/2006/main">
              <a:ext uri="{FF2B5EF4-FFF2-40B4-BE49-F238E27FC236}">
                <a16:creationId xmlns:a16="http://schemas.microsoft.com/office/drawing/2014/main" id="{584F9EF0-5244-45F1-9AE1-39CE6B68037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70ED88-0443-4EE3-9A9F-56D3FE59808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順番はあるが、カテゴリ間の差が同じとは限らない変数。</a:t>
            </a:r>
          </a:p>
        </p:txBody>
      </p:sp>
      <p:sp>
        <p:nvSpPr>
          <p:cNvPr id="4" name="">
            <a:extLst xmlns:a="http://schemas.openxmlformats.org/drawingml/2006/main">
              <a:ext uri="{FF2B5EF4-FFF2-40B4-BE49-F238E27FC236}">
                <a16:creationId xmlns:a16="http://schemas.microsoft.com/office/drawing/2014/main" id="{290AB439-94A4-4220-9A36-1477E5CBAB6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A2691C45-8FCA-48A8-A387-D2790651D21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39</a:t>
            </a:r>
          </a:p>
        </p:txBody>
      </p:sp>
      <p:graphicFrame>
        <p:nvGraphicFramePr>
          <p:cNvPr id="15" name=""/>
          <p:cNvGraphicFramePr/>
          <p:nvPr/>
        </p:nvGraphicFramePr>
        <p:xfrm>
          <a:off xmlns:a="http://schemas.openxmlformats.org/drawingml/2006/main" x="514350" y="2076450"/>
          <a:ext xmlns:a="http://schemas.openxmlformats.org/drawingml/2006/main" cx="11163300" cy="2466975"/>
        </p:xfrm>
        <a:graphic xmlns:a="http://schemas.openxmlformats.org/drawingml/2006/main">
          <a:graphicData uri="http://schemas.openxmlformats.org/drawingml/2006/table">
            <a:tbl>
              <a:tblPr/>
              <a:tblGrid>
                <a:gridCol w="3721100"/>
                <a:gridCol w="3721100"/>
                <a:gridCol w="3721100"/>
              </a:tblGrid>
              <a:tr h="616744">
                <a:tc>
                  <a:txBody>
                    <a:bodyPr/>
                    <a:lstStyle/>
                    <a:p>
                      <a:pPr algn="ctr"/>
                      <a:r>
                        <a:rPr sz="2025" b="1">
                          <a:solidFill>
                            <a:srgbClr val="2E7D5B"/>
                          </a:solidFill>
                          <a:latin typeface="Noto Sans JP"/>
                          <a:ea typeface="Noto Sans JP"/>
                          <a:cs typeface="Noto Sans JP"/>
                        </a:rPr>
                        <a:t>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考えるべきこと</a:t>
                      </a:r>
                    </a:p>
                  </a:txBody>
                  <a:tcPr marL="91440" marR="91440" marT="45720" marB="45720" anchor="ctr">
                    <a:solidFill>
                      <a:srgbClr val="E7F2EC"/>
                    </a:solidFill>
                  </a:tcPr>
                </a:tc>
              </a:tr>
              <a:tr h="616744">
                <a:tc>
                  <a:txBody>
                    <a:bodyPr/>
                    <a:lstStyle/>
                    <a:p>
                      <a:pPr algn="ctr"/>
                      <a:r>
                        <a:rPr sz="2025" b="0">
                          <a:solidFill>
                            <a:srgbClr val="222222"/>
                          </a:solidFill>
                          <a:latin typeface="Noto Sans JP"/>
                          <a:ea typeface="Noto Sans JP"/>
                          <a:cs typeface="Noto Sans JP"/>
                        </a:rPr>
                        <a:t>連続</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身長・体重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値と差が意味を持つ</a:t>
                      </a:r>
                    </a:p>
                  </a:txBody>
                  <a:tcPr marL="91440" marR="91440" marT="45720" marB="45720" anchor="ctr">
                    <a:solidFill>
                      <a:srgbClr val="FFFFFF"/>
                    </a:solidFill>
                  </a:tcPr>
                </a:tc>
              </a:tr>
              <a:tr h="616744">
                <a:tc>
                  <a:txBody>
                    <a:bodyPr/>
                    <a:lstStyle/>
                    <a:p>
                      <a:pPr algn="ctr"/>
                      <a:r>
                        <a:rPr sz="2025" b="0">
                          <a:solidFill>
                            <a:srgbClr val="222222"/>
                          </a:solidFill>
                          <a:latin typeface="Noto Sans JP"/>
                          <a:ea typeface="Noto Sans JP"/>
                          <a:cs typeface="Noto Sans JP"/>
                        </a:rPr>
                        <a:t>順序</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満足度：低・中・高 / 評価1〜5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大小の順番はある。間隔は保証されない。</a:t>
                      </a:r>
                    </a:p>
                  </a:txBody>
                  <a:tcPr marL="91440" marR="91440" marT="45720" marB="45720" anchor="ctr">
                    <a:solidFill>
                      <a:srgbClr val="F6F6F6"/>
                    </a:solidFill>
                  </a:tcPr>
                </a:tc>
              </a:tr>
              <a:tr h="616744">
                <a:tc>
                  <a:txBody>
                    <a:bodyPr/>
                    <a:lstStyle/>
                    <a:p>
                      <a:pPr algn="ctr"/>
                      <a:r>
                        <a:rPr sz="2025" b="0">
                          <a:solidFill>
                            <a:srgbClr val="222222"/>
                          </a:solidFill>
                          <a:latin typeface="Noto Sans JP"/>
                          <a:ea typeface="Noto Sans JP"/>
                          <a:cs typeface="Noto Sans JP"/>
                        </a:rPr>
                        <a:t>名義</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血液型・地域名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自然な大小の順序がない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C66AB95-04B9-4D05-93F6-755D6056548B}"/>
              </a:ext>
            </a:extLst>
          </p:cNvPr>
          <p:cNvSpPr>
            <a:spLocks xmlns:a="http://schemas.openxmlformats.org/drawingml/2006/main" noGrp="1"/>
          </p:cNvSpPr>
          <p:nvPr/>
        </p:nvSpPr>
        <p:spPr>
          <a:xfrm xmlns:a="http://schemas.openxmlformats.org/drawingml/2006/main">
            <a:off x="619125" y="48101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順序モデルの例：Z ≤ τ₁なら「低」、τ₁ &lt; Z ≤ τ₂なら「中」。</a:t>
            </a:r>
          </a:p>
        </p:txBody>
      </p:sp>
      <p:sp>
        <p:nvSpPr>
          <p:cNvPr id="8" name="">
            <a:extLst xmlns:a="http://schemas.openxmlformats.org/drawingml/2006/main">
              <a:ext uri="{FF2B5EF4-FFF2-40B4-BE49-F238E27FC236}">
                <a16:creationId xmlns:a16="http://schemas.microsoft.com/office/drawing/2014/main" id="{E25D1761-FB82-4BD8-95D6-9D3E1D4A2F7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17613A-037F-4242-8C51-C213C7C916D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今の連続特徴用の実装を、カテゴリへそのまま広げない</a:t>
            </a:r>
          </a:p>
        </p:txBody>
      </p:sp>
    </p:spTree>
    <p:extLst>
      <p:ext uri="{BB962C8B-B14F-4D97-AF65-F5344CB8AC3E}">
        <p14:creationId xmlns:p14="http://schemas.microsoft.com/office/powerpoint/2010/main" val="971815468"/>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089E5D-6796-458E-A4DC-FDC1A9A408E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補足：混合型の欠損補完研究との接続</a:t>
            </a:r>
          </a:p>
        </p:txBody>
      </p:sp>
      <p:sp>
        <p:nvSpPr>
          <p:cNvPr id="2" name="">
            <a:extLst xmlns:a="http://schemas.openxmlformats.org/drawingml/2006/main">
              <a:ext uri="{FF2B5EF4-FFF2-40B4-BE49-F238E27FC236}">
                <a16:creationId xmlns:a16="http://schemas.microsoft.com/office/drawing/2014/main" id="{DE64BC6C-C6BB-4F12-9BB2-025951BF0C5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D5A845-B0DE-429D-BAE7-B995512178D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Zhao &amp; Udell (2020)：Gaussian copulaで連続・順序変数を補完。</a:t>
            </a:r>
          </a:p>
        </p:txBody>
      </p:sp>
      <p:sp>
        <p:nvSpPr>
          <p:cNvPr id="4" name="">
            <a:extLst xmlns:a="http://schemas.openxmlformats.org/drawingml/2006/main">
              <a:ext uri="{FF2B5EF4-FFF2-40B4-BE49-F238E27FC236}">
                <a16:creationId xmlns:a16="http://schemas.microsoft.com/office/drawing/2014/main" id="{A4FFE8A2-BC6D-4489-8AE0-04F75426727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1056EA04-BCEA-4648-A98E-CBCF5946EF2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40</a:t>
            </a:r>
          </a:p>
        </p:txBody>
      </p:sp>
      <p:sp>
        <p:nvSpPr>
          <p:cNvPr id="6" name="">
            <a:extLst xmlns:a="http://schemas.openxmlformats.org/drawingml/2006/main">
              <a:ext uri="{FF2B5EF4-FFF2-40B4-BE49-F238E27FC236}">
                <a16:creationId xmlns:a16="http://schemas.microsoft.com/office/drawing/2014/main" id="{09F76621-B0F7-4B0E-89FD-318B6A858C8C}"/>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62F5B40-EE6A-411A-9FB0-676B5B23319D}"/>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背景：実データには連続値と、順序カテゴリ、欠損が混在する。</a:t>
            </a:r>
          </a:p>
        </p:txBody>
      </p:sp>
      <p:sp>
        <p:nvSpPr>
          <p:cNvPr id="8" name="">
            <a:extLst xmlns:a="http://schemas.openxmlformats.org/drawingml/2006/main">
              <a:ext uri="{FF2B5EF4-FFF2-40B4-BE49-F238E27FC236}">
                <a16:creationId xmlns:a16="http://schemas.microsoft.com/office/drawing/2014/main" id="{1E760D6E-4442-4383-8BF0-A75853A75257}"/>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F9490CA3-2A9D-4D63-A4ED-0C1E8E48DE99}"/>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手法：各型を潜在正規の値／区間として扱い、EMで依存を推定。</a:t>
            </a:r>
          </a:p>
        </p:txBody>
      </p:sp>
      <p:sp>
        <p:nvSpPr>
          <p:cNvPr id="10" name="">
            <a:extLst xmlns:a="http://schemas.openxmlformats.org/drawingml/2006/main">
              <a:ext uri="{FF2B5EF4-FFF2-40B4-BE49-F238E27FC236}">
                <a16:creationId xmlns:a16="http://schemas.microsoft.com/office/drawing/2014/main" id="{3249DCB5-6A0C-4C78-9BC0-CB860D2A1A81}"/>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E0B885B0-19BF-4103-8ADE-F8EBDA0D0815}"/>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目的：観測値を条件に、欠損値を補う。</a:t>
            </a:r>
          </a:p>
        </p:txBody>
      </p:sp>
      <p:sp>
        <p:nvSpPr>
          <p:cNvPr id="12" name="">
            <a:extLst xmlns:a="http://schemas.openxmlformats.org/drawingml/2006/main">
              <a:ext uri="{FF2B5EF4-FFF2-40B4-BE49-F238E27FC236}">
                <a16:creationId xmlns:a16="http://schemas.microsoft.com/office/drawing/2014/main" id="{3E8A548E-B919-486D-B3DA-4395434383B3}"/>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80B0E3D9-A935-4DC4-B08D-E4BAAF4EAF8F}"/>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本研究：条件付けと型の扱いを参考にし、補完から拡張へつなぐ。</a:t>
            </a:r>
          </a:p>
        </p:txBody>
      </p:sp>
      <p:sp>
        <p:nvSpPr>
          <p:cNvPr id="14" name="">
            <a:extLst xmlns:a="http://schemas.openxmlformats.org/drawingml/2006/main">
              <a:ext uri="{FF2B5EF4-FFF2-40B4-BE49-F238E27FC236}">
                <a16:creationId xmlns:a16="http://schemas.microsoft.com/office/drawing/2014/main" id="{4E82D181-BFB7-49CF-8CA0-D765E3BB16A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1A81BE-6DD9-4A9E-B10B-F865BADDCEC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接続できるのは生成の設計。欠損補完の結果は、拡張の効果の証明ではない</a:t>
            </a:r>
          </a:p>
        </p:txBody>
      </p:sp>
    </p:spTree>
    <p:extLst>
      <p:ext uri="{BB962C8B-B14F-4D97-AF65-F5344CB8AC3E}">
        <p14:creationId xmlns:p14="http://schemas.microsoft.com/office/powerpoint/2010/main" val="1626707126"/>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1CACCDE-ECEA-41E2-B8E7-A5A200D52FF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補足：説明可能性の研究との接続</a:t>
            </a:r>
          </a:p>
        </p:txBody>
      </p:sp>
      <p:sp>
        <p:nvSpPr>
          <p:cNvPr id="2" name="">
            <a:extLst xmlns:a="http://schemas.openxmlformats.org/drawingml/2006/main">
              <a:ext uri="{FF2B5EF4-FFF2-40B4-BE49-F238E27FC236}">
                <a16:creationId xmlns:a16="http://schemas.microsoft.com/office/drawing/2014/main" id="{ABAE0977-BFED-4A92-8922-E6F7133867B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849875-21E2-49AB-8186-844C85FBD28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Aas, Jullum &amp; Løland (2021)：依存を考慮したShapley値の近似。</a:t>
            </a:r>
          </a:p>
        </p:txBody>
      </p:sp>
      <p:sp>
        <p:nvSpPr>
          <p:cNvPr id="4" name="">
            <a:extLst xmlns:a="http://schemas.openxmlformats.org/drawingml/2006/main">
              <a:ext uri="{FF2B5EF4-FFF2-40B4-BE49-F238E27FC236}">
                <a16:creationId xmlns:a16="http://schemas.microsoft.com/office/drawing/2014/main" id="{69CB5070-E26B-40F0-AE8B-EA6D3EA13F1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4A4F73A9-E7E2-41D4-BCF1-6F46887CFA5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41</a:t>
            </a:r>
          </a:p>
        </p:txBody>
      </p:sp>
      <p:sp>
        <p:nvSpPr>
          <p:cNvPr id="6" name="">
            <a:extLst xmlns:a="http://schemas.openxmlformats.org/drawingml/2006/main">
              <a:ext uri="{FF2B5EF4-FFF2-40B4-BE49-F238E27FC236}">
                <a16:creationId xmlns:a16="http://schemas.microsoft.com/office/drawing/2014/main" id="{5ABA29C4-495F-4B47-8FBB-6DEEB4816AB7}"/>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03010E9-F775-4FF9-A00F-20BB406BEDEB}"/>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背景：一部特徴を固定し、残りを無条件に取ると、不自然な行を作り得る。</a:t>
            </a:r>
          </a:p>
        </p:txBody>
      </p:sp>
      <p:sp>
        <p:nvSpPr>
          <p:cNvPr id="8" name="">
            <a:extLst xmlns:a="http://schemas.openxmlformats.org/drawingml/2006/main">
              <a:ext uri="{FF2B5EF4-FFF2-40B4-BE49-F238E27FC236}">
                <a16:creationId xmlns:a16="http://schemas.microsoft.com/office/drawing/2014/main" id="{83B82595-04AA-4689-A0F9-B4E59D7BAB58}"/>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CF05FB9-F05E-47D1-8D06-0282B68C76AB}"/>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手法：条件付き分布をGaussian / copula / empirical等で近似。</a:t>
            </a:r>
          </a:p>
        </p:txBody>
      </p:sp>
      <p:sp>
        <p:nvSpPr>
          <p:cNvPr id="10" name="">
            <a:extLst xmlns:a="http://schemas.openxmlformats.org/drawingml/2006/main">
              <a:ext uri="{FF2B5EF4-FFF2-40B4-BE49-F238E27FC236}">
                <a16:creationId xmlns:a16="http://schemas.microsoft.com/office/drawing/2014/main" id="{9C696A6E-FD93-4FE4-A07D-7B1BB8C0C3D5}"/>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22B86C0B-8BE6-423F-8714-55A7E319D921}"/>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目的：特徴依存を考慮した、個別予測の説明を計算する。</a:t>
            </a:r>
          </a:p>
        </p:txBody>
      </p:sp>
      <p:sp>
        <p:nvSpPr>
          <p:cNvPr id="12" name="">
            <a:extLst xmlns:a="http://schemas.openxmlformats.org/drawingml/2006/main">
              <a:ext uri="{FF2B5EF4-FFF2-40B4-BE49-F238E27FC236}">
                <a16:creationId xmlns:a16="http://schemas.microsoft.com/office/drawing/2014/main" id="{D3A13F7B-BE24-4061-86D6-BBB83B75C107}"/>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4C2D0CD8-A3E1-40B6-A49A-8E89FE0125A1}"/>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本研究：残す列を条件に生成する発想を、学習用拡張へ移す。</a:t>
            </a:r>
          </a:p>
        </p:txBody>
      </p:sp>
      <p:sp>
        <p:nvSpPr>
          <p:cNvPr id="14" name="">
            <a:extLst xmlns:a="http://schemas.openxmlformats.org/drawingml/2006/main">
              <a:ext uri="{FF2B5EF4-FFF2-40B4-BE49-F238E27FC236}">
                <a16:creationId xmlns:a16="http://schemas.microsoft.com/office/drawing/2014/main" id="{9C98D33D-81FA-462E-A774-B2FC8240F46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E8EF883-F272-4011-B55A-59E389EF095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同じ条件付き生成でも、目的と評価指標は異なる</a:t>
            </a:r>
          </a:p>
        </p:txBody>
      </p:sp>
    </p:spTree>
    <p:extLst>
      <p:ext uri="{BB962C8B-B14F-4D97-AF65-F5344CB8AC3E}">
        <p14:creationId xmlns:p14="http://schemas.microsoft.com/office/powerpoint/2010/main" val="62178072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1EA405-FD96-490C-B92F-938B64E84F0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補足：先行研究2との比較で言える範囲</a:t>
            </a:r>
          </a:p>
        </p:txBody>
      </p:sp>
      <p:sp>
        <p:nvSpPr>
          <p:cNvPr id="2" name="">
            <a:extLst xmlns:a="http://schemas.openxmlformats.org/drawingml/2006/main">
              <a:ext uri="{FF2B5EF4-FFF2-40B4-BE49-F238E27FC236}">
                <a16:creationId xmlns:a16="http://schemas.microsoft.com/office/drawing/2014/main" id="{2ACC154B-590D-4D4F-960A-575568A44EE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E4B941-3567-4FAF-973A-197BA52ED44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クラス条件付き置換と、特徴依存の条件付き置換は条件が違う。</a:t>
            </a:r>
          </a:p>
        </p:txBody>
      </p:sp>
      <p:sp>
        <p:nvSpPr>
          <p:cNvPr id="4" name="">
            <a:extLst xmlns:a="http://schemas.openxmlformats.org/drawingml/2006/main">
              <a:ext uri="{FF2B5EF4-FFF2-40B4-BE49-F238E27FC236}">
                <a16:creationId xmlns:a16="http://schemas.microsoft.com/office/drawing/2014/main" id="{CAA17FD9-A1FB-4EDF-A0F9-D3F22D5D8D7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D89D3F0F-5693-4F6B-98AA-E95F09896D4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42</a:t>
            </a:r>
          </a:p>
        </p:txBody>
      </p:sp>
      <p:graphicFrame>
        <p:nvGraphicFramePr>
          <p:cNvPr id="14" name=""/>
          <p:cNvGraphicFramePr/>
          <p:nvPr/>
        </p:nvGraphicFramePr>
        <p:xfrm>
          <a:off xmlns:a="http://schemas.openxmlformats.org/drawingml/2006/main" x="514350" y="1933575"/>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00"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クラス条件付き法</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今回のGaussian copula</a:t>
                      </a:r>
                    </a:p>
                  </a:txBody>
                  <a:tcPr marL="91440" marR="91440" marT="45720" marB="45720" anchor="ctr">
                    <a:solidFill>
                      <a:srgbClr val="E7F2EC"/>
                    </a:solidFill>
                  </a:tcPr>
                </a:tc>
              </a:tr>
              <a:tr h="666750">
                <a:tc>
                  <a:txBody>
                    <a:bodyPr/>
                    <a:lstStyle/>
                    <a:p>
                      <a:pPr algn="ctr"/>
                      <a:r>
                        <a:rPr sz="1800" b="0">
                          <a:solidFill>
                            <a:srgbClr val="222222"/>
                          </a:solidFill>
                          <a:latin typeface="Noto Sans JP"/>
                          <a:ea typeface="Noto Sans JP"/>
                          <a:cs typeface="Noto Sans JP"/>
                        </a:rPr>
                        <a:t>条件</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真／擬似クラス</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残した特徴の値</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強み</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同じクラス内の候補を使う</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特徴間の依存を使える</a:t>
                      </a:r>
                    </a:p>
                  </a:txBody>
                  <a:tcPr marL="91440" marR="91440" marT="45720" marB="45720" anchor="ctr">
                    <a:solidFill>
                      <a:srgbClr val="F6F6F6"/>
                    </a:solidFill>
                  </a:tcPr>
                </a:tc>
              </a:tr>
              <a:tr h="666750">
                <a:tc>
                  <a:txBody>
                    <a:bodyPr/>
                    <a:lstStyle/>
                    <a:p>
                      <a:pPr algn="ctr"/>
                      <a:r>
                        <a:rPr sz="1800" b="0">
                          <a:solidFill>
                            <a:srgbClr val="222222"/>
                          </a:solidFill>
                          <a:latin typeface="Noto Sans JP"/>
                          <a:ea typeface="Noto Sans JP"/>
                          <a:cs typeface="Noto Sans JP"/>
                        </a:rPr>
                        <a:t>課題</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擬似クラス誤りの影響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全体分布からの生成はクラス保持を保証しない</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対照の解釈</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目的関数・前学習も異なる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置換器の効果はVIME内で分離する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DEFEB14C-A6DA-4881-BC5E-1FD1C0A98DC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E7828A-001E-4433-9C09-0EA93E47022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「擬似ラベル不要」と「クラスを保つ」は、同じ意味ではない</a:t>
            </a:r>
          </a:p>
        </p:txBody>
      </p:sp>
    </p:spTree>
    <p:extLst>
      <p:ext uri="{BB962C8B-B14F-4D97-AF65-F5344CB8AC3E}">
        <p14:creationId xmlns:p14="http://schemas.microsoft.com/office/powerpoint/2010/main" val="827707880"/>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328A90-C289-418F-9981-ED21FA8ECB2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補足：評価指標の意味</a:t>
            </a:r>
          </a:p>
        </p:txBody>
      </p:sp>
      <p:sp>
        <p:nvSpPr>
          <p:cNvPr id="2" name="">
            <a:extLst xmlns:a="http://schemas.openxmlformats.org/drawingml/2006/main">
              <a:ext uri="{FF2B5EF4-FFF2-40B4-BE49-F238E27FC236}">
                <a16:creationId xmlns:a16="http://schemas.microsoft.com/office/drawing/2014/main" id="{B0052D6E-AFF4-4E7C-BAE5-46C2E9990B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B9ED6F-48D9-4F5E-A9CA-568B8A37E69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クラス数・不均衡・確率の順位を分けて評価する。</a:t>
            </a:r>
          </a:p>
        </p:txBody>
      </p:sp>
      <p:sp>
        <p:nvSpPr>
          <p:cNvPr id="4" name="">
            <a:extLst xmlns:a="http://schemas.openxmlformats.org/drawingml/2006/main">
              <a:ext uri="{FF2B5EF4-FFF2-40B4-BE49-F238E27FC236}">
                <a16:creationId xmlns:a16="http://schemas.microsoft.com/office/drawing/2014/main" id="{29C9F038-AF6C-478C-8EE7-15BA5687CA9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FC9A5BE3-D31E-4065-B97E-E961D8355D8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43</a:t>
            </a:r>
          </a:p>
        </p:txBody>
      </p:sp>
      <p:graphicFrame>
        <p:nvGraphicFramePr>
          <p:cNvPr id="14" name=""/>
          <p:cNvGraphicFramePr/>
          <p:nvPr/>
        </p:nvGraphicFramePr>
        <p:xfrm>
          <a:off xmlns:a="http://schemas.openxmlformats.org/drawingml/2006/main" x="514350" y="2019300"/>
          <a:ext xmlns:a="http://schemas.openxmlformats.org/drawingml/2006/main" cx="11163300" cy="2847975"/>
        </p:xfrm>
        <a:graphic xmlns:a="http://schemas.openxmlformats.org/drawingml/2006/main">
          <a:graphicData uri="http://schemas.openxmlformats.org/drawingml/2006/table">
            <a:tbl>
              <a:tblPr/>
              <a:tblGrid>
                <a:gridCol w="2667000"/>
                <a:gridCol w="8496300"/>
              </a:tblGrid>
              <a:tr h="569595">
                <a:tc>
                  <a:txBody>
                    <a:bodyPr/>
                    <a:lstStyle/>
                    <a:p>
                      <a:pPr algn="ctr"/>
                      <a:r>
                        <a:rPr sz="2025" b="1">
                          <a:solidFill>
                            <a:srgbClr val="2E7D5B"/>
                          </a:solidFill>
                          <a:latin typeface="Noto Sans JP"/>
                          <a:ea typeface="Noto Sans JP"/>
                          <a:cs typeface="Noto Sans JP"/>
                        </a:rPr>
                        <a:t>指標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何を見るか</a:t>
                      </a:r>
                    </a:p>
                  </a:txBody>
                  <a:tcPr marL="91440" marR="91440" marT="45720" marB="45720" anchor="ctr">
                    <a:solidFill>
                      <a:srgbClr val="E7F2EC"/>
                    </a:solidFill>
                  </a:tcPr>
                </a:tc>
              </a:tr>
              <a:tr h="569595">
                <a:tc>
                  <a:txBody>
                    <a:bodyPr/>
                    <a:lstStyle/>
                    <a:p>
                      <a:pPr algn="ctr"/>
                      <a:r>
                        <a:rPr sz="2025" b="0">
                          <a:solidFill>
                            <a:srgbClr val="222222"/>
                          </a:solidFill>
                          <a:latin typeface="Noto Sans JP"/>
                          <a:ea typeface="Noto Sans JP"/>
                          <a:cs typeface="Noto Sans JP"/>
                        </a:rPr>
                        <a:t>ROC-AUC（主指標）</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予測スコアで正例を負例より高く並べられるか</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Balanced 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各クラスの再現率を同じ重みで平均</a:t>
                      </a:r>
                    </a:p>
                  </a:txBody>
                  <a:tcPr marL="91440" marR="91440" marT="45720" marB="45720" anchor="ctr">
                    <a:solidFill>
                      <a:srgbClr val="F6F6F6"/>
                    </a:solidFill>
                  </a:tcPr>
                </a:tc>
              </a:tr>
              <a:tr h="569595">
                <a:tc>
                  <a:txBody>
                    <a:bodyPr/>
                    <a:lstStyle/>
                    <a:p>
                      <a:pPr algn="ctr"/>
                      <a:r>
                        <a:rPr sz="2025" b="0">
                          <a:solidFill>
                            <a:srgbClr val="222222"/>
                          </a:solidFill>
                          <a:latin typeface="Noto Sans JP"/>
                          <a:ea typeface="Noto Sans JP"/>
                          <a:cs typeface="Noto Sans JP"/>
                        </a:rPr>
                        <a:t>Macro-F1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各クラスの適合率と再現率のバランスを平均</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全体の正解割合。多数クラスの影響を受ける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BABAD83-74DA-48DE-90F5-A75C14BFF04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D492F6-24DE-4EFE-BF84-C0DDE447C05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AUCの小さな平均差だけで、拡張の有用性を結論しない</a:t>
            </a:r>
          </a:p>
        </p:txBody>
      </p:sp>
    </p:spTree>
    <p:extLst>
      <p:ext uri="{BB962C8B-B14F-4D97-AF65-F5344CB8AC3E}">
        <p14:creationId xmlns:p14="http://schemas.microsoft.com/office/powerpoint/2010/main" val="1074861736"/>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CCA392-1A4A-41F5-A434-90C41C1CC7F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補足：保存結果の追加対照</a:t>
            </a:r>
          </a:p>
        </p:txBody>
      </p:sp>
      <p:sp>
        <p:nvSpPr>
          <p:cNvPr id="2" name="">
            <a:extLst xmlns:a="http://schemas.openxmlformats.org/drawingml/2006/main">
              <a:ext uri="{FF2B5EF4-FFF2-40B4-BE49-F238E27FC236}">
                <a16:creationId xmlns:a16="http://schemas.microsoft.com/office/drawing/2014/main" id="{372E86D9-F7FC-4C13-A6E4-D30629E52A3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FF434E-AAEA-4688-A9EF-7EBDC807026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公式クラス条件付き対照学習は、ランダムマスク設定の参考比較。</a:t>
            </a:r>
          </a:p>
        </p:txBody>
      </p:sp>
      <p:sp>
        <p:nvSpPr>
          <p:cNvPr id="4" name="">
            <a:extLst xmlns:a="http://schemas.openxmlformats.org/drawingml/2006/main">
              <a:ext uri="{FF2B5EF4-FFF2-40B4-BE49-F238E27FC236}">
                <a16:creationId xmlns:a16="http://schemas.microsoft.com/office/drawing/2014/main" id="{01C0454A-0204-438A-B2A0-23132D77247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6E885B96-215D-4C90-A8A1-BC07E609BBB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44</a:t>
            </a:r>
          </a:p>
        </p:txBody>
      </p:sp>
      <p:graphicFrame>
        <p:nvGraphicFramePr>
          <p:cNvPr id="15" name=""/>
          <p:cNvGraphicFramePr/>
          <p:nvPr/>
        </p:nvGraphicFramePr>
        <p:xfrm>
          <a:off xmlns:a="http://schemas.openxmlformats.org/drawingml/2006/main" x="514350" y="2085975"/>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1875" b="1">
                          <a:solidFill>
                            <a:srgbClr val="2E7D5B"/>
                          </a:solidFill>
                          <a:latin typeface="Noto Sans JP"/>
                          <a:ea typeface="Noto Sans JP"/>
                          <a:cs typeface="Noto Sans JP"/>
                        </a:rPr>
                        <a:t>データ / AUC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 copula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クラス条件付き対照学習</a:t>
                      </a:r>
                    </a:p>
                  </a:txBody>
                  <a:tcPr marL="91440" marR="91440" marT="45720" marB="45720" anchor="ctr">
                    <a:solidFill>
                      <a:srgbClr val="E7F2EC"/>
                    </a:solidFill>
                  </a:tcPr>
                </a:tc>
              </a:tr>
              <a:tr h="796925">
                <a:tc>
                  <a:txBody>
                    <a:bodyPr/>
                    <a:lstStyle/>
                    <a:p>
                      <a:pPr algn="ctr"/>
                      <a:r>
                        <a:rPr sz="187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0.827 ± 0.084</a:t>
                      </a:r>
                    </a:p>
                  </a:txBody>
                  <a:tcPr marL="91440" marR="91440" marT="45720" marB="45720" anchor="ctr">
                    <a:solidFill>
                      <a:srgbClr val="FFFFFF"/>
                    </a:solidFill>
                  </a:tcPr>
                </a:tc>
              </a:tr>
              <a:tr h="796925">
                <a:tc>
                  <a:txBody>
                    <a:bodyPr/>
                    <a:lstStyle/>
                    <a:p>
                      <a:pPr algn="ctr"/>
                      <a:r>
                        <a:rPr sz="187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0.890 ± 0.077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65523E0B-850A-4107-B611-43793518E0FD}"/>
              </a:ext>
            </a:extLst>
          </p:cNvPr>
          <p:cNvSpPr>
            <a:spLocks xmlns:a="http://schemas.openxmlformats.org/drawingml/2006/main" noGrp="1"/>
          </p:cNvSpPr>
          <p:nvPr/>
        </p:nvSpPr>
        <p:spPr>
          <a:xfrm xmlns:a="http://schemas.openxmlformats.org/drawingml/2006/main">
            <a:off x="619125" y="4781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条件付き生成が一律に優れる、という結果ではない。</a:t>
            </a:r>
          </a:p>
        </p:txBody>
      </p:sp>
      <p:sp>
        <p:nvSpPr>
          <p:cNvPr id="8" name="">
            <a:extLst xmlns:a="http://schemas.openxmlformats.org/drawingml/2006/main">
              <a:ext uri="{FF2B5EF4-FFF2-40B4-BE49-F238E27FC236}">
                <a16:creationId xmlns:a16="http://schemas.microsoft.com/office/drawing/2014/main" id="{6FA4BC31-90F4-4601-8F44-FA1ABA765BB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D8345E-B5AC-41C8-8B3A-0BDF615C737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第三法との差には、置換器以外の違いも含まれる</a:t>
            </a:r>
          </a:p>
        </p:txBody>
      </p:sp>
    </p:spTree>
    <p:extLst>
      <p:ext uri="{BB962C8B-B14F-4D97-AF65-F5344CB8AC3E}">
        <p14:creationId xmlns:p14="http://schemas.microsoft.com/office/powerpoint/2010/main" val="1910663936"/>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B2F56D-9C83-4339-BA8B-A2F5F33BEE7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補足：研究で答える「なぜ？」</a:t>
            </a:r>
          </a:p>
        </p:txBody>
      </p:sp>
      <p:sp>
        <p:nvSpPr>
          <p:cNvPr id="2" name="">
            <a:extLst xmlns:a="http://schemas.openxmlformats.org/drawingml/2006/main">
              <a:ext uri="{FF2B5EF4-FFF2-40B4-BE49-F238E27FC236}">
                <a16:creationId xmlns:a16="http://schemas.microsoft.com/office/drawing/2014/main" id="{76353E1C-0B51-4C26-8C7B-31BF60B06A4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C20107-0D90-4738-94F6-00F0DB49EB9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意図と、現在の証拠を混同せずに答える。</a:t>
            </a:r>
          </a:p>
        </p:txBody>
      </p:sp>
      <p:sp>
        <p:nvSpPr>
          <p:cNvPr id="4" name="">
            <a:extLst xmlns:a="http://schemas.openxmlformats.org/drawingml/2006/main">
              <a:ext uri="{FF2B5EF4-FFF2-40B4-BE49-F238E27FC236}">
                <a16:creationId xmlns:a16="http://schemas.microsoft.com/office/drawing/2014/main" id="{9D4344D4-3926-4E6D-9927-CA76C5E2A18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補足・質疑</a:t>
            </a:r>
          </a:p>
        </p:txBody>
      </p:sp>
      <p:sp>
        <p:nvSpPr>
          <p:cNvPr id="5" name="">
            <a:extLst xmlns:a="http://schemas.openxmlformats.org/drawingml/2006/main">
              <a:ext uri="{FF2B5EF4-FFF2-40B4-BE49-F238E27FC236}">
                <a16:creationId xmlns:a16="http://schemas.microsoft.com/office/drawing/2014/main" id="{D8A2F7EE-C730-43F6-9EAC-6F58DF3E07D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45</a:t>
            </a:r>
          </a:p>
        </p:txBody>
      </p:sp>
      <p:graphicFrame>
        <p:nvGraphicFramePr>
          <p:cNvPr id="14" name=""/>
          <p:cNvGraphicFramePr/>
          <p:nvPr/>
        </p:nvGraphicFramePr>
        <p:xfrm>
          <a:off xmlns:a="http://schemas.openxmlformats.org/drawingml/2006/main" x="514350" y="1981200"/>
          <a:ext xmlns:a="http://schemas.openxmlformats.org/drawingml/2006/main" cx="11163300" cy="3248025"/>
        </p:xfrm>
        <a:graphic xmlns:a="http://schemas.openxmlformats.org/drawingml/2006/main">
          <a:graphicData uri="http://schemas.openxmlformats.org/drawingml/2006/table">
            <a:tbl>
              <a:tblPr/>
              <a:tblGrid>
                <a:gridCol w="2667000"/>
                <a:gridCol w="8496300"/>
              </a:tblGrid>
              <a:tr h="649605">
                <a:tc>
                  <a:txBody>
                    <a:bodyPr/>
                    <a:lstStyle/>
                    <a:p>
                      <a:pPr algn="ctr"/>
                      <a:r>
                        <a:rPr sz="1875" b="1">
                          <a:solidFill>
                            <a:srgbClr val="2E7D5B"/>
                          </a:solidFill>
                          <a:latin typeface="Noto Sans JP"/>
                          <a:ea typeface="Noto Sans JP"/>
                          <a:cs typeface="Noto Sans JP"/>
                        </a:rPr>
                        <a:t>問い</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現時点の答え</a:t>
                      </a:r>
                    </a:p>
                  </a:txBody>
                  <a:tcPr marL="91440" marR="91440" marT="45720" marB="45720" anchor="ctr">
                    <a:solidFill>
                      <a:srgbClr val="E7F2EC"/>
                    </a:solidFill>
                  </a:tcPr>
                </a:tc>
              </a:tr>
              <a:tr h="649605">
                <a:tc>
                  <a:txBody>
                    <a:bodyPr/>
                    <a:lstStyle/>
                    <a:p>
                      <a:pPr algn="ctr"/>
                      <a:r>
                        <a:rPr sz="1875" b="0">
                          <a:solidFill>
                            <a:srgbClr val="222222"/>
                          </a:solidFill>
                          <a:latin typeface="Noto Sans JP"/>
                          <a:ea typeface="Noto Sans JP"/>
                          <a:cs typeface="Noto Sans JP"/>
                        </a:rPr>
                        <a:t>なぜコピュラ？</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周辺の形と依存を分け、観測列を条件に生成するため。</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なぜGaussian？</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多変量の条件付き分布が計算でき、比較を始めやすいため。</a:t>
                      </a:r>
                    </a:p>
                  </a:txBody>
                  <a:tcPr marL="91440" marR="91440" marT="45720" marB="45720" anchor="ctr">
                    <a:solidFill>
                      <a:srgbClr val="F6F6F6"/>
                    </a:solidFill>
                  </a:tcPr>
                </a:tc>
              </a:tr>
              <a:tr h="649605">
                <a:tc>
                  <a:txBody>
                    <a:bodyPr/>
                    <a:lstStyle/>
                    <a:p>
                      <a:pPr algn="ctr"/>
                      <a:r>
                        <a:rPr sz="1875" b="0">
                          <a:solidFill>
                            <a:srgbClr val="222222"/>
                          </a:solidFill>
                          <a:latin typeface="Noto Sans JP"/>
                          <a:ea typeface="Noto Sans JP"/>
                          <a:cs typeface="Noto Sans JP"/>
                        </a:rPr>
                        <a:t>なぜラベルなし？</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依存推定は特徴の組でできる。ただしラベル保持は別問題。</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なぜ性能がまだ不確か？</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少数データ・seed、モデルの仮定、拡張強度を検証中。</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409A313-27ED-4D68-B9BF-8191C29DA40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492EB8-2F91-4AD6-9080-50B9F3887C9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教授・先輩に相談したい点：生成品質とクラス保持をどう評価するか</a:t>
            </a:r>
          </a:p>
        </p:txBody>
      </p:sp>
    </p:spTree>
    <p:extLst>
      <p:ext uri="{BB962C8B-B14F-4D97-AF65-F5344CB8AC3E}">
        <p14:creationId xmlns:p14="http://schemas.microsoft.com/office/powerpoint/2010/main" val="284105794"/>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065A20-379B-4DB8-A62B-A3FD22E4109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補足：裾依存係数の定義</a:t>
            </a:r>
          </a:p>
        </p:txBody>
      </p:sp>
      <p:sp>
        <p:nvSpPr>
          <p:cNvPr id="2" name="">
            <a:extLst xmlns:a="http://schemas.openxmlformats.org/drawingml/2006/main">
              <a:ext uri="{FF2B5EF4-FFF2-40B4-BE49-F238E27FC236}">
                <a16:creationId xmlns:a16="http://schemas.microsoft.com/office/drawing/2014/main" id="{A3CE6A80-4DBE-4BB1-9DD2-8A70982F0E8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01C3D-68FD-4902-B24A-5053B4ECB32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極端な条件での確率を、端まで近づけた極限。</a:t>
            </a:r>
          </a:p>
        </p:txBody>
      </p:sp>
      <p:sp>
        <p:nvSpPr>
          <p:cNvPr id="4" name="">
            <a:extLst xmlns:a="http://schemas.openxmlformats.org/drawingml/2006/main">
              <a:ext uri="{FF2B5EF4-FFF2-40B4-BE49-F238E27FC236}">
                <a16:creationId xmlns:a16="http://schemas.microsoft.com/office/drawing/2014/main" id="{986BDAD2-C770-402C-BF33-45B08EC82D9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25124F7D-7758-46D0-98B4-514007AAB11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46</a:t>
            </a:r>
          </a:p>
        </p:txBody>
      </p:sp>
      <p:sp>
        <p:nvSpPr>
          <p:cNvPr id="6" name="">
            <a:extLst xmlns:a="http://schemas.openxmlformats.org/drawingml/2006/main">
              <a:ext uri="{FF2B5EF4-FFF2-40B4-BE49-F238E27FC236}">
                <a16:creationId xmlns:a16="http://schemas.microsoft.com/office/drawing/2014/main" id="{20467B17-06FD-43E7-AACF-74937F46C74C}"/>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D9B3A0-632A-4F99-B9A4-F6BD250E4A28}"/>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λL = lim(q → 0) P(V ≤ q | U ≤ q)</a:t>
            </a:r>
          </a:p>
        </p:txBody>
      </p:sp>
      <p:sp>
        <p:nvSpPr>
          <p:cNvPr id="8" name="">
            <a:extLst xmlns:a="http://schemas.openxmlformats.org/drawingml/2006/main">
              <a:ext uri="{FF2B5EF4-FFF2-40B4-BE49-F238E27FC236}">
                <a16:creationId xmlns:a16="http://schemas.microsoft.com/office/drawing/2014/main" id="{BA5914A0-158E-47BD-BEA0-10BC35672262}"/>
              </a:ext>
            </a:extLst>
          </p:cNvPr>
          <p:cNvSpPr>
            <a:spLocks xmlns:a="http://schemas.openxmlformats.org/drawingml/2006/main" noGrp="1"/>
          </p:cNvSpPr>
          <p:nvPr/>
        </p:nvSpPr>
        <p:spPr>
          <a:xfrm xmlns:a="http://schemas.openxmlformats.org/drawingml/2006/main">
            <a:off x="514350" y="32956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69DB68-0845-4F6A-BD07-E4BC04E1316B}"/>
              </a:ext>
            </a:extLst>
          </p:cNvPr>
          <p:cNvSpPr>
            <a:spLocks xmlns:a="http://schemas.openxmlformats.org/drawingml/2006/main" noGrp="1"/>
          </p:cNvSpPr>
          <p:nvPr/>
        </p:nvSpPr>
        <p:spPr>
          <a:xfrm xmlns:a="http://schemas.openxmlformats.org/drawingml/2006/main">
            <a:off x="704850" y="33909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λU = lim(q → 1) P(V &gt; q | U &gt; q)</a:t>
            </a:r>
          </a:p>
        </p:txBody>
      </p:sp>
      <p:sp>
        <p:nvSpPr>
          <p:cNvPr id="10" name="">
            <a:extLst xmlns:a="http://schemas.openxmlformats.org/drawingml/2006/main">
              <a:ext uri="{FF2B5EF4-FFF2-40B4-BE49-F238E27FC236}">
                <a16:creationId xmlns:a16="http://schemas.microsoft.com/office/drawing/2014/main" id="{6307B52C-59F4-46EB-B8BD-C3467F4FCF0F}"/>
              </a:ext>
            </a:extLst>
          </p:cNvPr>
          <p:cNvSpPr>
            <a:spLocks xmlns:a="http://schemas.openxmlformats.org/drawingml/2006/main" noGrp="1"/>
          </p:cNvSpPr>
          <p:nvPr/>
        </p:nvSpPr>
        <p:spPr>
          <a:xfrm xmlns:a="http://schemas.openxmlformats.org/drawingml/2006/main">
            <a:off x="619125" y="47339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例：q = 0.99 で共発生があることと、極限が正であることは別。</a:t>
            </a:r>
          </a:p>
        </p:txBody>
      </p:sp>
      <p:sp>
        <p:nvSpPr>
          <p:cNvPr id="11" name="">
            <a:extLst xmlns:a="http://schemas.openxmlformats.org/drawingml/2006/main">
              <a:ext uri="{FF2B5EF4-FFF2-40B4-BE49-F238E27FC236}">
                <a16:creationId xmlns:a16="http://schemas.microsoft.com/office/drawing/2014/main" id="{F0EF009F-6026-48E6-9D1F-EA869524B05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C6E79D-342A-40D6-B485-595D87A5D7C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「裾依存が0」を「極端な領域でも独立」と解釈しない</a:t>
            </a:r>
          </a:p>
        </p:txBody>
      </p:sp>
    </p:spTree>
    <p:extLst>
      <p:ext uri="{BB962C8B-B14F-4D97-AF65-F5344CB8AC3E}">
        <p14:creationId xmlns:p14="http://schemas.microsoft.com/office/powerpoint/2010/main" val="10151367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3F9B1C-03CC-4E51-B738-34A43BDF5B4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補足：VIMEで学習させる対象</a:t>
            </a:r>
          </a:p>
        </p:txBody>
      </p:sp>
      <p:sp>
        <p:nvSpPr>
          <p:cNvPr id="2" name="">
            <a:extLst xmlns:a="http://schemas.openxmlformats.org/drawingml/2006/main">
              <a:ext uri="{FF2B5EF4-FFF2-40B4-BE49-F238E27FC236}">
                <a16:creationId xmlns:a16="http://schemas.microsoft.com/office/drawing/2014/main" id="{1BAEE871-0C86-4ABB-B5F0-D816F396389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6F3249-F37F-4896-A196-772DD806644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生成の品質だけでなく、学習課題との組合せが結果を決める。</a:t>
            </a:r>
          </a:p>
        </p:txBody>
      </p:sp>
      <p:sp>
        <p:nvSpPr>
          <p:cNvPr id="4" name="">
            <a:extLst xmlns:a="http://schemas.openxmlformats.org/drawingml/2006/main">
              <a:ext uri="{FF2B5EF4-FFF2-40B4-BE49-F238E27FC236}">
                <a16:creationId xmlns:a16="http://schemas.microsoft.com/office/drawing/2014/main" id="{6440E925-06BE-414C-A225-8ADBFC00898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5CE4F490-AF4F-486E-ABEF-219B43FF068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47</a:t>
            </a:r>
          </a:p>
        </p:txBody>
      </p:sp>
      <p:graphicFrame>
        <p:nvGraphicFramePr>
          <p:cNvPr id="14" name=""/>
          <p:cNvGraphicFramePr/>
          <p:nvPr/>
        </p:nvGraphicFramePr>
        <p:xfrm>
          <a:off xmlns:a="http://schemas.openxmlformats.org/drawingml/2006/main" x="514350" y="2000250"/>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入力・学習目標</a:t>
                      </a:r>
                    </a:p>
                  </a:txBody>
                  <a:tcPr marL="91440" marR="91440" marT="45720" marB="45720" anchor="ctr">
                    <a:solidFill>
                      <a:srgbClr val="E7F2EC"/>
                    </a:solidFill>
                  </a:tcPr>
                </a:tc>
              </a:tr>
              <a:tr h="653415">
                <a:tc>
                  <a:txBody>
                    <a:bodyPr/>
                    <a:lstStyle/>
                    <a:p>
                      <a:pPr algn="ctr"/>
                      <a:r>
                        <a:rPr sz="1875" b="0">
                          <a:solidFill>
                            <a:srgbClr val="222222"/>
                          </a:solidFill>
                          <a:latin typeface="Noto Sans JP"/>
                          <a:ea typeface="Noto Sans JP"/>
                          <a:cs typeface="Noto Sans JP"/>
                        </a:rPr>
                        <a:t>自己教師あり：マスク推定</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置換後の行から、実際に値が変わった位置を予測（BCE）</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自己教師あり：元値復元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置換後の行から、元の行の値を復元（MSE、重み2）</a:t>
                      </a:r>
                    </a:p>
                  </a:txBody>
                  <a:tcPr marL="91440" marR="91440" marT="45720" marB="45720" anchor="ctr">
                    <a:solidFill>
                      <a:srgbClr val="F6F6F6"/>
                    </a:solidFill>
                  </a:tcPr>
                </a:tc>
              </a:tr>
              <a:tr h="653415">
                <a:tc>
                  <a:txBody>
                    <a:bodyPr/>
                    <a:lstStyle/>
                    <a:p>
                      <a:pPr algn="ctr"/>
                      <a:r>
                        <a:rPr sz="1875" b="0">
                          <a:solidFill>
                            <a:srgbClr val="222222"/>
                          </a:solidFill>
                          <a:latin typeface="Noto Sans JP"/>
                          <a:ea typeface="Noto Sans JP"/>
                          <a:cs typeface="Noto Sans JP"/>
                        </a:rPr>
                        <a:t>半教師あり：分類</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ラベルあり行の正解クラスを予測（交差エントロピー）</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半教師あり：一貫性</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同じ行の3拡張で、予測logitのばらつきを抑える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B20DEF32-44BA-40FF-81EC-48BD8641256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8B919D-9260-438F-B6A2-F7E834D73D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自然な置換でも、課題が簡単すぎる／意味が変わるなら効果は保証されない</a:t>
            </a:r>
          </a:p>
        </p:txBody>
      </p:sp>
    </p:spTree>
    <p:extLst>
      <p:ext uri="{BB962C8B-B14F-4D97-AF65-F5344CB8AC3E}">
        <p14:creationId xmlns:p14="http://schemas.microsoft.com/office/powerpoint/2010/main" val="2101217750"/>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377F93-F792-4139-924F-A37F8956F5E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補足：実装の呼び出しのイメージ</a:t>
            </a:r>
          </a:p>
        </p:txBody>
      </p:sp>
      <p:sp>
        <p:nvSpPr>
          <p:cNvPr id="2" name="">
            <a:extLst xmlns:a="http://schemas.openxmlformats.org/drawingml/2006/main">
              <a:ext uri="{FF2B5EF4-FFF2-40B4-BE49-F238E27FC236}">
                <a16:creationId xmlns:a16="http://schemas.microsoft.com/office/drawing/2014/main" id="{93D5CC55-785C-4E0D-B69E-1D4736E342B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40D1E2-968C-4801-AE48-03B74871C5D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学習時に分布を覚え、拡張時に同じ生成器を呼ぶ。</a:t>
            </a:r>
          </a:p>
        </p:txBody>
      </p:sp>
      <p:sp>
        <p:nvSpPr>
          <p:cNvPr id="4" name="">
            <a:extLst xmlns:a="http://schemas.openxmlformats.org/drawingml/2006/main">
              <a:ext uri="{FF2B5EF4-FFF2-40B4-BE49-F238E27FC236}">
                <a16:creationId xmlns:a16="http://schemas.microsoft.com/office/drawing/2014/main" id="{CD5531A0-3A1A-46B6-89CF-047140B950C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928E4BB8-B2A0-4399-A067-B357978E7B2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48</a:t>
            </a:r>
          </a:p>
        </p:txBody>
      </p:sp>
      <p:sp>
        <p:nvSpPr>
          <p:cNvPr id="6" name="">
            <a:extLst xmlns:a="http://schemas.openxmlformats.org/drawingml/2006/main">
              <a:ext uri="{FF2B5EF4-FFF2-40B4-BE49-F238E27FC236}">
                <a16:creationId xmlns:a16="http://schemas.microsoft.com/office/drawing/2014/main" id="{3EF4DCB3-ED9F-4C51-9396-D7355372A650}"/>
              </a:ext>
            </a:extLst>
          </p:cNvPr>
          <p:cNvSpPr>
            <a:spLocks xmlns:a="http://schemas.openxmlformats.org/drawingml/2006/main" noGrp="1"/>
          </p:cNvSpPr>
          <p:nvPr/>
        </p:nvSpPr>
        <p:spPr>
          <a:xfrm xmlns:a="http://schemas.openxmlformats.org/drawingml/2006/main">
            <a:off x="514350" y="1981200"/>
            <a:ext cx="11163300" cy="33718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45F5EC-5818-4372-90E0-6BF7598EABE9}"/>
              </a:ext>
            </a:extLst>
          </p:cNvPr>
          <p:cNvSpPr>
            <a:spLocks xmlns:a="http://schemas.openxmlformats.org/drawingml/2006/main" noGrp="1"/>
          </p:cNvSpPr>
          <p:nvPr/>
        </p:nvSpPr>
        <p:spPr>
          <a:xfrm xmlns:a="http://schemas.openxmlformats.org/drawingml/2006/main">
            <a:off x="762000" y="22098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 = GaussianCopulaCorruptor()</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copula.fit(x_unlabeled_train)</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mask = rng.random(x.shape) &lt; 0.4</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x_aug = copula(x, mask, rng)</a:t>
            </a:r>
          </a:p>
        </p:txBody>
      </p:sp>
      <p:sp>
        <p:nvSpPr>
          <p:cNvPr id="8" name="">
            <a:extLst xmlns:a="http://schemas.openxmlformats.org/drawingml/2006/main">
              <a:ext uri="{FF2B5EF4-FFF2-40B4-BE49-F238E27FC236}">
                <a16:creationId xmlns:a16="http://schemas.microsoft.com/office/drawing/2014/main" id="{FC5C106D-1880-4129-9BE7-97B793CB2770}"/>
              </a:ext>
            </a:extLst>
          </p:cNvPr>
          <p:cNvSpPr>
            <a:spLocks xmlns:a="http://schemas.openxmlformats.org/drawingml/2006/main" noGrp="1"/>
          </p:cNvSpPr>
          <p:nvPr/>
        </p:nvSpPr>
        <p:spPr>
          <a:xfrm xmlns:a="http://schemas.openxmlformats.org/drawingml/2006/main">
            <a:off x="723900" y="4810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22222"/>
                </a:solidFill>
                <a:latin typeface="Noto Sans JP"/>
                <a:ea typeface="Noto Sans JP"/>
                <a:cs typeface="Noto Sans JP"/>
              </a:defRPr>
            </a:pPr>
            <a:r>
              <a:rPr sz="2025" b="1">
                <a:solidFill>
                  <a:srgbClr val="222222"/>
                </a:solidFill>
                <a:latin typeface="Noto Sans JP"/>
                <a:ea typeface="Noto Sans JP"/>
                <a:cs typeface="Noto Sans JP"/>
              </a:rPr>
              <a:t>mask = True の列だけ置換。False の列は、その行の値を維持。</a:t>
            </a:r>
          </a:p>
        </p:txBody>
      </p:sp>
      <p:sp>
        <p:nvSpPr>
          <p:cNvPr id="9" name="">
            <a:extLst xmlns:a="http://schemas.openxmlformats.org/drawingml/2006/main">
              <a:ext uri="{FF2B5EF4-FFF2-40B4-BE49-F238E27FC236}">
                <a16:creationId xmlns:a16="http://schemas.microsoft.com/office/drawing/2014/main" id="{AFDECF27-3E43-4660-B7FF-DA1F5A3A1AA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3D8C06-88AE-41F7-871E-B1E6647726D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分類の比較では、VIMEClassifierにこの生成器を渡す</a:t>
            </a:r>
          </a:p>
        </p:txBody>
      </p:sp>
    </p:spTree>
    <p:extLst>
      <p:ext uri="{BB962C8B-B14F-4D97-AF65-F5344CB8AC3E}">
        <p14:creationId xmlns:p14="http://schemas.microsoft.com/office/powerpoint/2010/main" val="1236480612"/>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4C4895-299A-47D3-904A-1B36A9C26A0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参考文献・実装の根拠</a:t>
            </a:r>
          </a:p>
        </p:txBody>
      </p:sp>
      <p:sp>
        <p:nvSpPr>
          <p:cNvPr id="2" name="">
            <a:extLst xmlns:a="http://schemas.openxmlformats.org/drawingml/2006/main">
              <a:ext uri="{FF2B5EF4-FFF2-40B4-BE49-F238E27FC236}">
                <a16:creationId xmlns:a16="http://schemas.microsoft.com/office/drawing/2014/main" id="{8E025067-5A21-4626-89EA-08ECA5CF07D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B1F5A1-F52A-44A4-97A6-B506B5EF399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説明の出典と、比較実験のデータを区別する。</a:t>
            </a:r>
          </a:p>
        </p:txBody>
      </p:sp>
      <p:sp>
        <p:nvSpPr>
          <p:cNvPr id="4" name="">
            <a:extLst xmlns:a="http://schemas.openxmlformats.org/drawingml/2006/main">
              <a:ext uri="{FF2B5EF4-FFF2-40B4-BE49-F238E27FC236}">
                <a16:creationId xmlns:a16="http://schemas.microsoft.com/office/drawing/2014/main" id="{87EFB7F9-6493-448B-9D2D-47BFB96CD59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参考文献</a:t>
            </a:r>
          </a:p>
        </p:txBody>
      </p:sp>
      <p:sp>
        <p:nvSpPr>
          <p:cNvPr id="5" name="">
            <a:extLst xmlns:a="http://schemas.openxmlformats.org/drawingml/2006/main">
              <a:ext uri="{FF2B5EF4-FFF2-40B4-BE49-F238E27FC236}">
                <a16:creationId xmlns:a16="http://schemas.microsoft.com/office/drawing/2014/main" id="{33F7EA96-579D-4D1B-8885-70CCA66D6A6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49</a:t>
            </a:r>
          </a:p>
        </p:txBody>
      </p:sp>
      <p:sp>
        <p:nvSpPr>
          <p:cNvPr id="6" name="">
            <a:extLst xmlns:a="http://schemas.openxmlformats.org/drawingml/2006/main">
              <a:ext uri="{FF2B5EF4-FFF2-40B4-BE49-F238E27FC236}">
                <a16:creationId xmlns:a16="http://schemas.microsoft.com/office/drawing/2014/main" id="{E35BF5C1-8C84-486C-AEC8-ACB13F4B99C7}"/>
              </a:ext>
            </a:extLst>
          </p:cNvPr>
          <p:cNvSpPr>
            <a:spLocks xmlns:a="http://schemas.openxmlformats.org/drawingml/2006/main" noGrp="1"/>
          </p:cNvSpPr>
          <p:nvPr/>
        </p:nvSpPr>
        <p:spPr>
          <a:xfrm xmlns:a="http://schemas.openxmlformats.org/drawingml/2006/main">
            <a:off x="62865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基礎：Haugh, An Introduction to Copulas ／ Segers, Fundamentals of copulas</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種類：Demarta &amp; McNeil (2005) ／ Czado &amp; Nagler (2022)</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応用：Zhao &amp; Udell (KDD 2020) ／ Aas et al. (2021)</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学習：Yoon et al., VIME (NeurIPS 2020) ／ Cui et al. (2024)</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実装：research-bench/src/tabular_research/corruption.py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比較：research-bench/scripts/quick_compare.py</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保存結果：research-bench/results/repeated_compare.json</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今回の再実行：比較実験/run_experiment.py・rerun_results.json</a:t>
            </a:r>
          </a:p>
        </p:txBody>
      </p:sp>
      <p:sp>
        <p:nvSpPr>
          <p:cNvPr id="7" name="">
            <a:extLst xmlns:a="http://schemas.openxmlformats.org/drawingml/2006/main">
              <a:ext uri="{FF2B5EF4-FFF2-40B4-BE49-F238E27FC236}">
                <a16:creationId xmlns:a16="http://schemas.microsoft.com/office/drawing/2014/main" id="{B5FB7E0A-9AE1-4B7C-BE80-75ED09D2E24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F0FC7D-145E-43A3-BBB9-12BB050DA61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本文は直感を優先。詳しい定義・数式・出典は補足とノートへ</a:t>
            </a:r>
          </a:p>
        </p:txBody>
      </p:sp>
    </p:spTree>
    <p:extLst>
      <p:ext uri="{BB962C8B-B14F-4D97-AF65-F5344CB8AC3E}">
        <p14:creationId xmlns:p14="http://schemas.microsoft.com/office/powerpoint/2010/main" val="1104004841"/>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1614</TotalTime>
  <Words>3516</Words>
  <Application>Microsoft Macintosh PowerPoint</Application>
  <PresentationFormat>ワイド画面</PresentationFormat>
  <Paragraphs>403</Paragraphs>
  <Slides>21</Slides>
  <Notes>17</Notes>
  <HiddenSlides>12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Noto Sans JP</vt:lpstr>
      <vt:lpstr>游ゴシック</vt:lpstr>
      <vt:lpstr>游ゴシック</vt:lpstr>
      <vt:lpstr>游ゴシック Light</vt:lpstr>
      <vt:lpstr>Arial</vt:lpstr>
      <vt:lpstr>Cambria Math</vt:lpstr>
      <vt:lpstr>Office テーマ</vt:lpstr>
      <vt:lpstr>ゼミ発表</vt:lpstr>
      <vt:lpstr>目次</vt:lpstr>
      <vt:lpstr>本研究の問題設定</vt:lpstr>
      <vt:lpstr>本研究の問題設定</vt:lpstr>
      <vt:lpstr>コピュラとは</vt:lpstr>
      <vt:lpstr>PowerPoint プレゼンテーション</vt:lpstr>
      <vt:lpstr>PowerPoint プレゼンテーション</vt:lpstr>
      <vt:lpstr>提案モデル</vt:lpstr>
      <vt:lpstr>PowerPoint プレゼンテーション</vt:lpstr>
      <vt:lpstr>先行研究１</vt:lpstr>
      <vt:lpstr>先行研究１</vt:lpstr>
      <vt:lpstr>先行研究１　自己教師あり学習とは</vt:lpstr>
      <vt:lpstr>先行研究１</vt:lpstr>
      <vt:lpstr>先行研究1　半教師あり学習とは</vt:lpstr>
      <vt:lpstr>先行研究1　半教師あり学習とは</vt:lpstr>
      <vt:lpstr>先行研究１のまとめ</vt:lpstr>
      <vt:lpstr>先行研究２</vt:lpstr>
      <vt:lpstr>先行研究２　事前学習</vt:lpstr>
      <vt:lpstr>先行研究２</vt:lpstr>
      <vt:lpstr>先行研究２　半教師あり学習とは</vt:lpstr>
      <vt:lpstr>先行研究２のまとめ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光汰 齊藤</dc:creator>
  <cp:lastModifiedBy>光汰 齊藤</cp:lastModifiedBy>
  <cp:revision>1</cp:revision>
  <dcterms:created xsi:type="dcterms:W3CDTF">2026-06-13T00:28:46Z</dcterms:created>
  <dcterms:modified xsi:type="dcterms:W3CDTF">2026-10-04T02:07:33Z</dcterms:modified>
</cp:coreProperties>
</file>