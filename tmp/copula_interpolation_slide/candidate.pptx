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3765cf5c43464d" /><Relationship Type="http://schemas.openxmlformats.org/officeDocument/2006/relationships/extended-properties" Target="/docProps/app.xml" Id="Rf4ad66b98cae461f" /><Relationship Type="http://schemas.openxmlformats.org/officeDocument/2006/relationships/officeDocument" Target="/ppt/presentation.xml" Id="R1a86af1e40d747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8b941bf3a84ed1"/>
  </p:sldMasterIdLst>
  <p:notesMasterIdLst>
    <p:notesMasterId xmlns:r="http://schemas.openxmlformats.org/officeDocument/2006/relationships" r:id="R715a1647ef474e37"/>
  </p:notesMasterIdLst>
  <p:sldIdLst>
    <p:sldId xmlns:r="http://schemas.openxmlformats.org/officeDocument/2006/relationships" id="256" r:id="R8033b3fc26d54d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f4f9c00cbf4978" /><Relationship Type="http://schemas.openxmlformats.org/officeDocument/2006/relationships/slideMaster" Target="/ppt/slideMasters/slideMaster1.xml" Id="R038b941bf3a84ed1" /><Relationship Type="http://schemas.openxmlformats.org/officeDocument/2006/relationships/notesMaster" Target="/ppt/notesMasters/notesMaster1.xml" Id="R715a1647ef474e37" /><Relationship Type="http://schemas.openxmlformats.org/officeDocument/2006/relationships/presProps" Target="/ppt/presProps.xml" Id="Re0237baa02014468" /><Relationship Type="http://schemas.openxmlformats.org/officeDocument/2006/relationships/tableStyles" Target="/ppt/tableStyles.xml" Id="R7ad43582ccf14b6f" /><Relationship Type="http://schemas.openxmlformats.org/officeDocument/2006/relationships/slide" Target="/ppt/slides/slide1.xml" Id="R8033b3fc26d54d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733585b82c46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3318bc3ca741c2" /><Relationship Type="http://schemas.openxmlformats.org/officeDocument/2006/relationships/notesMaster" Target="/ppt/notesMasters/notesMaster1.xml" Id="R38f4a590cfe643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共通データ10人を使用。NumPy quantile(method="linear")の定義、r=1+(n−1)u、k=floor(r)、w=r−k、Qhat=(1−w)x(k)+w x(k+1)。u=1では最大値を直接返す。これは線形補間した分位点で、階段状の逆経験CDFそのものではない。身長第6順序統計量173、第7統計量175。乱数は条件付き生成で位置を作る段階に使い、この補間段階は決定的な計算。根拠：research-bench/src/tabular_research/corruption.py _from_latent。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7842fc9b543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e9b624f30b4c7b" /><Relationship Type="http://schemas.openxmlformats.org/officeDocument/2006/relationships/slideLayout" Target="/ppt/slideLayouts/slideLayout1.xml" Id="Rd831fdece62e40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31fdece62e40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e5f978a4b4b90" /><Relationship Type="http://schemas.openxmlformats.org/officeDocument/2006/relationships/notesSlide" Target="/ppt/notesSlides/notesSlide1.xml" Id="R50ad2311d03547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5FE84-9F64-46ED-9AE5-74F36606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逆累積分布の線形補間：具体例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142AF-093C-4A86-B513-0C2483B5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A9E9B-0CB1-4534-93DB-4D3748E0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生成した身長の位置 u = 0.65 を、身長cmへ戻す。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8C0E7-2693-4D6D-AC73-3ADD0513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4EE98-D737-4272-B88E-B6A33C37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14350" y="1828800"/>
          <a:ext xmlns:a="http://schemas.openxmlformats.org/drawingml/2006/main" cx="11163300" cy="876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990600"/>
                <a:gridCol w="990600"/>
                <a:gridCol w="990600"/>
                <a:gridCol w="990600"/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小さい順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D7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D7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 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173</a:t>
                      </a:r>
                    </a:p>
                  </a:txBody>
                  <a:tcPr marL="91440" marR="91440" marT="45720" marB="45720" anchor="ctr">
                    <a:solidFill>
                      <a:srgbClr val="D7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D7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6E472-43F8-4905-AB51-63D58177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566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線形補間の一般式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848EF-999B-4045-8E48-30B7FC51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552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r = 1 + (n − 1)u</a:t>
            </a:r>
          </a:p>
          <a:p xmlns:a="http://schemas.openxmlformats.org/drawingml/2006/main">
            <a:pPr algn="l">
              <a:defRPr sz="22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k = ⌊r⌋,   w = r − 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38DA8-77FF-41EA-9CBE-72DC202C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Q̂(u) = (1 − w)x₍ₖ₎ + wx₍ₖ₊₁₎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2925F-49D0-44F4-A2B5-7390709E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595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n：データ数　k：rを切り捨てた順番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w：次の値に近づける重み　x₍ₖ₎：k番目の値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CC9DC-9FC2-40C4-A026-987FC17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956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今回の値を代入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1F079-60A6-4E82-9629-8BF1408F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4572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n = 10、u = 0.65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r = 1 + 9 × 0.65 = 6.85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k = 6、w = 0.85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6番目：173 cm、7番目：175 cm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0A8DF-C6BB-41B8-8F0A-51B105C5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672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173 cmから175 cmへ、85%進む。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A070D-2889-4330-9FE6-2711FB29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43550"/>
            <a:ext cx="11163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D37BA-E282-4FC6-AE53-3A5D1D91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10896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Q̂(0.65) = 0.15 × 173 + 0.85 × 175 = 174.7 cm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1DC37-C4CA-4B7B-B86D-C9C2CB2D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この補間の段階では乱数を引かず、生成済みの位置から値を計算する。</a:t>
            </a:r>
          </a:p>
        </p:txBody>
      </p:sp>
    </p:spTree>
    <p:extLst>
      <p:ext uri="{BB962C8B-B14F-4D97-AF65-F5344CB8AC3E}">
        <p14:creationId xmlns:p14="http://schemas.microsoft.com/office/powerpoint/2010/main" val="1790662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2026-10-05T05:49:04.0030000Z</dcterms:created>
  <dcterms:modified xsi:type="dcterms:W3CDTF">2026-10-05T05:49:04.0030000Z</dcterms:modified>
</coreProperties>
</file>