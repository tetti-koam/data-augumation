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db248d31de4ac2" /><Relationship Type="http://schemas.openxmlformats.org/officeDocument/2006/relationships/extended-properties" Target="/docProps/app.xml" Id="R8d06885bf6434e76" /><Relationship Type="http://schemas.openxmlformats.org/officeDocument/2006/relationships/officeDocument" Target="/ppt/presentation.xml" Id="R54e917782bb24e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2f74be529d42da"/>
  </p:sldMasterIdLst>
  <p:notesMasterIdLst>
    <p:notesMasterId xmlns:r="http://schemas.openxmlformats.org/officeDocument/2006/relationships" r:id="R4a0dd93e3fb6432f"/>
  </p:notesMasterIdLst>
  <p:sldIdLst>
    <p:sldId xmlns:r="http://schemas.openxmlformats.org/officeDocument/2006/relationships" id="256" r:id="R7ee269aef5c646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2f3220eeea4a26" /><Relationship Type="http://schemas.openxmlformats.org/officeDocument/2006/relationships/slideMaster" Target="/ppt/slideMasters/slideMaster1.xml" Id="Rab2f74be529d42da" /><Relationship Type="http://schemas.openxmlformats.org/officeDocument/2006/relationships/notesMaster" Target="/ppt/notesMasters/notesMaster1.xml" Id="R4a0dd93e3fb6432f" /><Relationship Type="http://schemas.openxmlformats.org/officeDocument/2006/relationships/presProps" Target="/ppt/presProps.xml" Id="Rabbedea43b9e4906" /><Relationship Type="http://schemas.openxmlformats.org/officeDocument/2006/relationships/tableStyles" Target="/ppt/tableStyles.xml" Id="R1573e73bdf4845ed" /><Relationship Type="http://schemas.openxmlformats.org/officeDocument/2006/relationships/slide" Target="/ppt/slides/slide1.xml" Id="R7ee269aef5c646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0e97193d1d40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fa9f59b51649fd" /><Relationship Type="http://schemas.openxmlformats.org/officeDocument/2006/relationships/notesMaster" Target="/ppt/notesMasters/notesMaster1.xml" Id="Reb20506c6ebb48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共通の10人の体重：45,55,50,60,67,75,63,70,90,80 kg。72kg以下7人。_to_latentは未観測値72kgでleft=right=7、u=.7。rho=.6は説明用で、共通10人から推定した実測値ではない。Phi^-1(.7)=.5244005、mu=.3146403、sd=.8。epsilon=.0885ならz=.3854403、Phi(z)=.6500445。表記は丸め値。epsilonは逆算して選んだ例で、実行時は標準正規から抽出するためuは毎回変わる。実装の正則化・jitterは直感を優先して省略。乱数生成後、linear quantileのu=.65を例に174.7cmへ戻す。根拠：research-bench/src/tabular_research/corruption.py。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bfde2768043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13302f794440c2" /><Relationship Type="http://schemas.openxmlformats.org/officeDocument/2006/relationships/slideLayout" Target="/ppt/slideLayouts/slideLayout1.xml" Id="R711f4e84d62149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1f4e84d62149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7a93e5e794d7c" /><Relationship Type="http://schemas.openxmlformats.org/officeDocument/2006/relationships/notesSlide" Target="/ppt/notesSlides/notesSlide1.xml" Id="R164a9ac09d374e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D96D4-D6B1-4A93-9E83-A9A46ED3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身長の位置0.65の生成過程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DD214-8EE4-4B13-83B4-00CA9E25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1A457-8B69-4E40-A5B2-19D62B52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体重72 kgを残し、マスクした身長の位置を条件付きで生成する。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D8D42-FDD1-4C20-9ED5-39F281C1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161F6-E479-4B11-A3EB-4CEDD2CA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07B4F-AB95-4FEA-8E3E-272A85EA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40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設定：潜在空間の相関 ρ = 0.6（説明用の仮定）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21B2D-7EA6-4DC4-BC03-E89A56BA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① 体重を確率位置へ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DE3E3-1CA2-4E5B-992A-5AD0A3D2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57425"/>
            <a:ext cx="757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v = 7 / 10 = 0.7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12F7D-6914-4B03-B54B-FC192EAF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76525"/>
            <a:ext cx="757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共通データ10人のうち、72 kg以下は7人。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21023-18BA-47FF-A439-B422EFD5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765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② 正規の尺度へ変換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48886-5ABF-4140-82A1-97DA05CF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48000"/>
            <a:ext cx="757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zᵧ = Φ⁻¹(0.7) ≈ 0.524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5EE82-C8F6-4D0F-9F4E-62C89AE1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67100"/>
            <a:ext cx="757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Φ⁻¹：標準正規分布の逆累積分布関数。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3D4CD-3E46-4393-9CA0-DE19B9BA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67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③ 身長の潜在値を生成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E9295-AA3F-4943-9891-ED1BB5A0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38575"/>
            <a:ext cx="757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zₓ = ρzᵧ + √(1 − ρ²) 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9C025-21BF-4670-950B-63D5AA0D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57675"/>
            <a:ext cx="757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ε ~ N(0, 1)。ε ≈ 0.0885なら、zₓ ≈ 0.315 + 0.8 × 0.0885 ≈ 0.385。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2551B-773F-4958-9575-81E3544D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57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④ 身長の位置へ戻す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724E5-317D-4757-8BD5-63348051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29150"/>
            <a:ext cx="757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u = Φ(zₓ) ≈ Φ(0.385) ≈ 0.65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BA194-4CA5-4EB2-B399-7D469D7D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48250"/>
            <a:ext cx="757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Φ：標準正規分布の累積分布関数。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7D0D9-5FAA-4E67-A924-27364FE9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1163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E92AC-3D06-4E6E-8AE1-1FF5B3DF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0.65は乱数から得られる位置の一例。この後、逆変換で約174.7 cmへ戻す。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A31D1F-3BFF-48EF-B83D-A4F21DD7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95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実際の生成ではεを乱数で引くため、身長の位置uは毎回変わる。</a:t>
            </a:r>
          </a:p>
        </p:txBody>
      </p:sp>
    </p:spTree>
    <p:extLst>
      <p:ext uri="{BB962C8B-B14F-4D97-AF65-F5344CB8AC3E}">
        <p14:creationId xmlns:p14="http://schemas.microsoft.com/office/powerpoint/2010/main" val="1946515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2026-10-05T05:55:24.5840000Z</dcterms:created>
  <dcterms:modified xsi:type="dcterms:W3CDTF">2026-10-05T05:55:24.5840000Z</dcterms:modified>
</coreProperties>
</file>