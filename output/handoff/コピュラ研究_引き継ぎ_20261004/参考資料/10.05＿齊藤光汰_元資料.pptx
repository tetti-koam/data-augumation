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96" r:id="rId4"/>
    <p:sldId id="315" r:id="rId5"/>
    <p:sldId id="323" r:id="rId6"/>
    <p:sldId id="324" r:id="rId7"/>
    <p:sldId id="325" r:id="rId8"/>
    <p:sldId id="316" r:id="rId9"/>
    <p:sldId id="319" r:id="rId10"/>
    <p:sldId id="294" r:id="rId11"/>
    <p:sldId id="274" r:id="rId12"/>
    <p:sldId id="302" r:id="rId13"/>
    <p:sldId id="306" r:id="rId14"/>
    <p:sldId id="303" r:id="rId15"/>
    <p:sldId id="289" r:id="rId16"/>
    <p:sldId id="290" r:id="rId17"/>
    <p:sldId id="308" r:id="rId18"/>
    <p:sldId id="291" r:id="rId19"/>
    <p:sldId id="307" r:id="rId20"/>
    <p:sldId id="313" r:id="rId21"/>
    <p:sldId id="292" r:id="rId2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1D1"/>
    <a:srgbClr val="FF9797"/>
    <a:srgbClr val="FF65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16"/>
    <p:restoredTop sz="77945" autoAdjust="0"/>
  </p:normalViewPr>
  <p:slideViewPr>
    <p:cSldViewPr snapToGrid="0">
      <p:cViewPr varScale="1">
        <p:scale>
          <a:sx n="97" d="100"/>
          <a:sy n="97" d="100"/>
        </p:scale>
        <p:origin x="160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光汰 齊藤" userId="50845e5bd7423914" providerId="LiveId" clId="{6C757DE9-355C-4ED3-A569-31F5B9354D0F}"/>
    <pc:docChg chg="undo custSel addSld delSld modSld sldOrd">
      <pc:chgData name="光汰 齊藤" userId="50845e5bd7423914" providerId="LiveId" clId="{6C757DE9-355C-4ED3-A569-31F5B9354D0F}" dt="2026-09-12T03:53:16.293" v="9788" actId="20577"/>
      <pc:docMkLst>
        <pc:docMk/>
      </pc:docMkLst>
      <pc:sldChg chg="modNotesTx">
        <pc:chgData name="光汰 齊藤" userId="50845e5bd7423914" providerId="LiveId" clId="{6C757DE9-355C-4ED3-A569-31F5B9354D0F}" dt="2026-09-12T03:11:40.641" v="9225" actId="20577"/>
        <pc:sldMkLst>
          <pc:docMk/>
          <pc:sldMk cId="338026499" sldId="256"/>
        </pc:sldMkLst>
      </pc:sldChg>
      <pc:sldChg chg="addSp delSp mod modNotesTx">
        <pc:chgData name="光汰 齊藤" userId="50845e5bd7423914" providerId="LiveId" clId="{6C757DE9-355C-4ED3-A569-31F5B9354D0F}" dt="2026-09-12T03:11:57.049" v="9249" actId="20577"/>
        <pc:sldMkLst>
          <pc:docMk/>
          <pc:sldMk cId="4154883763" sldId="257"/>
        </pc:sldMkLst>
      </pc:sldChg>
      <pc:sldChg chg="modSp mod modNotesTx">
        <pc:chgData name="光汰 齊藤" userId="50845e5bd7423914" providerId="LiveId" clId="{6C757DE9-355C-4ED3-A569-31F5B9354D0F}" dt="2026-09-12T03:13:38.572" v="9324" actId="20577"/>
        <pc:sldMkLst>
          <pc:docMk/>
          <pc:sldMk cId="3141176618" sldId="274"/>
        </pc:sldMkLst>
        <pc:spChg chg="mod">
          <ac:chgData name="光汰 齊藤" userId="50845e5bd7423914" providerId="LiveId" clId="{6C757DE9-355C-4ED3-A569-31F5B9354D0F}" dt="2026-09-11T05:27:46.850" v="636" actId="20577"/>
          <ac:spMkLst>
            <pc:docMk/>
            <pc:sldMk cId="3141176618" sldId="274"/>
            <ac:spMk id="3" creationId="{8A4E69F2-E7A6-6A33-C1C3-4EB6E23649AD}"/>
          </ac:spMkLst>
        </pc:spChg>
      </pc:sldChg>
      <pc:sldChg chg="modSp mod modNotesTx">
        <pc:chgData name="光汰 齊藤" userId="50845e5bd7423914" providerId="LiveId" clId="{6C757DE9-355C-4ED3-A569-31F5B9354D0F}" dt="2026-09-12T03:14:30.974" v="9376" actId="20577"/>
        <pc:sldMkLst>
          <pc:docMk/>
          <pc:sldMk cId="1845202054" sldId="289"/>
        </pc:sldMkLst>
        <pc:spChg chg="mod">
          <ac:chgData name="光汰 齊藤" userId="50845e5bd7423914" providerId="LiveId" clId="{6C757DE9-355C-4ED3-A569-31F5B9354D0F}" dt="2026-09-11T05:27:30.727" v="624"/>
          <ac:spMkLst>
            <pc:docMk/>
            <pc:sldMk cId="1845202054" sldId="289"/>
            <ac:spMk id="2" creationId="{834D5114-4933-017A-51FA-79F0D17C9017}"/>
          </ac:spMkLst>
        </pc:spChg>
        <pc:spChg chg="mod">
          <ac:chgData name="光汰 齊藤" userId="50845e5bd7423914" providerId="LiveId" clId="{6C757DE9-355C-4ED3-A569-31F5B9354D0F}" dt="2026-09-11T15:25:17.756" v="7595" actId="1076"/>
          <ac:spMkLst>
            <pc:docMk/>
            <pc:sldMk cId="1845202054" sldId="289"/>
            <ac:spMk id="4" creationId="{868B797A-D6E7-F29B-D45F-72D1D5FD66A7}"/>
          </ac:spMkLst>
        </pc:spChg>
        <pc:spChg chg="mod">
          <ac:chgData name="光汰 齊藤" userId="50845e5bd7423914" providerId="LiveId" clId="{6C757DE9-355C-4ED3-A569-31F5B9354D0F}" dt="2026-09-11T15:26:05.732" v="7596" actId="14100"/>
          <ac:spMkLst>
            <pc:docMk/>
            <pc:sldMk cId="1845202054" sldId="289"/>
            <ac:spMk id="67" creationId="{0051D913-0BDE-36FF-BF5F-81D182A2B9F4}"/>
          </ac:spMkLst>
        </pc:spChg>
      </pc:sldChg>
      <pc:sldChg chg="modSp mod modNotesTx">
        <pc:chgData name="光汰 齊藤" userId="50845e5bd7423914" providerId="LiveId" clId="{6C757DE9-355C-4ED3-A569-31F5B9354D0F}" dt="2026-09-12T03:25:37.440" v="9551" actId="20577"/>
        <pc:sldMkLst>
          <pc:docMk/>
          <pc:sldMk cId="2319904379" sldId="290"/>
        </pc:sldMkLst>
        <pc:spChg chg="mod">
          <ac:chgData name="光汰 齊藤" userId="50845e5bd7423914" providerId="LiveId" clId="{6C757DE9-355C-4ED3-A569-31F5B9354D0F}" dt="2026-09-12T03:25:29.446" v="9549" actId="20577"/>
          <ac:spMkLst>
            <pc:docMk/>
            <pc:sldMk cId="2319904379" sldId="290"/>
            <ac:spMk id="11" creationId="{156CEDCA-8EC2-5507-BA12-219CBE5E45D9}"/>
          </ac:spMkLst>
        </pc:spChg>
      </pc:sldChg>
      <pc:sldChg chg="addSp delSp modSp mod modNotesTx">
        <pc:chgData name="光汰 齊藤" userId="50845e5bd7423914" providerId="LiveId" clId="{6C757DE9-355C-4ED3-A569-31F5B9354D0F}" dt="2026-09-12T03:29:07.319" v="9619" actId="20577"/>
        <pc:sldMkLst>
          <pc:docMk/>
          <pc:sldMk cId="1117972738" sldId="291"/>
        </pc:sldMkLst>
        <pc:spChg chg="mod">
          <ac:chgData name="光汰 齊藤" userId="50845e5bd7423914" providerId="LiveId" clId="{6C757DE9-355C-4ED3-A569-31F5B9354D0F}" dt="2026-09-11T05:03:06.389" v="66"/>
          <ac:spMkLst>
            <pc:docMk/>
            <pc:sldMk cId="1117972738" sldId="291"/>
            <ac:spMk id="2" creationId="{DE5F9D73-6512-57D7-A194-404A459A8E3B}"/>
          </ac:spMkLst>
        </pc:spChg>
        <pc:spChg chg="mod">
          <ac:chgData name="光汰 齊藤" userId="50845e5bd7423914" providerId="LiveId" clId="{6C757DE9-355C-4ED3-A569-31F5B9354D0F}" dt="2026-09-11T04:54:15.365" v="4" actId="1035"/>
          <ac:spMkLst>
            <pc:docMk/>
            <pc:sldMk cId="1117972738" sldId="291"/>
            <ac:spMk id="4" creationId="{FA6B674A-69E8-17AB-2515-F633BABCF3C9}"/>
          </ac:spMkLst>
        </pc:spChg>
        <pc:spChg chg="mod">
          <ac:chgData name="光汰 齊藤" userId="50845e5bd7423914" providerId="LiveId" clId="{6C757DE9-355C-4ED3-A569-31F5B9354D0F}" dt="2026-09-11T05:07:02.093" v="312" actId="1076"/>
          <ac:spMkLst>
            <pc:docMk/>
            <pc:sldMk cId="1117972738" sldId="291"/>
            <ac:spMk id="10" creationId="{600FC221-20F2-EBB1-B181-8FEB4F89D82E}"/>
          </ac:spMkLst>
        </pc:spChg>
        <pc:spChg chg="mod">
          <ac:chgData name="光汰 齊藤" userId="50845e5bd7423914" providerId="LiveId" clId="{6C757DE9-355C-4ED3-A569-31F5B9354D0F}" dt="2026-09-11T05:13:50.011" v="409" actId="14100"/>
          <ac:spMkLst>
            <pc:docMk/>
            <pc:sldMk cId="1117972738" sldId="291"/>
            <ac:spMk id="13" creationId="{F4CB5D91-2D4B-45D9-C9DA-15C496830A52}"/>
          </ac:spMkLst>
        </pc:spChg>
        <pc:spChg chg="mod">
          <ac:chgData name="光汰 齊藤" userId="50845e5bd7423914" providerId="LiveId" clId="{6C757DE9-355C-4ED3-A569-31F5B9354D0F}" dt="2026-09-11T05:07:34.731" v="352" actId="1035"/>
          <ac:spMkLst>
            <pc:docMk/>
            <pc:sldMk cId="1117972738" sldId="291"/>
            <ac:spMk id="14" creationId="{DAE75398-13E4-C4C8-87A1-2E89AB0CD46C}"/>
          </ac:spMkLst>
        </pc:spChg>
        <pc:spChg chg="mod">
          <ac:chgData name="光汰 齊藤" userId="50845e5bd7423914" providerId="LiveId" clId="{6C757DE9-355C-4ED3-A569-31F5B9354D0F}" dt="2026-09-11T05:10:05.980" v="353" actId="1076"/>
          <ac:spMkLst>
            <pc:docMk/>
            <pc:sldMk cId="1117972738" sldId="291"/>
            <ac:spMk id="15" creationId="{C9FFC3C8-A31C-D09F-ACBE-1F3F3CA4D95B}"/>
          </ac:spMkLst>
        </pc:spChg>
        <pc:spChg chg="mod">
          <ac:chgData name="光汰 齊藤" userId="50845e5bd7423914" providerId="LiveId" clId="{6C757DE9-355C-4ED3-A569-31F5B9354D0F}" dt="2026-09-12T03:27:58.783" v="9561"/>
          <ac:spMkLst>
            <pc:docMk/>
            <pc:sldMk cId="1117972738" sldId="291"/>
            <ac:spMk id="16" creationId="{5D0D1F29-EA99-79C0-9F16-C05CC074D4DF}"/>
          </ac:spMkLst>
        </pc:spChg>
        <pc:spChg chg="mod">
          <ac:chgData name="光汰 齊藤" userId="50845e5bd7423914" providerId="LiveId" clId="{6C757DE9-355C-4ED3-A569-31F5B9354D0F}" dt="2026-09-11T05:13:07.925" v="404" actId="1037"/>
          <ac:spMkLst>
            <pc:docMk/>
            <pc:sldMk cId="1117972738" sldId="291"/>
            <ac:spMk id="17" creationId="{51B2EFE3-7473-CB03-9998-2C42B446F3EB}"/>
          </ac:spMkLst>
        </pc:spChg>
        <pc:spChg chg="mod">
          <ac:chgData name="光汰 齊藤" userId="50845e5bd7423914" providerId="LiveId" clId="{6C757DE9-355C-4ED3-A569-31F5B9354D0F}" dt="2026-09-11T05:06:11.370" v="207" actId="14100"/>
          <ac:spMkLst>
            <pc:docMk/>
            <pc:sldMk cId="1117972738" sldId="291"/>
            <ac:spMk id="18" creationId="{22D61288-25D9-DFE9-2BDE-56CBFD08EB49}"/>
          </ac:spMkLst>
        </pc:spChg>
        <pc:spChg chg="mod">
          <ac:chgData name="光汰 齊藤" userId="50845e5bd7423914" providerId="LiveId" clId="{6C757DE9-355C-4ED3-A569-31F5B9354D0F}" dt="2026-09-11T05:10:31.314" v="354" actId="1076"/>
          <ac:spMkLst>
            <pc:docMk/>
            <pc:sldMk cId="1117972738" sldId="291"/>
            <ac:spMk id="19" creationId="{5478EA91-C83C-728B-4669-4AC2D1A1A604}"/>
          </ac:spMkLst>
        </pc:spChg>
        <pc:spChg chg="mod">
          <ac:chgData name="光汰 齊藤" userId="50845e5bd7423914" providerId="LiveId" clId="{6C757DE9-355C-4ED3-A569-31F5B9354D0F}" dt="2026-09-11T05:10:58.719" v="360" actId="14100"/>
          <ac:spMkLst>
            <pc:docMk/>
            <pc:sldMk cId="1117972738" sldId="291"/>
            <ac:spMk id="25" creationId="{0B5586C9-8780-A5B6-E6AB-FC51FC7E9B3A}"/>
          </ac:spMkLst>
        </pc:spChg>
        <pc:spChg chg="mod">
          <ac:chgData name="光汰 齊藤" userId="50845e5bd7423914" providerId="LiveId" clId="{6C757DE9-355C-4ED3-A569-31F5B9354D0F}" dt="2026-09-12T03:28:57.097" v="9611"/>
          <ac:spMkLst>
            <pc:docMk/>
            <pc:sldMk cId="1117972738" sldId="291"/>
            <ac:spMk id="26" creationId="{730BD3ED-DAC9-8111-3C9D-01D28483C06D}"/>
          </ac:spMkLst>
        </pc:spChg>
        <pc:spChg chg="add mod">
          <ac:chgData name="光汰 齊藤" userId="50845e5bd7423914" providerId="LiveId" clId="{6C757DE9-355C-4ED3-A569-31F5B9354D0F}" dt="2026-09-11T05:10:05.980" v="353" actId="1076"/>
          <ac:spMkLst>
            <pc:docMk/>
            <pc:sldMk cId="1117972738" sldId="291"/>
            <ac:spMk id="28" creationId="{119EA92E-7FF8-6815-7E53-D44A8FB614B5}"/>
          </ac:spMkLst>
        </pc:spChg>
        <pc:spChg chg="add mod">
          <ac:chgData name="光汰 齊藤" userId="50845e5bd7423914" providerId="LiveId" clId="{6C757DE9-355C-4ED3-A569-31F5B9354D0F}" dt="2026-09-12T03:28:04.081" v="9562" actId="14100"/>
          <ac:spMkLst>
            <pc:docMk/>
            <pc:sldMk cId="1117972738" sldId="291"/>
            <ac:spMk id="30" creationId="{90616B9A-93C3-A950-62B6-F0DB96FA0BD5}"/>
          </ac:spMkLst>
        </pc:spChg>
        <pc:spChg chg="add mod">
          <ac:chgData name="光汰 齊藤" userId="50845e5bd7423914" providerId="LiveId" clId="{6C757DE9-355C-4ED3-A569-31F5B9354D0F}" dt="2026-09-11T05:13:41.992" v="406" actId="1076"/>
          <ac:spMkLst>
            <pc:docMk/>
            <pc:sldMk cId="1117972738" sldId="291"/>
            <ac:spMk id="34" creationId="{BFE36B60-A3C3-E665-E07B-F05E17755466}"/>
          </ac:spMkLst>
        </pc:spChg>
        <pc:graphicFrameChg chg="add mod">
          <ac:chgData name="光汰 齊藤" userId="50845e5bd7423914" providerId="LiveId" clId="{6C757DE9-355C-4ED3-A569-31F5B9354D0F}" dt="2026-09-11T05:13:41.992" v="406" actId="1076"/>
          <ac:graphicFrameMkLst>
            <pc:docMk/>
            <pc:sldMk cId="1117972738" sldId="291"/>
            <ac:graphicFrameMk id="32" creationId="{38240ABC-CAB0-F03C-C76A-CE9390E6948F}"/>
          </ac:graphicFrameMkLst>
        </pc:graphicFrameChg>
      </pc:sldChg>
      <pc:sldChg chg="addSp delSp modSp mod ord modNotesTx">
        <pc:chgData name="光汰 齊藤" userId="50845e5bd7423914" providerId="LiveId" clId="{6C757DE9-355C-4ED3-A569-31F5B9354D0F}" dt="2026-09-12T03:30:07.826" v="9630" actId="20577"/>
        <pc:sldMkLst>
          <pc:docMk/>
          <pc:sldMk cId="754461221" sldId="292"/>
        </pc:sldMkLst>
        <pc:spChg chg="mod">
          <ac:chgData name="光汰 齊藤" userId="50845e5bd7423914" providerId="LiveId" clId="{6C757DE9-355C-4ED3-A569-31F5B9354D0F}" dt="2026-09-11T06:36:54.250" v="1553"/>
          <ac:spMkLst>
            <pc:docMk/>
            <pc:sldMk cId="754461221" sldId="292"/>
            <ac:spMk id="2" creationId="{357C2715-F2A2-D208-A85D-67860B4ACC4B}"/>
          </ac:spMkLst>
        </pc:spChg>
        <pc:spChg chg="add mod">
          <ac:chgData name="光汰 齊藤" userId="50845e5bd7423914" providerId="LiveId" clId="{6C757DE9-355C-4ED3-A569-31F5B9354D0F}" dt="2026-09-11T15:31:29.833" v="7655" actId="1076"/>
          <ac:spMkLst>
            <pc:docMk/>
            <pc:sldMk cId="754461221" sldId="292"/>
            <ac:spMk id="6" creationId="{E26C5694-5933-1B36-2CC1-7451CC5C393D}"/>
          </ac:spMkLst>
        </pc:spChg>
        <pc:spChg chg="add mod">
          <ac:chgData name="光汰 齊藤" userId="50845e5bd7423914" providerId="LiveId" clId="{6C757DE9-355C-4ED3-A569-31F5B9354D0F}" dt="2026-09-11T15:31:15.125" v="7651" actId="1036"/>
          <ac:spMkLst>
            <pc:docMk/>
            <pc:sldMk cId="754461221" sldId="292"/>
            <ac:spMk id="11" creationId="{642AA03B-B185-C90E-4468-6F686AE3271E}"/>
          </ac:spMkLst>
        </pc:spChg>
        <pc:spChg chg="add mod">
          <ac:chgData name="光汰 齊藤" userId="50845e5bd7423914" providerId="LiveId" clId="{6C757DE9-355C-4ED3-A569-31F5B9354D0F}" dt="2026-09-11T15:31:15.125" v="7651" actId="1036"/>
          <ac:spMkLst>
            <pc:docMk/>
            <pc:sldMk cId="754461221" sldId="292"/>
            <ac:spMk id="15" creationId="{8D4AE2CF-2B82-9151-1800-CF5CD7BAFF87}"/>
          </ac:spMkLst>
        </pc:spChg>
        <pc:spChg chg="add mod">
          <ac:chgData name="光汰 齊藤" userId="50845e5bd7423914" providerId="LiveId" clId="{6C757DE9-355C-4ED3-A569-31F5B9354D0F}" dt="2026-09-11T15:34:30.153" v="7657" actId="14100"/>
          <ac:spMkLst>
            <pc:docMk/>
            <pc:sldMk cId="754461221" sldId="292"/>
            <ac:spMk id="19" creationId="{A7BEC913-DE66-5788-839F-EFFAC40F0493}"/>
          </ac:spMkLst>
        </pc:spChg>
        <pc:spChg chg="add mod">
          <ac:chgData name="光汰 齊藤" userId="50845e5bd7423914" providerId="LiveId" clId="{6C757DE9-355C-4ED3-A569-31F5B9354D0F}" dt="2026-09-11T15:31:47.333" v="7656" actId="14100"/>
          <ac:spMkLst>
            <pc:docMk/>
            <pc:sldMk cId="754461221" sldId="292"/>
            <ac:spMk id="21" creationId="{552F6B69-D4B6-C2FB-8746-24B85430B8B5}"/>
          </ac:spMkLst>
        </pc:spChg>
        <pc:spChg chg="add mod">
          <ac:chgData name="光汰 齊藤" userId="50845e5bd7423914" providerId="LiveId" clId="{6C757DE9-355C-4ED3-A569-31F5B9354D0F}" dt="2026-09-11T09:07:23.819" v="3537" actId="1035"/>
          <ac:spMkLst>
            <pc:docMk/>
            <pc:sldMk cId="754461221" sldId="292"/>
            <ac:spMk id="23" creationId="{F3D63764-23FD-68EA-3BF7-93A7D2FB0769}"/>
          </ac:spMkLst>
        </pc:spChg>
        <pc:spChg chg="add mod">
          <ac:chgData name="光汰 齊藤" userId="50845e5bd7423914" providerId="LiveId" clId="{6C757DE9-355C-4ED3-A569-31F5B9354D0F}" dt="2026-09-11T15:31:15.125" v="7651" actId="1036"/>
          <ac:spMkLst>
            <pc:docMk/>
            <pc:sldMk cId="754461221" sldId="292"/>
            <ac:spMk id="29" creationId="{40D1D59C-A5AC-E434-28FD-33B2F061B397}"/>
          </ac:spMkLst>
        </pc:spChg>
        <pc:spChg chg="add mod">
          <ac:chgData name="光汰 齊藤" userId="50845e5bd7423914" providerId="LiveId" clId="{6C757DE9-355C-4ED3-A569-31F5B9354D0F}" dt="2026-09-11T15:31:15.125" v="7651" actId="1036"/>
          <ac:spMkLst>
            <pc:docMk/>
            <pc:sldMk cId="754461221" sldId="292"/>
            <ac:spMk id="31" creationId="{93DBBD8B-B42B-E6DD-1D19-9A0CD86DDE71}"/>
          </ac:spMkLst>
        </pc:spChg>
        <pc:spChg chg="add mod">
          <ac:chgData name="光汰 齊藤" userId="50845e5bd7423914" providerId="LiveId" clId="{6C757DE9-355C-4ED3-A569-31F5B9354D0F}" dt="2026-09-11T15:31:15.125" v="7651" actId="1036"/>
          <ac:spMkLst>
            <pc:docMk/>
            <pc:sldMk cId="754461221" sldId="292"/>
            <ac:spMk id="33" creationId="{67282139-179F-47B0-27C5-0932AD7BB48C}"/>
          </ac:spMkLst>
        </pc:spChg>
        <pc:spChg chg="add mod">
          <ac:chgData name="光汰 齊藤" userId="50845e5bd7423914" providerId="LiveId" clId="{6C757DE9-355C-4ED3-A569-31F5B9354D0F}" dt="2026-09-11T15:31:15.125" v="7651" actId="1036"/>
          <ac:spMkLst>
            <pc:docMk/>
            <pc:sldMk cId="754461221" sldId="292"/>
            <ac:spMk id="35" creationId="{1DE44916-F710-8F5D-E80E-31BBE09EB4FE}"/>
          </ac:spMkLst>
        </pc:spChg>
        <pc:spChg chg="add mod">
          <ac:chgData name="光汰 齊藤" userId="50845e5bd7423914" providerId="LiveId" clId="{6C757DE9-355C-4ED3-A569-31F5B9354D0F}" dt="2026-09-11T09:07:31.500" v="3555" actId="1035"/>
          <ac:spMkLst>
            <pc:docMk/>
            <pc:sldMk cId="754461221" sldId="292"/>
            <ac:spMk id="42" creationId="{4C7A226B-2413-ADA6-28D8-6244E1A4979E}"/>
          </ac:spMkLst>
        </pc:spChg>
        <pc:spChg chg="add mod">
          <ac:chgData name="光汰 齊藤" userId="50845e5bd7423914" providerId="LiveId" clId="{6C757DE9-355C-4ED3-A569-31F5B9354D0F}" dt="2026-09-11T09:07:31.500" v="3555" actId="1035"/>
          <ac:spMkLst>
            <pc:docMk/>
            <pc:sldMk cId="754461221" sldId="292"/>
            <ac:spMk id="44" creationId="{F0FBBE2A-CD72-D9D3-8138-9E4743223311}"/>
          </ac:spMkLst>
        </pc:spChg>
        <pc:spChg chg="add mod">
          <ac:chgData name="光汰 齊藤" userId="50845e5bd7423914" providerId="LiveId" clId="{6C757DE9-355C-4ED3-A569-31F5B9354D0F}" dt="2026-09-11T09:07:31.500" v="3555" actId="1035"/>
          <ac:spMkLst>
            <pc:docMk/>
            <pc:sldMk cId="754461221" sldId="292"/>
            <ac:spMk id="46" creationId="{1CB82D4A-F38B-5A28-F1F8-F4136B98766F}"/>
          </ac:spMkLst>
        </pc:spChg>
        <pc:spChg chg="add mod">
          <ac:chgData name="光汰 齊藤" userId="50845e5bd7423914" providerId="LiveId" clId="{6C757DE9-355C-4ED3-A569-31F5B9354D0F}" dt="2026-09-11T09:07:31.500" v="3555" actId="1035"/>
          <ac:spMkLst>
            <pc:docMk/>
            <pc:sldMk cId="754461221" sldId="292"/>
            <ac:spMk id="48" creationId="{5851AD87-6CAC-172A-AC95-E64A8457C8EC}"/>
          </ac:spMkLst>
        </pc:spChg>
      </pc:sldChg>
      <pc:sldChg chg="addSp modSp mod modNotesTx">
        <pc:chgData name="光汰 齊藤" userId="50845e5bd7423914" providerId="LiveId" clId="{6C757DE9-355C-4ED3-A569-31F5B9354D0F}" dt="2026-09-12T03:49:51.494" v="9712" actId="20577"/>
        <pc:sldMkLst>
          <pc:docMk/>
          <pc:sldMk cId="128889613" sldId="294"/>
        </pc:sldMkLst>
        <pc:spChg chg="mod">
          <ac:chgData name="光汰 齊藤" userId="50845e5bd7423914" providerId="LiveId" clId="{6C757DE9-355C-4ED3-A569-31F5B9354D0F}" dt="2026-09-11T05:27:43.147" v="630" actId="20577"/>
          <ac:spMkLst>
            <pc:docMk/>
            <pc:sldMk cId="128889613" sldId="294"/>
            <ac:spMk id="2" creationId="{6688408A-D1E8-02D1-C682-690BF906E10D}"/>
          </ac:spMkLst>
        </pc:spChg>
        <pc:spChg chg="mod">
          <ac:chgData name="光汰 齊藤" userId="50845e5bd7423914" providerId="LiveId" clId="{6C757DE9-355C-4ED3-A569-31F5B9354D0F}" dt="2026-09-12T03:48:24.762" v="9634"/>
          <ac:spMkLst>
            <pc:docMk/>
            <pc:sldMk cId="128889613" sldId="294"/>
            <ac:spMk id="15" creationId="{6D93B2AC-47C9-E759-BAA6-C856561C267C}"/>
          </ac:spMkLst>
        </pc:spChg>
        <pc:spChg chg="add mod">
          <ac:chgData name="光汰 齊藤" userId="50845e5bd7423914" providerId="LiveId" clId="{6C757DE9-355C-4ED3-A569-31F5B9354D0F}" dt="2026-09-12T03:48:43.650" v="9643" actId="404"/>
          <ac:spMkLst>
            <pc:docMk/>
            <pc:sldMk cId="128889613" sldId="294"/>
            <ac:spMk id="17" creationId="{98388F11-EB18-DF05-13FB-7DCFA591E381}"/>
          </ac:spMkLst>
        </pc:spChg>
      </pc:sldChg>
      <pc:sldChg chg="addSp delSp modSp mod modNotesTx">
        <pc:chgData name="光汰 齊藤" userId="50845e5bd7423914" providerId="LiveId" clId="{6C757DE9-355C-4ED3-A569-31F5B9354D0F}" dt="2026-09-12T03:16:08.691" v="9464" actId="20577"/>
        <pc:sldMkLst>
          <pc:docMk/>
          <pc:sldMk cId="902745780" sldId="296"/>
        </pc:sldMkLst>
        <pc:spChg chg="mod">
          <ac:chgData name="光汰 齊藤" userId="50845e5bd7423914" providerId="LiveId" clId="{6C757DE9-355C-4ED3-A569-31F5B9354D0F}" dt="2026-09-11T10:58:46.551" v="5216" actId="20577"/>
          <ac:spMkLst>
            <pc:docMk/>
            <pc:sldMk cId="902745780" sldId="296"/>
            <ac:spMk id="2" creationId="{CC5B1D69-8333-18EF-27E9-79E17811FBB1}"/>
          </ac:spMkLst>
        </pc:spChg>
        <pc:spChg chg="add mod">
          <ac:chgData name="光汰 齊藤" userId="50845e5bd7423914" providerId="LiveId" clId="{6C757DE9-355C-4ED3-A569-31F5B9354D0F}" dt="2026-09-11T15:38:53.206" v="7727" actId="1076"/>
          <ac:spMkLst>
            <pc:docMk/>
            <pc:sldMk cId="902745780" sldId="296"/>
            <ac:spMk id="4" creationId="{1F16CE5B-42EC-EC1B-0A9B-C3D12B69C693}"/>
          </ac:spMkLst>
        </pc:spChg>
        <pc:spChg chg="add mod">
          <ac:chgData name="光汰 齊藤" userId="50845e5bd7423914" providerId="LiveId" clId="{6C757DE9-355C-4ED3-A569-31F5B9354D0F}" dt="2026-09-11T15:38:24.865" v="7720" actId="14100"/>
          <ac:spMkLst>
            <pc:docMk/>
            <pc:sldMk cId="902745780" sldId="296"/>
            <ac:spMk id="5" creationId="{F2AE2612-4035-2F70-317B-D91D24785F7B}"/>
          </ac:spMkLst>
        </pc:spChg>
        <pc:spChg chg="add mod">
          <ac:chgData name="光汰 齊藤" userId="50845e5bd7423914" providerId="LiveId" clId="{6C757DE9-355C-4ED3-A569-31F5B9354D0F}" dt="2026-09-11T15:37:13.376" v="7694" actId="1035"/>
          <ac:spMkLst>
            <pc:docMk/>
            <pc:sldMk cId="902745780" sldId="296"/>
            <ac:spMk id="7" creationId="{0826BC72-D495-6CD2-13A5-3135C4151587}"/>
          </ac:spMkLst>
        </pc:spChg>
        <pc:spChg chg="add mod">
          <ac:chgData name="光汰 齊藤" userId="50845e5bd7423914" providerId="LiveId" clId="{6C757DE9-355C-4ED3-A569-31F5B9354D0F}" dt="2026-09-11T15:37:05.933" v="7677" actId="1076"/>
          <ac:spMkLst>
            <pc:docMk/>
            <pc:sldMk cId="902745780" sldId="296"/>
            <ac:spMk id="8" creationId="{5CABC38F-2B08-F14D-FFC8-025F448EFCA5}"/>
          </ac:spMkLst>
        </pc:spChg>
        <pc:spChg chg="add mod ord">
          <ac:chgData name="光汰 齊藤" userId="50845e5bd7423914" providerId="LiveId" clId="{6C757DE9-355C-4ED3-A569-31F5B9354D0F}" dt="2026-09-11T15:38:57.518" v="7728" actId="207"/>
          <ac:spMkLst>
            <pc:docMk/>
            <pc:sldMk cId="902745780" sldId="296"/>
            <ac:spMk id="10" creationId="{A9F22044-A94B-488E-F5E2-9EF659B3006C}"/>
          </ac:spMkLst>
        </pc:spChg>
        <pc:spChg chg="add mod">
          <ac:chgData name="光汰 齊藤" userId="50845e5bd7423914" providerId="LiveId" clId="{6C757DE9-355C-4ED3-A569-31F5B9354D0F}" dt="2026-09-11T15:37:13.376" v="7694" actId="1035"/>
          <ac:spMkLst>
            <pc:docMk/>
            <pc:sldMk cId="902745780" sldId="296"/>
            <ac:spMk id="15" creationId="{7B1F59F7-9074-B155-25D6-FF3D8F317D58}"/>
          </ac:spMkLst>
        </pc:spChg>
        <pc:spChg chg="add mod">
          <ac:chgData name="光汰 齊藤" userId="50845e5bd7423914" providerId="LiveId" clId="{6C757DE9-355C-4ED3-A569-31F5B9354D0F}" dt="2026-09-11T15:37:33.178" v="7698" actId="1076"/>
          <ac:spMkLst>
            <pc:docMk/>
            <pc:sldMk cId="902745780" sldId="296"/>
            <ac:spMk id="16" creationId="{FC2B04AB-F4F3-25C0-0A54-D99A699E05CF}"/>
          </ac:spMkLst>
        </pc:spChg>
        <pc:spChg chg="add mod">
          <ac:chgData name="光汰 齊藤" userId="50845e5bd7423914" providerId="LiveId" clId="{6C757DE9-355C-4ED3-A569-31F5B9354D0F}" dt="2026-09-11T15:37:39.271" v="7700" actId="1076"/>
          <ac:spMkLst>
            <pc:docMk/>
            <pc:sldMk cId="902745780" sldId="296"/>
            <ac:spMk id="18" creationId="{0859DBBD-BC15-618F-04AF-82E394234996}"/>
          </ac:spMkLst>
        </pc:spChg>
        <pc:spChg chg="add mod">
          <ac:chgData name="光汰 齊藤" userId="50845e5bd7423914" providerId="LiveId" clId="{6C757DE9-355C-4ED3-A569-31F5B9354D0F}" dt="2026-09-11T15:38:21.881" v="7719" actId="14100"/>
          <ac:spMkLst>
            <pc:docMk/>
            <pc:sldMk cId="902745780" sldId="296"/>
            <ac:spMk id="19" creationId="{CA674223-1B0B-F1BE-7AFD-739A90A422E2}"/>
          </ac:spMkLst>
        </pc:spChg>
        <pc:spChg chg="add mod">
          <ac:chgData name="光汰 齊藤" userId="50845e5bd7423914" providerId="LiveId" clId="{6C757DE9-355C-4ED3-A569-31F5B9354D0F}" dt="2026-09-11T15:37:33.178" v="7698" actId="1076"/>
          <ac:spMkLst>
            <pc:docMk/>
            <pc:sldMk cId="902745780" sldId="296"/>
            <ac:spMk id="26" creationId="{2DD97516-CB1B-7382-C902-6B6E51371275}"/>
          </ac:spMkLst>
        </pc:spChg>
        <pc:spChg chg="add mod">
          <ac:chgData name="光汰 齊藤" userId="50845e5bd7423914" providerId="LiveId" clId="{6C757DE9-355C-4ED3-A569-31F5B9354D0F}" dt="2026-09-11T15:38:11.910" v="7716" actId="20577"/>
          <ac:spMkLst>
            <pc:docMk/>
            <pc:sldMk cId="902745780" sldId="296"/>
            <ac:spMk id="28" creationId="{30AA8FBC-6F9C-18AC-AA86-DE76F9D81985}"/>
          </ac:spMkLst>
        </pc:spChg>
      </pc:sldChg>
      <pc:sldChg chg="modSp mod modNotesTx">
        <pc:chgData name="光汰 齊藤" userId="50845e5bd7423914" providerId="LiveId" clId="{6C757DE9-355C-4ED3-A569-31F5B9354D0F}" dt="2026-09-12T03:13:51.838" v="9338" actId="20577"/>
        <pc:sldMkLst>
          <pc:docMk/>
          <pc:sldMk cId="1240762161" sldId="302"/>
        </pc:sldMkLst>
        <pc:spChg chg="mod">
          <ac:chgData name="光汰 齊藤" userId="50845e5bd7423914" providerId="LiveId" clId="{6C757DE9-355C-4ED3-A569-31F5B9354D0F}" dt="2026-09-11T05:26:58.694" v="551"/>
          <ac:spMkLst>
            <pc:docMk/>
            <pc:sldMk cId="1240762161" sldId="302"/>
            <ac:spMk id="2" creationId="{5EC0E432-2637-442C-986D-27DBC6BE3E34}"/>
          </ac:spMkLst>
        </pc:spChg>
        <pc:spChg chg="mod">
          <ac:chgData name="光汰 齊藤" userId="50845e5bd7423914" providerId="LiveId" clId="{6C757DE9-355C-4ED3-A569-31F5B9354D0F}" dt="2026-09-11T15:22:19.600" v="7589" actId="207"/>
          <ac:spMkLst>
            <pc:docMk/>
            <pc:sldMk cId="1240762161" sldId="302"/>
            <ac:spMk id="30" creationId="{594AC3A8-EBFD-CD74-A9A3-BA39755F6DE6}"/>
          </ac:spMkLst>
        </pc:spChg>
      </pc:sldChg>
      <pc:sldChg chg="addSp modSp mod modNotesTx">
        <pc:chgData name="光汰 齊藤" userId="50845e5bd7423914" providerId="LiveId" clId="{6C757DE9-355C-4ED3-A569-31F5B9354D0F}" dt="2026-09-12T03:14:09.776" v="9362" actId="20577"/>
        <pc:sldMkLst>
          <pc:docMk/>
          <pc:sldMk cId="2737113053" sldId="303"/>
        </pc:sldMkLst>
        <pc:spChg chg="mod">
          <ac:chgData name="光汰 齊藤" userId="50845e5bd7423914" providerId="LiveId" clId="{6C757DE9-355C-4ED3-A569-31F5B9354D0F}" dt="2026-09-11T05:27:21.050" v="601"/>
          <ac:spMkLst>
            <pc:docMk/>
            <pc:sldMk cId="2737113053" sldId="303"/>
            <ac:spMk id="2" creationId="{E7D5D690-F2D3-DF1D-21F0-825BA940F687}"/>
          </ac:spMkLst>
        </pc:spChg>
        <pc:picChg chg="add mod">
          <ac:chgData name="光汰 齊藤" userId="50845e5bd7423914" providerId="LiveId" clId="{6C757DE9-355C-4ED3-A569-31F5B9354D0F}" dt="2026-09-11T15:25:01.032" v="7594" actId="1076"/>
          <ac:picMkLst>
            <pc:docMk/>
            <pc:sldMk cId="2737113053" sldId="303"/>
            <ac:picMk id="5" creationId="{D9A5FD3D-DB35-6A94-F4AE-24C4246C9F1A}"/>
          </ac:picMkLst>
        </pc:picChg>
        <pc:picChg chg="add mod">
          <ac:chgData name="光汰 齊藤" userId="50845e5bd7423914" providerId="LiveId" clId="{6C757DE9-355C-4ED3-A569-31F5B9354D0F}" dt="2026-09-11T15:24:58.406" v="7593" actId="1076"/>
          <ac:picMkLst>
            <pc:docMk/>
            <pc:sldMk cId="2737113053" sldId="303"/>
            <ac:picMk id="7" creationId="{E29DF94C-855C-02F5-A8E4-5B6C73A3EAAD}"/>
          </ac:picMkLst>
        </pc:picChg>
        <pc:picChg chg="add mod">
          <ac:chgData name="光汰 齊藤" userId="50845e5bd7423914" providerId="LiveId" clId="{6C757DE9-355C-4ED3-A569-31F5B9354D0F}" dt="2026-09-11T15:24:47.260" v="7592" actId="1076"/>
          <ac:picMkLst>
            <pc:docMk/>
            <pc:sldMk cId="2737113053" sldId="303"/>
            <ac:picMk id="9" creationId="{841FEAA5-8B73-EDAA-1040-5248A21572EF}"/>
          </ac:picMkLst>
        </pc:picChg>
      </pc:sldChg>
      <pc:sldChg chg="modSp mod modNotesTx">
        <pc:chgData name="光汰 齊藤" userId="50845e5bd7423914" providerId="LiveId" clId="{6C757DE9-355C-4ED3-A569-31F5B9354D0F}" dt="2026-09-12T03:14:03.656" v="9352" actId="20577"/>
        <pc:sldMkLst>
          <pc:docMk/>
          <pc:sldMk cId="548788537" sldId="306"/>
        </pc:sldMkLst>
        <pc:spChg chg="mod">
          <ac:chgData name="光汰 齊藤" userId="50845e5bd7423914" providerId="LiveId" clId="{6C757DE9-355C-4ED3-A569-31F5B9354D0F}" dt="2026-09-11T05:27:52.019" v="642" actId="20577"/>
          <ac:spMkLst>
            <pc:docMk/>
            <pc:sldMk cId="548788537" sldId="306"/>
            <ac:spMk id="3" creationId="{B1C62531-BFF3-0B14-E0FA-9B29C99C2359}"/>
          </ac:spMkLst>
        </pc:spChg>
      </pc:sldChg>
      <pc:sldChg chg="modSp mod modNotesTx">
        <pc:chgData name="光汰 齊藤" userId="50845e5bd7423914" providerId="LiveId" clId="{6C757DE9-355C-4ED3-A569-31F5B9354D0F}" dt="2026-09-12T03:15:35.674" v="9430" actId="20577"/>
        <pc:sldMkLst>
          <pc:docMk/>
          <pc:sldMk cId="2208643470" sldId="307"/>
        </pc:sldMkLst>
        <pc:spChg chg="mod">
          <ac:chgData name="光汰 齊藤" userId="50845e5bd7423914" providerId="LiveId" clId="{6C757DE9-355C-4ED3-A569-31F5B9354D0F}" dt="2026-09-11T05:28:55.585" v="801" actId="20577"/>
          <ac:spMkLst>
            <pc:docMk/>
            <pc:sldMk cId="2208643470" sldId="307"/>
            <ac:spMk id="2" creationId="{15426E59-E2B3-427A-DD55-5496C8CAC960}"/>
          </ac:spMkLst>
        </pc:spChg>
        <pc:spChg chg="mod">
          <ac:chgData name="光汰 齊藤" userId="50845e5bd7423914" providerId="LiveId" clId="{6C757DE9-355C-4ED3-A569-31F5B9354D0F}" dt="2026-09-11T05:15:39.266" v="518" actId="1076"/>
          <ac:spMkLst>
            <pc:docMk/>
            <pc:sldMk cId="2208643470" sldId="307"/>
            <ac:spMk id="21" creationId="{07D79530-5CF0-B103-F599-C7772A93E210}"/>
          </ac:spMkLst>
        </pc:spChg>
        <pc:spChg chg="mod">
          <ac:chgData name="光汰 齊藤" userId="50845e5bd7423914" providerId="LiveId" clId="{6C757DE9-355C-4ED3-A569-31F5B9354D0F}" dt="2026-09-11T05:14:51.273" v="514" actId="208"/>
          <ac:spMkLst>
            <pc:docMk/>
            <pc:sldMk cId="2208643470" sldId="307"/>
            <ac:spMk id="22" creationId="{901CCA82-82EC-4924-7D72-5A5096A4848C}"/>
          </ac:spMkLst>
        </pc:spChg>
        <pc:spChg chg="mod">
          <ac:chgData name="光汰 齊藤" userId="50845e5bd7423914" providerId="LiveId" clId="{6C757DE9-355C-4ED3-A569-31F5B9354D0F}" dt="2026-09-11T05:14:44.088" v="513" actId="207"/>
          <ac:spMkLst>
            <pc:docMk/>
            <pc:sldMk cId="2208643470" sldId="307"/>
            <ac:spMk id="23" creationId="{BD67F7BF-DC76-2A4E-AC28-614A263DEE2E}"/>
          </ac:spMkLst>
        </pc:spChg>
      </pc:sldChg>
      <pc:sldChg chg="addSp modSp mod modNotesTx">
        <pc:chgData name="光汰 齊藤" userId="50845e5bd7423914" providerId="LiveId" clId="{6C757DE9-355C-4ED3-A569-31F5B9354D0F}" dt="2026-09-12T03:50:48.939" v="9755"/>
        <pc:sldMkLst>
          <pc:docMk/>
          <pc:sldMk cId="2587131814" sldId="308"/>
        </pc:sldMkLst>
        <pc:spChg chg="mod">
          <ac:chgData name="光汰 齊藤" userId="50845e5bd7423914" providerId="LiveId" clId="{6C757DE9-355C-4ED3-A569-31F5B9354D0F}" dt="2026-09-11T05:28:28.286" v="730" actId="20577"/>
          <ac:spMkLst>
            <pc:docMk/>
            <pc:sldMk cId="2587131814" sldId="308"/>
            <ac:spMk id="2" creationId="{DD7EC533-4391-EEC9-8470-8506CD168190}"/>
          </ac:spMkLst>
        </pc:spChg>
        <pc:spChg chg="add mod">
          <ac:chgData name="光汰 齊藤" userId="50845e5bd7423914" providerId="LiveId" clId="{6C757DE9-355C-4ED3-A569-31F5B9354D0F}" dt="2026-09-12T03:49:19.890" v="9653" actId="1076"/>
          <ac:spMkLst>
            <pc:docMk/>
            <pc:sldMk cId="2587131814" sldId="308"/>
            <ac:spMk id="5" creationId="{9A4FE896-3610-56E5-50E2-78F94D319081}"/>
          </ac:spMkLst>
        </pc:spChg>
        <pc:spChg chg="mod">
          <ac:chgData name="光汰 齊藤" userId="50845e5bd7423914" providerId="LiveId" clId="{6C757DE9-355C-4ED3-A569-31F5B9354D0F}" dt="2026-09-12T03:50:48.939" v="9755"/>
          <ac:spMkLst>
            <pc:docMk/>
            <pc:sldMk cId="2587131814" sldId="308"/>
            <ac:spMk id="15" creationId="{245D2C31-7383-AACC-ECEB-B819F743C153}"/>
          </ac:spMkLst>
        </pc:spChg>
        <pc:spChg chg="mod">
          <ac:chgData name="光汰 齊藤" userId="50845e5bd7423914" providerId="LiveId" clId="{6C757DE9-355C-4ED3-A569-31F5B9354D0F}" dt="2026-09-11T05:15:26.559" v="516" actId="1076"/>
          <ac:spMkLst>
            <pc:docMk/>
            <pc:sldMk cId="2587131814" sldId="308"/>
            <ac:spMk id="21" creationId="{61AC4A8E-1435-CB7E-5B6C-36DCCDF0B29D}"/>
          </ac:spMkLst>
        </pc:spChg>
      </pc:sldChg>
      <pc:sldChg chg="addSp delSp modSp add mod modNotesTx">
        <pc:chgData name="光汰 齊藤" userId="50845e5bd7423914" providerId="LiveId" clId="{6C757DE9-355C-4ED3-A569-31F5B9354D0F}" dt="2026-09-12T03:15:50.329" v="9443" actId="20577"/>
        <pc:sldMkLst>
          <pc:docMk/>
          <pc:sldMk cId="682351120" sldId="313"/>
        </pc:sldMkLst>
        <pc:spChg chg="mod">
          <ac:chgData name="光汰 齊藤" userId="50845e5bd7423914" providerId="LiveId" clId="{6C757DE9-355C-4ED3-A569-31F5B9354D0F}" dt="2026-09-11T05:29:35.343" v="877"/>
          <ac:spMkLst>
            <pc:docMk/>
            <pc:sldMk cId="682351120" sldId="313"/>
            <ac:spMk id="2" creationId="{30562699-EAA4-91AE-BABB-069799A4C9A5}"/>
          </ac:spMkLst>
        </pc:spChg>
        <pc:spChg chg="add mod">
          <ac:chgData name="光汰 齊藤" userId="50845e5bd7423914" providerId="LiveId" clId="{6C757DE9-355C-4ED3-A569-31F5B9354D0F}" dt="2026-09-11T15:28:42.101" v="7609" actId="207"/>
          <ac:spMkLst>
            <pc:docMk/>
            <pc:sldMk cId="682351120" sldId="313"/>
            <ac:spMk id="6" creationId="{F527E219-10DA-D72A-1E80-DD1A171C7D62}"/>
          </ac:spMkLst>
        </pc:spChg>
        <pc:spChg chg="add mod">
          <ac:chgData name="光汰 齊藤" userId="50845e5bd7423914" providerId="LiveId" clId="{6C757DE9-355C-4ED3-A569-31F5B9354D0F}" dt="2026-09-11T15:27:35.646" v="7605" actId="403"/>
          <ac:spMkLst>
            <pc:docMk/>
            <pc:sldMk cId="682351120" sldId="313"/>
            <ac:spMk id="7" creationId="{4B9ADFE9-7595-2BC9-C7F9-CA4E16973B5D}"/>
          </ac:spMkLst>
        </pc:spChg>
        <pc:spChg chg="add mod">
          <ac:chgData name="光汰 齊藤" userId="50845e5bd7423914" providerId="LiveId" clId="{6C757DE9-355C-4ED3-A569-31F5B9354D0F}" dt="2026-09-11T15:27:48.560" v="7607" actId="403"/>
          <ac:spMkLst>
            <pc:docMk/>
            <pc:sldMk cId="682351120" sldId="313"/>
            <ac:spMk id="9" creationId="{51E91A14-4C2A-B291-9AE6-EB1B04426772}"/>
          </ac:spMkLst>
        </pc:spChg>
        <pc:spChg chg="add mod">
          <ac:chgData name="光汰 齊藤" userId="50845e5bd7423914" providerId="LiveId" clId="{6C757DE9-355C-4ED3-A569-31F5B9354D0F}" dt="2026-09-11T15:28:59.323" v="7613" actId="14100"/>
          <ac:spMkLst>
            <pc:docMk/>
            <pc:sldMk cId="682351120" sldId="313"/>
            <ac:spMk id="10" creationId="{836EBBC4-6F70-B788-37A2-CE4EB47C14AE}"/>
          </ac:spMkLst>
        </pc:spChg>
        <pc:spChg chg="add mod">
          <ac:chgData name="光汰 齊藤" userId="50845e5bd7423914" providerId="LiveId" clId="{6C757DE9-355C-4ED3-A569-31F5B9354D0F}" dt="2026-09-11T15:27:35.646" v="7605" actId="403"/>
          <ac:spMkLst>
            <pc:docMk/>
            <pc:sldMk cId="682351120" sldId="313"/>
            <ac:spMk id="11" creationId="{E062AD5D-D9F5-CAE6-6EE6-28FE52B25505}"/>
          </ac:spMkLst>
        </pc:spChg>
        <pc:spChg chg="add mod">
          <ac:chgData name="光汰 齊藤" userId="50845e5bd7423914" providerId="LiveId" clId="{6C757DE9-355C-4ED3-A569-31F5B9354D0F}" dt="2026-09-11T15:27:48.560" v="7607" actId="403"/>
          <ac:spMkLst>
            <pc:docMk/>
            <pc:sldMk cId="682351120" sldId="313"/>
            <ac:spMk id="13" creationId="{D01105D8-A13F-C270-F774-49A4DDED0FDA}"/>
          </ac:spMkLst>
        </pc:spChg>
        <pc:spChg chg="add mod">
          <ac:chgData name="光汰 齊藤" userId="50845e5bd7423914" providerId="LiveId" clId="{6C757DE9-355C-4ED3-A569-31F5B9354D0F}" dt="2026-09-11T15:30:41.205" v="7621" actId="13822"/>
          <ac:spMkLst>
            <pc:docMk/>
            <pc:sldMk cId="682351120" sldId="313"/>
            <ac:spMk id="16" creationId="{B2AD0FF3-77F6-9072-679C-02F94E04000C}"/>
          </ac:spMkLst>
        </pc:spChg>
        <pc:spChg chg="mod">
          <ac:chgData name="光汰 齊藤" userId="50845e5bd7423914" providerId="LiveId" clId="{6C757DE9-355C-4ED3-A569-31F5B9354D0F}" dt="2026-09-11T05:41:47.462" v="968" actId="164"/>
          <ac:spMkLst>
            <pc:docMk/>
            <pc:sldMk cId="682351120" sldId="313"/>
            <ac:spMk id="37" creationId="{3ABF3F7F-EE47-3E59-E542-EA0AB23426A8}"/>
          </ac:spMkLst>
        </pc:spChg>
        <pc:spChg chg="mod">
          <ac:chgData name="光汰 齊藤" userId="50845e5bd7423914" providerId="LiveId" clId="{6C757DE9-355C-4ED3-A569-31F5B9354D0F}" dt="2026-09-11T05:41:47.462" v="968" actId="164"/>
          <ac:spMkLst>
            <pc:docMk/>
            <pc:sldMk cId="682351120" sldId="313"/>
            <ac:spMk id="42" creationId="{5E011100-DBFE-B296-4A47-FA2AB787E951}"/>
          </ac:spMkLst>
        </pc:spChg>
        <pc:spChg chg="mod">
          <ac:chgData name="光汰 齊藤" userId="50845e5bd7423914" providerId="LiveId" clId="{6C757DE9-355C-4ED3-A569-31F5B9354D0F}" dt="2026-09-11T05:41:47.462" v="968" actId="164"/>
          <ac:spMkLst>
            <pc:docMk/>
            <pc:sldMk cId="682351120" sldId="313"/>
            <ac:spMk id="46" creationId="{198E279E-475D-8470-BEBA-B1327987071E}"/>
          </ac:spMkLst>
        </pc:spChg>
        <pc:spChg chg="mod">
          <ac:chgData name="光汰 齊藤" userId="50845e5bd7423914" providerId="LiveId" clId="{6C757DE9-355C-4ED3-A569-31F5B9354D0F}" dt="2026-09-11T05:41:47.462" v="968" actId="164"/>
          <ac:spMkLst>
            <pc:docMk/>
            <pc:sldMk cId="682351120" sldId="313"/>
            <ac:spMk id="55" creationId="{F50433BF-7267-69F6-604F-1A8E9E4CFA40}"/>
          </ac:spMkLst>
        </pc:spChg>
        <pc:spChg chg="mod">
          <ac:chgData name="光汰 齊藤" userId="50845e5bd7423914" providerId="LiveId" clId="{6C757DE9-355C-4ED3-A569-31F5B9354D0F}" dt="2026-09-11T05:41:47.462" v="968" actId="164"/>
          <ac:spMkLst>
            <pc:docMk/>
            <pc:sldMk cId="682351120" sldId="313"/>
            <ac:spMk id="56" creationId="{1A8BF51A-7840-1A16-19E1-DCF4AFEB90D0}"/>
          </ac:spMkLst>
        </pc:spChg>
        <pc:spChg chg="mod">
          <ac:chgData name="光汰 齊藤" userId="50845e5bd7423914" providerId="LiveId" clId="{6C757DE9-355C-4ED3-A569-31F5B9354D0F}" dt="2026-09-11T05:41:47.462" v="968" actId="164"/>
          <ac:spMkLst>
            <pc:docMk/>
            <pc:sldMk cId="682351120" sldId="313"/>
            <ac:spMk id="58" creationId="{8A8BE97B-3F90-A2DA-3A93-BE37F34BDF94}"/>
          </ac:spMkLst>
        </pc:spChg>
        <pc:spChg chg="mod">
          <ac:chgData name="光汰 齊藤" userId="50845e5bd7423914" providerId="LiveId" clId="{6C757DE9-355C-4ED3-A569-31F5B9354D0F}" dt="2026-09-11T05:41:47.462" v="968" actId="164"/>
          <ac:spMkLst>
            <pc:docMk/>
            <pc:sldMk cId="682351120" sldId="313"/>
            <ac:spMk id="59" creationId="{19298A08-6C09-A748-371D-5D89B717CB74}"/>
          </ac:spMkLst>
        </pc:spChg>
        <pc:spChg chg="mod">
          <ac:chgData name="光汰 齊藤" userId="50845e5bd7423914" providerId="LiveId" clId="{6C757DE9-355C-4ED3-A569-31F5B9354D0F}" dt="2026-09-11T05:41:47.462" v="968" actId="164"/>
          <ac:spMkLst>
            <pc:docMk/>
            <pc:sldMk cId="682351120" sldId="313"/>
            <ac:spMk id="64" creationId="{0046B015-1B8C-D44D-36B0-9E05541F362B}"/>
          </ac:spMkLst>
        </pc:spChg>
        <pc:spChg chg="mod">
          <ac:chgData name="光汰 齊藤" userId="50845e5bd7423914" providerId="LiveId" clId="{6C757DE9-355C-4ED3-A569-31F5B9354D0F}" dt="2026-09-11T05:41:47.462" v="968" actId="164"/>
          <ac:spMkLst>
            <pc:docMk/>
            <pc:sldMk cId="682351120" sldId="313"/>
            <ac:spMk id="65" creationId="{6D5B1C01-7CEF-0694-2A15-034432621793}"/>
          </ac:spMkLst>
        </pc:spChg>
        <pc:spChg chg="mod">
          <ac:chgData name="光汰 齊藤" userId="50845e5bd7423914" providerId="LiveId" clId="{6C757DE9-355C-4ED3-A569-31F5B9354D0F}" dt="2026-09-11T05:41:47.462" v="968" actId="164"/>
          <ac:spMkLst>
            <pc:docMk/>
            <pc:sldMk cId="682351120" sldId="313"/>
            <ac:spMk id="66" creationId="{14CFE632-3F15-5EC4-05BF-44D897A9192E}"/>
          </ac:spMkLst>
        </pc:spChg>
        <pc:grpChg chg="mod">
          <ac:chgData name="光汰 齊藤" userId="50845e5bd7423914" providerId="LiveId" clId="{6C757DE9-355C-4ED3-A569-31F5B9354D0F}" dt="2026-09-11T05:42:15.110" v="970" actId="1076"/>
          <ac:grpSpMkLst>
            <pc:docMk/>
            <pc:sldMk cId="682351120" sldId="313"/>
            <ac:grpSpMk id="5" creationId="{E16B12D5-8955-E136-1C45-31960DF631DF}"/>
          </ac:grpSpMkLst>
        </pc:grpChg>
        <pc:cxnChg chg="add mod">
          <ac:chgData name="光汰 齊藤" userId="50845e5bd7423914" providerId="LiveId" clId="{6C757DE9-355C-4ED3-A569-31F5B9354D0F}" dt="2026-09-11T15:29:48.738" v="7616" actId="17032"/>
          <ac:cxnSpMkLst>
            <pc:docMk/>
            <pc:sldMk cId="682351120" sldId="313"/>
            <ac:cxnSpMk id="14" creationId="{F42C9913-3490-66F3-AA15-6C2FD3983938}"/>
          </ac:cxnSpMkLst>
        </pc:cxnChg>
        <pc:cxnChg chg="add mod">
          <ac:chgData name="光汰 齊藤" userId="50845e5bd7423914" providerId="LiveId" clId="{6C757DE9-355C-4ED3-A569-31F5B9354D0F}" dt="2026-09-11T15:29:59.244" v="7618" actId="1076"/>
          <ac:cxnSpMkLst>
            <pc:docMk/>
            <pc:sldMk cId="682351120" sldId="313"/>
            <ac:cxnSpMk id="15" creationId="{971AF605-A3D9-1E8E-FCF1-B848DC2A525F}"/>
          </ac:cxnSpMkLst>
        </pc:cxnChg>
      </pc:sldChg>
      <pc:sldChg chg="addSp delSp modSp new mod modNotesTx">
        <pc:chgData name="光汰 齊藤" userId="50845e5bd7423914" providerId="LiveId" clId="{6C757DE9-355C-4ED3-A569-31F5B9354D0F}" dt="2026-09-12T03:53:16.293" v="9788" actId="20577"/>
        <pc:sldMkLst>
          <pc:docMk/>
          <pc:sldMk cId="4034522240" sldId="315"/>
        </pc:sldMkLst>
        <pc:spChg chg="mod">
          <ac:chgData name="光汰 齊藤" userId="50845e5bd7423914" providerId="LiveId" clId="{6C757DE9-355C-4ED3-A569-31F5B9354D0F}" dt="2026-09-11T13:42:43.198" v="6165"/>
          <ac:spMkLst>
            <pc:docMk/>
            <pc:sldMk cId="4034522240" sldId="315"/>
            <ac:spMk id="2" creationId="{3E3187AF-53A6-3316-EC1F-7F307167AFCD}"/>
          </ac:spMkLst>
        </pc:spChg>
        <pc:spChg chg="mod">
          <ac:chgData name="光汰 齊藤" userId="50845e5bd7423914" providerId="LiveId" clId="{6C757DE9-355C-4ED3-A569-31F5B9354D0F}" dt="2026-09-11T13:30:44.910" v="6091" actId="790"/>
          <ac:spMkLst>
            <pc:docMk/>
            <pc:sldMk cId="4034522240" sldId="315"/>
            <ac:spMk id="7" creationId="{F3348926-0FE9-A399-7042-C2D175309576}"/>
          </ac:spMkLst>
        </pc:spChg>
        <pc:spChg chg="mod">
          <ac:chgData name="光汰 齊藤" userId="50845e5bd7423914" providerId="LiveId" clId="{6C757DE9-355C-4ED3-A569-31F5B9354D0F}" dt="2026-09-11T13:30:44.910" v="6091" actId="790"/>
          <ac:spMkLst>
            <pc:docMk/>
            <pc:sldMk cId="4034522240" sldId="315"/>
            <ac:spMk id="11" creationId="{CEADEBED-445C-DE66-6919-79CFE9CDC224}"/>
          </ac:spMkLst>
        </pc:spChg>
        <pc:spChg chg="add mod">
          <ac:chgData name="光汰 齊藤" userId="50845e5bd7423914" providerId="LiveId" clId="{6C757DE9-355C-4ED3-A569-31F5B9354D0F}" dt="2026-09-11T13:26:48.141" v="5959" actId="1035"/>
          <ac:spMkLst>
            <pc:docMk/>
            <pc:sldMk cId="4034522240" sldId="315"/>
            <ac:spMk id="51" creationId="{5B984C9F-B969-2057-229F-2C98857E989A}"/>
          </ac:spMkLst>
        </pc:spChg>
        <pc:spChg chg="add mod">
          <ac:chgData name="光汰 齊藤" userId="50845e5bd7423914" providerId="LiveId" clId="{6C757DE9-355C-4ED3-A569-31F5B9354D0F}" dt="2026-09-11T13:26:48.141" v="5959" actId="1035"/>
          <ac:spMkLst>
            <pc:docMk/>
            <pc:sldMk cId="4034522240" sldId="315"/>
            <ac:spMk id="67" creationId="{53918A35-09BA-6A70-3623-F2E69D453932}"/>
          </ac:spMkLst>
        </pc:spChg>
        <pc:spChg chg="mod">
          <ac:chgData name="光汰 齊藤" userId="50845e5bd7423914" providerId="LiveId" clId="{6C757DE9-355C-4ED3-A569-31F5B9354D0F}" dt="2026-09-11T13:30:44.910" v="6091" actId="790"/>
          <ac:spMkLst>
            <pc:docMk/>
            <pc:sldMk cId="4034522240" sldId="315"/>
            <ac:spMk id="73" creationId="{7187536B-F96C-0974-A0F3-8B69F8F5981B}"/>
          </ac:spMkLst>
        </pc:spChg>
        <pc:spChg chg="mod">
          <ac:chgData name="光汰 齊藤" userId="50845e5bd7423914" providerId="LiveId" clId="{6C757DE9-355C-4ED3-A569-31F5B9354D0F}" dt="2026-09-11T13:30:44.910" v="6091" actId="790"/>
          <ac:spMkLst>
            <pc:docMk/>
            <pc:sldMk cId="4034522240" sldId="315"/>
            <ac:spMk id="77" creationId="{87A933C8-DC9D-CE0D-3638-2D70AF1EA101}"/>
          </ac:spMkLst>
        </pc:spChg>
        <pc:spChg chg="add mod">
          <ac:chgData name="光汰 齊藤" userId="50845e5bd7423914" providerId="LiveId" clId="{6C757DE9-355C-4ED3-A569-31F5B9354D0F}" dt="2026-09-11T13:26:48.141" v="5959" actId="1035"/>
          <ac:spMkLst>
            <pc:docMk/>
            <pc:sldMk cId="4034522240" sldId="315"/>
            <ac:spMk id="95" creationId="{C10B1E63-02EC-FDCB-F57E-F9AFBC1D2E8E}"/>
          </ac:spMkLst>
        </pc:spChg>
        <pc:spChg chg="add mod">
          <ac:chgData name="光汰 齊藤" userId="50845e5bd7423914" providerId="LiveId" clId="{6C757DE9-355C-4ED3-A569-31F5B9354D0F}" dt="2026-09-11T13:26:48.141" v="5959" actId="1035"/>
          <ac:spMkLst>
            <pc:docMk/>
            <pc:sldMk cId="4034522240" sldId="315"/>
            <ac:spMk id="113" creationId="{7A18EA87-6529-3B35-4448-1E069A582C4C}"/>
          </ac:spMkLst>
        </pc:spChg>
        <pc:spChg chg="add mod">
          <ac:chgData name="光汰 齊藤" userId="50845e5bd7423914" providerId="LiveId" clId="{6C757DE9-355C-4ED3-A569-31F5B9354D0F}" dt="2026-09-11T13:26:48.141" v="5959" actId="1035"/>
          <ac:spMkLst>
            <pc:docMk/>
            <pc:sldMk cId="4034522240" sldId="315"/>
            <ac:spMk id="115" creationId="{B821663B-33F2-CCE5-814A-15E547A351FA}"/>
          </ac:spMkLst>
        </pc:spChg>
        <pc:spChg chg="add mod">
          <ac:chgData name="光汰 齊藤" userId="50845e5bd7423914" providerId="LiveId" clId="{6C757DE9-355C-4ED3-A569-31F5B9354D0F}" dt="2026-09-11T13:26:48.141" v="5959" actId="1035"/>
          <ac:spMkLst>
            <pc:docMk/>
            <pc:sldMk cId="4034522240" sldId="315"/>
            <ac:spMk id="117" creationId="{89ABEE30-E5F6-87C3-D2F4-DEABEFCE7704}"/>
          </ac:spMkLst>
        </pc:spChg>
        <pc:spChg chg="add mod">
          <ac:chgData name="光汰 齊藤" userId="50845e5bd7423914" providerId="LiveId" clId="{6C757DE9-355C-4ED3-A569-31F5B9354D0F}" dt="2026-09-11T13:26:48.141" v="5959" actId="1035"/>
          <ac:spMkLst>
            <pc:docMk/>
            <pc:sldMk cId="4034522240" sldId="315"/>
            <ac:spMk id="119" creationId="{227DC2A8-C455-9723-63F9-D88F28F3546F}"/>
          </ac:spMkLst>
        </pc:spChg>
        <pc:spChg chg="mod">
          <ac:chgData name="光汰 齊藤" userId="50845e5bd7423914" providerId="LiveId" clId="{6C757DE9-355C-4ED3-A569-31F5B9354D0F}" dt="2026-09-11T13:30:44.910" v="6091" actId="790"/>
          <ac:spMkLst>
            <pc:docMk/>
            <pc:sldMk cId="4034522240" sldId="315"/>
            <ac:spMk id="139" creationId="{EA3F16C6-4DF6-FE4F-70AE-F80B415B10C2}"/>
          </ac:spMkLst>
        </pc:spChg>
        <pc:spChg chg="mod">
          <ac:chgData name="光汰 齊藤" userId="50845e5bd7423914" providerId="LiveId" clId="{6C757DE9-355C-4ED3-A569-31F5B9354D0F}" dt="2026-09-11T13:30:44.910" v="6091" actId="790"/>
          <ac:spMkLst>
            <pc:docMk/>
            <pc:sldMk cId="4034522240" sldId="315"/>
            <ac:spMk id="143" creationId="{CAB7246A-4744-1FAA-E97D-D52CBDF4B548}"/>
          </ac:spMkLst>
        </pc:spChg>
        <pc:spChg chg="add mod">
          <ac:chgData name="光汰 齊藤" userId="50845e5bd7423914" providerId="LiveId" clId="{6C757DE9-355C-4ED3-A569-31F5B9354D0F}" dt="2026-09-11T13:26:48.141" v="5959" actId="1035"/>
          <ac:spMkLst>
            <pc:docMk/>
            <pc:sldMk cId="4034522240" sldId="315"/>
            <ac:spMk id="153" creationId="{CFA11A8B-4960-CCC0-E15C-2D13A9A9AB05}"/>
          </ac:spMkLst>
        </pc:spChg>
        <pc:spChg chg="add mod">
          <ac:chgData name="光汰 齊藤" userId="50845e5bd7423914" providerId="LiveId" clId="{6C757DE9-355C-4ED3-A569-31F5B9354D0F}" dt="2026-09-11T13:26:48.141" v="5959" actId="1035"/>
          <ac:spMkLst>
            <pc:docMk/>
            <pc:sldMk cId="4034522240" sldId="315"/>
            <ac:spMk id="157" creationId="{E0E53822-7B8E-2AB4-160C-FC9BD92C3F46}"/>
          </ac:spMkLst>
        </pc:spChg>
        <pc:spChg chg="add mod">
          <ac:chgData name="光汰 齊藤" userId="50845e5bd7423914" providerId="LiveId" clId="{6C757DE9-355C-4ED3-A569-31F5B9354D0F}" dt="2026-09-11T13:26:48.141" v="5959" actId="1035"/>
          <ac:spMkLst>
            <pc:docMk/>
            <pc:sldMk cId="4034522240" sldId="315"/>
            <ac:spMk id="197" creationId="{64C4490B-33B7-E0E2-1ED4-554C62333351}"/>
          </ac:spMkLst>
        </pc:spChg>
        <pc:spChg chg="mod">
          <ac:chgData name="光汰 齊藤" userId="50845e5bd7423914" providerId="LiveId" clId="{6C757DE9-355C-4ED3-A569-31F5B9354D0F}" dt="2026-09-11T13:30:44.910" v="6091" actId="790"/>
          <ac:spMkLst>
            <pc:docMk/>
            <pc:sldMk cId="4034522240" sldId="315"/>
            <ac:spMk id="209" creationId="{B24D0AC4-1A8F-58DC-3DD2-904DD0DA79D0}"/>
          </ac:spMkLst>
        </pc:spChg>
        <pc:spChg chg="mod">
          <ac:chgData name="光汰 齊藤" userId="50845e5bd7423914" providerId="LiveId" clId="{6C757DE9-355C-4ED3-A569-31F5B9354D0F}" dt="2026-09-11T13:32:43.787" v="6114" actId="14100"/>
          <ac:spMkLst>
            <pc:docMk/>
            <pc:sldMk cId="4034522240" sldId="315"/>
            <ac:spMk id="211" creationId="{E13685EA-85A4-290E-7FFF-4532F2CBA268}"/>
          </ac:spMkLst>
        </pc:spChg>
        <pc:spChg chg="mod">
          <ac:chgData name="光汰 齊藤" userId="50845e5bd7423914" providerId="LiveId" clId="{6C757DE9-355C-4ED3-A569-31F5B9354D0F}" dt="2026-09-11T13:34:46.900" v="6151"/>
          <ac:spMkLst>
            <pc:docMk/>
            <pc:sldMk cId="4034522240" sldId="315"/>
            <ac:spMk id="213" creationId="{F3E15109-8766-2B2C-4273-ED758A362D1E}"/>
          </ac:spMkLst>
        </pc:spChg>
        <pc:spChg chg="mod">
          <ac:chgData name="光汰 齊藤" userId="50845e5bd7423914" providerId="LiveId" clId="{6C757DE9-355C-4ED3-A569-31F5B9354D0F}" dt="2026-09-11T13:32:57.488" v="6118" actId="20577"/>
          <ac:spMkLst>
            <pc:docMk/>
            <pc:sldMk cId="4034522240" sldId="315"/>
            <ac:spMk id="219" creationId="{9E952590-AD1C-99DA-F481-00AC2166688D}"/>
          </ac:spMkLst>
        </pc:spChg>
        <pc:spChg chg="mod">
          <ac:chgData name="光汰 齊藤" userId="50845e5bd7423914" providerId="LiveId" clId="{6C757DE9-355C-4ED3-A569-31F5B9354D0F}" dt="2026-09-12T03:53:16.293" v="9788" actId="20577"/>
          <ac:spMkLst>
            <pc:docMk/>
            <pc:sldMk cId="4034522240" sldId="315"/>
            <ac:spMk id="221" creationId="{14DB4CA5-3BA7-DF79-99EF-9DF27CCDE6D4}"/>
          </ac:spMkLst>
        </pc:spChg>
        <pc:spChg chg="add mod">
          <ac:chgData name="光汰 齊藤" userId="50845e5bd7423914" providerId="LiveId" clId="{6C757DE9-355C-4ED3-A569-31F5B9354D0F}" dt="2026-09-11T13:33:24.027" v="6127" actId="20577"/>
          <ac:spMkLst>
            <pc:docMk/>
            <pc:sldMk cId="4034522240" sldId="315"/>
            <ac:spMk id="229" creationId="{79C789E6-CD8F-E23C-8913-BDC3FCE2B41F}"/>
          </ac:spMkLst>
        </pc:spChg>
        <pc:spChg chg="add mod">
          <ac:chgData name="光汰 齊藤" userId="50845e5bd7423914" providerId="LiveId" clId="{6C757DE9-355C-4ED3-A569-31F5B9354D0F}" dt="2026-09-11T13:42:57.399" v="6167" actId="20577"/>
          <ac:spMkLst>
            <pc:docMk/>
            <pc:sldMk cId="4034522240" sldId="315"/>
            <ac:spMk id="230" creationId="{2E7230DC-B851-C216-920B-2257660EE100}"/>
          </ac:spMkLst>
        </pc:spChg>
      </pc:sldChg>
      <pc:sldChg chg="addSp delSp modSp new mod modNotesTx">
        <pc:chgData name="光汰 齊藤" userId="50845e5bd7423914" providerId="LiveId" clId="{6C757DE9-355C-4ED3-A569-31F5B9354D0F}" dt="2026-09-12T03:16:40.444" v="9502" actId="20577"/>
        <pc:sldMkLst>
          <pc:docMk/>
          <pc:sldMk cId="2129221304" sldId="316"/>
        </pc:sldMkLst>
        <pc:spChg chg="mod">
          <ac:chgData name="光汰 齊藤" userId="50845e5bd7423914" providerId="LiveId" clId="{6C757DE9-355C-4ED3-A569-31F5B9354D0F}" dt="2026-09-11T14:28:43.922" v="6185"/>
          <ac:spMkLst>
            <pc:docMk/>
            <pc:sldMk cId="2129221304" sldId="316"/>
            <ac:spMk id="2" creationId="{59E1EF39-7660-E804-E81B-38D3203E376E}"/>
          </ac:spMkLst>
        </pc:spChg>
        <pc:spChg chg="add mod">
          <ac:chgData name="光汰 齊藤" userId="50845e5bd7423914" providerId="LiveId" clId="{6C757DE9-355C-4ED3-A569-31F5B9354D0F}" dt="2026-09-11T14:38:42.287" v="6458" actId="14100"/>
          <ac:spMkLst>
            <pc:docMk/>
            <pc:sldMk cId="2129221304" sldId="316"/>
            <ac:spMk id="5" creationId="{D1080F94-11A5-7FAE-9561-42BA96681FD8}"/>
          </ac:spMkLst>
        </pc:spChg>
        <pc:spChg chg="add mod">
          <ac:chgData name="光汰 齊藤" userId="50845e5bd7423914" providerId="LiveId" clId="{6C757DE9-355C-4ED3-A569-31F5B9354D0F}" dt="2026-09-11T14:35:33.427" v="6344" actId="20577"/>
          <ac:spMkLst>
            <pc:docMk/>
            <pc:sldMk cId="2129221304" sldId="316"/>
            <ac:spMk id="7" creationId="{8FD66912-CED6-7696-3F0C-A20775E56B72}"/>
          </ac:spMkLst>
        </pc:spChg>
        <pc:spChg chg="add mod">
          <ac:chgData name="光汰 齊藤" userId="50845e5bd7423914" providerId="LiveId" clId="{6C757DE9-355C-4ED3-A569-31F5B9354D0F}" dt="2026-09-11T14:38:52.936" v="6474" actId="1035"/>
          <ac:spMkLst>
            <pc:docMk/>
            <pc:sldMk cId="2129221304" sldId="316"/>
            <ac:spMk id="9" creationId="{0C0ACDC1-C94B-D813-2CBC-76EC7674ACC3}"/>
          </ac:spMkLst>
        </pc:spChg>
        <pc:spChg chg="add mod">
          <ac:chgData name="光汰 齊藤" userId="50845e5bd7423914" providerId="LiveId" clId="{6C757DE9-355C-4ED3-A569-31F5B9354D0F}" dt="2026-09-11T14:38:52.936" v="6474" actId="1035"/>
          <ac:spMkLst>
            <pc:docMk/>
            <pc:sldMk cId="2129221304" sldId="316"/>
            <ac:spMk id="11" creationId="{33EBF3BF-0CC8-78F7-ACF6-AE0AF4E23F1E}"/>
          </ac:spMkLst>
        </pc:spChg>
        <pc:spChg chg="add mod">
          <ac:chgData name="光汰 齊藤" userId="50845e5bd7423914" providerId="LiveId" clId="{6C757DE9-355C-4ED3-A569-31F5B9354D0F}" dt="2026-09-11T14:38:31.735" v="6457" actId="20577"/>
          <ac:spMkLst>
            <pc:docMk/>
            <pc:sldMk cId="2129221304" sldId="316"/>
            <ac:spMk id="13" creationId="{89846D5D-1769-3665-F9B4-E521DA9A7EE5}"/>
          </ac:spMkLst>
        </pc:spChg>
        <pc:spChg chg="add mod">
          <ac:chgData name="光汰 齊藤" userId="50845e5bd7423914" providerId="LiveId" clId="{6C757DE9-355C-4ED3-A569-31F5B9354D0F}" dt="2026-09-11T14:45:27.140" v="7060" actId="1036"/>
          <ac:spMkLst>
            <pc:docMk/>
            <pc:sldMk cId="2129221304" sldId="316"/>
            <ac:spMk id="15" creationId="{31B91A33-BF8B-AE3B-2F03-A9AC628FFB30}"/>
          </ac:spMkLst>
        </pc:spChg>
        <pc:spChg chg="add mod">
          <ac:chgData name="光汰 齊藤" userId="50845e5bd7423914" providerId="LiveId" clId="{6C757DE9-355C-4ED3-A569-31F5B9354D0F}" dt="2026-09-11T14:46:40.612" v="7096" actId="1035"/>
          <ac:spMkLst>
            <pc:docMk/>
            <pc:sldMk cId="2129221304" sldId="316"/>
            <ac:spMk id="17" creationId="{65D4500E-425B-ADCE-713D-370E678D1F62}"/>
          </ac:spMkLst>
        </pc:spChg>
        <pc:spChg chg="add mod">
          <ac:chgData name="光汰 齊藤" userId="50845e5bd7423914" providerId="LiveId" clId="{6C757DE9-355C-4ED3-A569-31F5B9354D0F}" dt="2026-09-11T14:46:43.928" v="7100"/>
          <ac:spMkLst>
            <pc:docMk/>
            <pc:sldMk cId="2129221304" sldId="316"/>
            <ac:spMk id="19" creationId="{459CD66E-D4AE-8A66-488F-78DC91AB84AB}"/>
          </ac:spMkLst>
        </pc:spChg>
        <pc:spChg chg="add mod">
          <ac:chgData name="光汰 齊藤" userId="50845e5bd7423914" providerId="LiveId" clId="{6C757DE9-355C-4ED3-A569-31F5B9354D0F}" dt="2026-09-11T14:45:27.140" v="7060" actId="1036"/>
          <ac:spMkLst>
            <pc:docMk/>
            <pc:sldMk cId="2129221304" sldId="316"/>
            <ac:spMk id="21" creationId="{9E1D8EED-9C93-62EE-1ADA-EBEDED7C472D}"/>
          </ac:spMkLst>
        </pc:spChg>
        <pc:spChg chg="add mod">
          <ac:chgData name="光汰 齊藤" userId="50845e5bd7423914" providerId="LiveId" clId="{6C757DE9-355C-4ED3-A569-31F5B9354D0F}" dt="2026-09-11T14:46:30.162" v="7081" actId="20577"/>
          <ac:spMkLst>
            <pc:docMk/>
            <pc:sldMk cId="2129221304" sldId="316"/>
            <ac:spMk id="23" creationId="{6D9818C0-CB0A-56AD-6E57-0861F86E2BF1}"/>
          </ac:spMkLst>
        </pc:spChg>
        <pc:spChg chg="add mod">
          <ac:chgData name="光汰 齊藤" userId="50845e5bd7423914" providerId="LiveId" clId="{6C757DE9-355C-4ED3-A569-31F5B9354D0F}" dt="2026-09-12T01:51:01.199" v="7969" actId="207"/>
          <ac:spMkLst>
            <pc:docMk/>
            <pc:sldMk cId="2129221304" sldId="316"/>
            <ac:spMk id="25" creationId="{E31AD24D-3AFA-AD82-FEB7-E3675D19B97E}"/>
          </ac:spMkLst>
        </pc:spChg>
      </pc:sldChg>
      <pc:sldChg chg="addSp modSp new mod">
        <pc:chgData name="光汰 齊藤" userId="50845e5bd7423914" providerId="LiveId" clId="{6C757DE9-355C-4ED3-A569-31F5B9354D0F}" dt="2026-09-11T14:47:58.152" v="7204" actId="113"/>
        <pc:sldMkLst>
          <pc:docMk/>
          <pc:sldMk cId="314459443" sldId="319"/>
        </pc:sldMkLst>
        <pc:spChg chg="add mod">
          <ac:chgData name="光汰 齊藤" userId="50845e5bd7423914" providerId="LiveId" clId="{6C757DE9-355C-4ED3-A569-31F5B9354D0F}" dt="2026-09-11T14:47:58.152" v="7204" actId="113"/>
          <ac:spMkLst>
            <pc:docMk/>
            <pc:sldMk cId="314459443" sldId="319"/>
            <ac:spMk id="3" creationId="{8A673C65-F0F0-E1BA-7F5E-BF9ADDD81911}"/>
          </ac:spMkLst>
        </pc:spChg>
      </pc:sldChg>
      <pc:sldChg chg="addSp modSp new mod modNotesTx">
        <pc:chgData name="光汰 齊藤" userId="50845e5bd7423914" providerId="LiveId" clId="{6C757DE9-355C-4ED3-A569-31F5B9354D0F}" dt="2026-09-12T03:16:31.944" v="9493" actId="20577"/>
        <pc:sldMkLst>
          <pc:docMk/>
          <pc:sldMk cId="2005609620" sldId="322"/>
        </pc:sldMkLst>
        <pc:spChg chg="mod">
          <ac:chgData name="光汰 齊藤" userId="50845e5bd7423914" providerId="LiveId" clId="{6C757DE9-355C-4ED3-A569-31F5B9354D0F}" dt="2026-09-12T03:00:53.158" v="8246"/>
          <ac:spMkLst>
            <pc:docMk/>
            <pc:sldMk cId="2005609620" sldId="322"/>
            <ac:spMk id="2" creationId="{F4965C07-10D7-7473-93AC-8DB61A1E9ED1}"/>
          </ac:spMkLst>
        </pc:spChg>
        <pc:spChg chg="add mod">
          <ac:chgData name="光汰 齊藤" userId="50845e5bd7423914" providerId="LiveId" clId="{6C757DE9-355C-4ED3-A569-31F5B9354D0F}" dt="2026-09-12T03:01:35.465" v="8296"/>
          <ac:spMkLst>
            <pc:docMk/>
            <pc:sldMk cId="2005609620" sldId="322"/>
            <ac:spMk id="5" creationId="{C1B6FF00-3A3B-F429-513C-9387C66F98F1}"/>
          </ac:spMkLst>
        </pc:spChg>
        <pc:spChg chg="add mod">
          <ac:chgData name="光汰 齊藤" userId="50845e5bd7423914" providerId="LiveId" clId="{6C757DE9-355C-4ED3-A569-31F5B9354D0F}" dt="2026-09-12T03:02:38.549" v="8448"/>
          <ac:spMkLst>
            <pc:docMk/>
            <pc:sldMk cId="2005609620" sldId="322"/>
            <ac:spMk id="7" creationId="{5C370CC4-DC73-CDB6-2825-892FDFA1C363}"/>
          </ac:spMkLst>
        </pc:spChg>
        <pc:spChg chg="add mod">
          <ac:chgData name="光汰 齊藤" userId="50845e5bd7423914" providerId="LiveId" clId="{6C757DE9-355C-4ED3-A569-31F5B9354D0F}" dt="2026-09-12T03:01:16.602" v="8248" actId="1076"/>
          <ac:spMkLst>
            <pc:docMk/>
            <pc:sldMk cId="2005609620" sldId="322"/>
            <ac:spMk id="9" creationId="{94D511FB-CC64-2B2F-2DD3-70FC10FA942E}"/>
          </ac:spMkLst>
        </pc:spChg>
        <pc:spChg chg="add mod">
          <ac:chgData name="光汰 齊藤" userId="50845e5bd7423914" providerId="LiveId" clId="{6C757DE9-355C-4ED3-A569-31F5B9354D0F}" dt="2026-09-12T03:01:16.602" v="8248" actId="1076"/>
          <ac:spMkLst>
            <pc:docMk/>
            <pc:sldMk cId="2005609620" sldId="322"/>
            <ac:spMk id="11" creationId="{93BDBD52-EA19-045D-1721-613C18D14FA5}"/>
          </ac:spMkLst>
        </pc:spChg>
        <pc:spChg chg="add mod">
          <ac:chgData name="光汰 齊藤" userId="50845e5bd7423914" providerId="LiveId" clId="{6C757DE9-355C-4ED3-A569-31F5B9354D0F}" dt="2026-09-12T03:02:26.419" v="8431"/>
          <ac:spMkLst>
            <pc:docMk/>
            <pc:sldMk cId="2005609620" sldId="322"/>
            <ac:spMk id="12" creationId="{E9B75CFB-F0BA-6EB9-8DFB-9F0EA4BFBBD1}"/>
          </ac:spMkLst>
        </pc:spChg>
        <pc:spChg chg="add mod">
          <ac:chgData name="光汰 齊藤" userId="50845e5bd7423914" providerId="LiveId" clId="{6C757DE9-355C-4ED3-A569-31F5B9354D0F}" dt="2026-09-12T03:04:49.850" v="8683"/>
          <ac:spMkLst>
            <pc:docMk/>
            <pc:sldMk cId="2005609620" sldId="322"/>
            <ac:spMk id="14" creationId="{B433FD89-1ADE-DD9E-3515-FF513B4C414B}"/>
          </ac:spMkLst>
        </pc:spChg>
      </pc:sldChg>
    </pc:docChg>
  </pc:docChgLst>
  <pc:docChgLst>
    <pc:chgData name="光汰 齊藤" userId="50845e5bd7423914" providerId="LiveId" clId="{6CE9B3B8-4FE1-5230-B5E3-C1A3EE15ED22}"/>
    <pc:docChg chg="undo redo custSel addSld delSld modSld sldOrd">
      <pc:chgData name="光汰 齊藤" userId="50845e5bd7423914" providerId="LiveId" clId="{6CE9B3B8-4FE1-5230-B5E3-C1A3EE15ED22}" dt="2026-10-04T02:07:26.488" v="19598" actId="680"/>
      <pc:docMkLst>
        <pc:docMk/>
      </pc:docMkLst>
      <pc:sldChg chg="modSp mod modNotesTx">
        <pc:chgData name="光汰 齊藤" userId="50845e5bd7423914" providerId="LiveId" clId="{6CE9B3B8-4FE1-5230-B5E3-C1A3EE15ED22}" dt="2026-10-04T01:32:14.741" v="19572" actId="20577"/>
        <pc:sldMkLst>
          <pc:docMk/>
          <pc:sldMk cId="338026499" sldId="256"/>
        </pc:sldMkLst>
        <pc:spChg chg="mod">
          <ac:chgData name="光汰 齊藤" userId="50845e5bd7423914" providerId="LiveId" clId="{6CE9B3B8-4FE1-5230-B5E3-C1A3EE15ED22}" dt="2026-10-04T01:29:18.555" v="19510" actId="20577"/>
          <ac:spMkLst>
            <pc:docMk/>
            <pc:sldMk cId="338026499" sldId="256"/>
            <ac:spMk id="2" creationId="{BBAF71C6-17C9-57AB-ECD3-E62D59DC8A04}"/>
          </ac:spMkLst>
        </pc:spChg>
      </pc:sldChg>
      <pc:sldChg chg="addSp delSp modSp mod modNotesTx">
        <pc:chgData name="光汰 齊藤" userId="50845e5bd7423914" providerId="LiveId" clId="{6CE9B3B8-4FE1-5230-B5E3-C1A3EE15ED22}" dt="2026-10-04T01:32:17.819" v="19573" actId="20577"/>
        <pc:sldMkLst>
          <pc:docMk/>
          <pc:sldMk cId="4154883763" sldId="257"/>
        </pc:sldMkLst>
        <pc:spChg chg="add mod">
          <ac:chgData name="光汰 齊藤" userId="50845e5bd7423914" providerId="LiveId" clId="{6CE9B3B8-4FE1-5230-B5E3-C1A3EE15ED22}" dt="2026-09-09T04:22:21.538" v="10150" actId="20577"/>
          <ac:spMkLst>
            <pc:docMk/>
            <pc:sldMk cId="4154883763" sldId="257"/>
            <ac:spMk id="5" creationId="{F0BE491E-0AF2-2FF6-A8B6-AC209FE0B87E}"/>
          </ac:spMkLst>
        </pc:spChg>
      </pc:sldChg>
      <pc:sldChg chg="modSp add del mod ord modShow">
        <pc:chgData name="光汰 齊藤" userId="50845e5bd7423914" providerId="LiveId" clId="{6CE9B3B8-4FE1-5230-B5E3-C1A3EE15ED22}" dt="2026-10-04T01:32:05.499" v="19571" actId="20578"/>
        <pc:sldMkLst>
          <pc:docMk/>
          <pc:sldMk cId="3141176618" sldId="274"/>
        </pc:sldMkLst>
        <pc:spChg chg="mod">
          <ac:chgData name="光汰 齊藤" userId="50845e5bd7423914" providerId="LiveId" clId="{6CE9B3B8-4FE1-5230-B5E3-C1A3EE15ED22}" dt="2026-09-09T09:11:17.681" v="12675"/>
          <ac:spMkLst>
            <pc:docMk/>
            <pc:sldMk cId="3141176618" sldId="274"/>
            <ac:spMk id="3" creationId="{8A4E69F2-E7A6-6A33-C1C3-4EB6E23649AD}"/>
          </ac:spMkLst>
        </pc:spChg>
        <pc:spChg chg="mod">
          <ac:chgData name="光汰 齊藤" userId="50845e5bd7423914" providerId="LiveId" clId="{6CE9B3B8-4FE1-5230-B5E3-C1A3EE15ED22}" dt="2026-09-10T04:45:59.617" v="14780" actId="208"/>
          <ac:spMkLst>
            <pc:docMk/>
            <pc:sldMk cId="3141176618" sldId="274"/>
            <ac:spMk id="7" creationId="{F6DC29CF-E294-A672-DE31-E64B06EA1259}"/>
          </ac:spMkLst>
        </pc:spChg>
        <pc:spChg chg="mod">
          <ac:chgData name="光汰 齊藤" userId="50845e5bd7423914" providerId="LiveId" clId="{6CE9B3B8-4FE1-5230-B5E3-C1A3EE15ED22}" dt="2026-09-10T04:46:18.998" v="14782" actId="207"/>
          <ac:spMkLst>
            <pc:docMk/>
            <pc:sldMk cId="3141176618" sldId="274"/>
            <ac:spMk id="8" creationId="{285F0EF7-8E76-7526-5347-DBAA0A3A08F0}"/>
          </ac:spMkLst>
        </pc:spChg>
        <pc:spChg chg="mod">
          <ac:chgData name="光汰 齊藤" userId="50845e5bd7423914" providerId="LiveId" clId="{6CE9B3B8-4FE1-5230-B5E3-C1A3EE15ED22}" dt="2026-09-10T05:50:43.305" v="15122" actId="20577"/>
          <ac:spMkLst>
            <pc:docMk/>
            <pc:sldMk cId="3141176618" sldId="274"/>
            <ac:spMk id="9" creationId="{9EB02E97-9123-CC8A-7F85-05249294C003}"/>
          </ac:spMkLst>
        </pc:spChg>
        <pc:spChg chg="mod">
          <ac:chgData name="光汰 齊藤" userId="50845e5bd7423914" providerId="LiveId" clId="{6CE9B3B8-4FE1-5230-B5E3-C1A3EE15ED22}" dt="2026-09-10T05:51:02.963" v="15129" actId="207"/>
          <ac:spMkLst>
            <pc:docMk/>
            <pc:sldMk cId="3141176618" sldId="274"/>
            <ac:spMk id="10" creationId="{45194816-83C8-E914-D10B-CF5BB3AA1FF2}"/>
          </ac:spMkLst>
        </pc:spChg>
        <pc:spChg chg="mod">
          <ac:chgData name="光汰 齊藤" userId="50845e5bd7423914" providerId="LiveId" clId="{6CE9B3B8-4FE1-5230-B5E3-C1A3EE15ED22}" dt="2026-09-10T04:45:59.617" v="14780" actId="208"/>
          <ac:spMkLst>
            <pc:docMk/>
            <pc:sldMk cId="3141176618" sldId="274"/>
            <ac:spMk id="11" creationId="{1B6E267C-0DB8-CF94-99DF-800CCA9A5A58}"/>
          </ac:spMkLst>
        </pc:spChg>
        <pc:spChg chg="mod">
          <ac:chgData name="光汰 齊藤" userId="50845e5bd7423914" providerId="LiveId" clId="{6CE9B3B8-4FE1-5230-B5E3-C1A3EE15ED22}" dt="2026-09-10T04:46:18.998" v="14782" actId="207"/>
          <ac:spMkLst>
            <pc:docMk/>
            <pc:sldMk cId="3141176618" sldId="274"/>
            <ac:spMk id="12" creationId="{E3405C53-C4EB-BB75-4DED-6585985BE9D0}"/>
          </ac:spMkLst>
        </pc:spChg>
      </pc:sldChg>
      <pc:sldChg chg="addSp modSp new del mod ord">
        <pc:chgData name="光汰 齊藤" userId="50845e5bd7423914" providerId="LiveId" clId="{6CE9B3B8-4FE1-5230-B5E3-C1A3EE15ED22}" dt="2026-10-04T01:29:24.216" v="19511" actId="2696"/>
        <pc:sldMkLst>
          <pc:docMk/>
          <pc:sldMk cId="2508502882" sldId="287"/>
        </pc:sldMkLst>
      </pc:sldChg>
      <pc:sldChg chg="addSp delSp modSp new add del mod">
        <pc:chgData name="光汰 齊藤" userId="50845e5bd7423914" providerId="LiveId" clId="{6CE9B3B8-4FE1-5230-B5E3-C1A3EE15ED22}" dt="2026-10-04T01:29:45.309" v="19536" actId="2696"/>
        <pc:sldMkLst>
          <pc:docMk/>
          <pc:sldMk cId="825178835" sldId="288"/>
        </pc:sldMkLst>
      </pc:sldChg>
      <pc:sldChg chg="addSp delSp modSp new add del mod ord modShow modNotesTx">
        <pc:chgData name="光汰 齊藤" userId="50845e5bd7423914" providerId="LiveId" clId="{6CE9B3B8-4FE1-5230-B5E3-C1A3EE15ED22}" dt="2026-10-04T01:32:05.499" v="19571" actId="20578"/>
        <pc:sldMkLst>
          <pc:docMk/>
          <pc:sldMk cId="1845202054" sldId="289"/>
        </pc:sldMkLst>
        <pc:spChg chg="mod">
          <ac:chgData name="光汰 齊藤" userId="50845e5bd7423914" providerId="LiveId" clId="{6CE9B3B8-4FE1-5230-B5E3-C1A3EE15ED22}" dt="2026-09-10T03:06:35.647" v="14489" actId="20577"/>
          <ac:spMkLst>
            <pc:docMk/>
            <pc:sldMk cId="1845202054" sldId="289"/>
            <ac:spMk id="2" creationId="{834D5114-4933-017A-51FA-79F0D17C9017}"/>
          </ac:spMkLst>
        </pc:spChg>
        <pc:spChg chg="add mod">
          <ac:chgData name="光汰 齊藤" userId="50845e5bd7423914" providerId="LiveId" clId="{6CE9B3B8-4FE1-5230-B5E3-C1A3EE15ED22}" dt="2026-09-10T06:01:06.398" v="15579" actId="1076"/>
          <ac:spMkLst>
            <pc:docMk/>
            <pc:sldMk cId="1845202054" sldId="289"/>
            <ac:spMk id="4" creationId="{868B797A-D6E7-F29B-D45F-72D1D5FD66A7}"/>
          </ac:spMkLst>
        </pc:spChg>
        <pc:spChg chg="add mod">
          <ac:chgData name="光汰 齊藤" userId="50845e5bd7423914" providerId="LiveId" clId="{6CE9B3B8-4FE1-5230-B5E3-C1A3EE15ED22}" dt="2026-09-10T06:15:01.121" v="15943" actId="164"/>
          <ac:spMkLst>
            <pc:docMk/>
            <pc:sldMk cId="1845202054" sldId="289"/>
            <ac:spMk id="33" creationId="{802445D2-8C83-0672-E2D8-9303AAC8D3F8}"/>
          </ac:spMkLst>
        </pc:spChg>
        <pc:spChg chg="add mod">
          <ac:chgData name="光汰 齊藤" userId="50845e5bd7423914" providerId="LiveId" clId="{6CE9B3B8-4FE1-5230-B5E3-C1A3EE15ED22}" dt="2026-09-10T06:11:47.452" v="15893" actId="164"/>
          <ac:spMkLst>
            <pc:docMk/>
            <pc:sldMk cId="1845202054" sldId="289"/>
            <ac:spMk id="34" creationId="{61000A8F-5260-3C11-F3D4-80D924687E93}"/>
          </ac:spMkLst>
        </pc:spChg>
        <pc:spChg chg="add mod">
          <ac:chgData name="光汰 齊藤" userId="50845e5bd7423914" providerId="LiveId" clId="{6CE9B3B8-4FE1-5230-B5E3-C1A3EE15ED22}" dt="2026-09-10T06:11:52.043" v="15894" actId="164"/>
          <ac:spMkLst>
            <pc:docMk/>
            <pc:sldMk cId="1845202054" sldId="289"/>
            <ac:spMk id="35" creationId="{B373C3E1-9ECF-CC6A-F829-BA56590E3133}"/>
          </ac:spMkLst>
        </pc:spChg>
        <pc:spChg chg="add mod topLvl">
          <ac:chgData name="光汰 齊藤" userId="50845e5bd7423914" providerId="LiveId" clId="{6CE9B3B8-4FE1-5230-B5E3-C1A3EE15ED22}" dt="2026-09-10T06:12:56.136" v="15912" actId="164"/>
          <ac:spMkLst>
            <pc:docMk/>
            <pc:sldMk cId="1845202054" sldId="289"/>
            <ac:spMk id="36" creationId="{B1EFE4B9-1A27-CB5E-E0E0-FEA6A33B01D8}"/>
          </ac:spMkLst>
        </pc:spChg>
        <pc:spChg chg="add mod topLvl">
          <ac:chgData name="光汰 齊藤" userId="50845e5bd7423914" providerId="LiveId" clId="{6CE9B3B8-4FE1-5230-B5E3-C1A3EE15ED22}" dt="2026-09-10T06:16:03.240" v="16060" actId="1076"/>
          <ac:spMkLst>
            <pc:docMk/>
            <pc:sldMk cId="1845202054" sldId="289"/>
            <ac:spMk id="37" creationId="{9914F15F-7A07-4FCD-3479-2FB7ABB72929}"/>
          </ac:spMkLst>
        </pc:spChg>
        <pc:spChg chg="add mod">
          <ac:chgData name="光汰 齊藤" userId="50845e5bd7423914" providerId="LiveId" clId="{6CE9B3B8-4FE1-5230-B5E3-C1A3EE15ED22}" dt="2026-09-10T06:13:18.265" v="15917" actId="164"/>
          <ac:spMkLst>
            <pc:docMk/>
            <pc:sldMk cId="1845202054" sldId="289"/>
            <ac:spMk id="40" creationId="{543F815E-CC02-1B5B-EB08-45D9014419FF}"/>
          </ac:spMkLst>
        </pc:spChg>
        <pc:spChg chg="add mod">
          <ac:chgData name="光汰 齊藤" userId="50845e5bd7423914" providerId="LiveId" clId="{6CE9B3B8-4FE1-5230-B5E3-C1A3EE15ED22}" dt="2026-09-10T06:15:01.121" v="15943" actId="164"/>
          <ac:spMkLst>
            <pc:docMk/>
            <pc:sldMk cId="1845202054" sldId="289"/>
            <ac:spMk id="41" creationId="{F6C60E43-5889-9BD3-F906-F93D4A5E2982}"/>
          </ac:spMkLst>
        </pc:spChg>
        <pc:spChg chg="add mod">
          <ac:chgData name="光汰 齊藤" userId="50845e5bd7423914" providerId="LiveId" clId="{6CE9B3B8-4FE1-5230-B5E3-C1A3EE15ED22}" dt="2026-09-10T06:16:03.240" v="16060" actId="1076"/>
          <ac:spMkLst>
            <pc:docMk/>
            <pc:sldMk cId="1845202054" sldId="289"/>
            <ac:spMk id="42" creationId="{1A93BB47-B73B-AA22-FDD2-73EE18387082}"/>
          </ac:spMkLst>
        </pc:spChg>
        <pc:spChg chg="add mod">
          <ac:chgData name="光汰 齊藤" userId="50845e5bd7423914" providerId="LiveId" clId="{6CE9B3B8-4FE1-5230-B5E3-C1A3EE15ED22}" dt="2026-09-10T06:11:47.452" v="15893" actId="164"/>
          <ac:spMkLst>
            <pc:docMk/>
            <pc:sldMk cId="1845202054" sldId="289"/>
            <ac:spMk id="43" creationId="{F5D2AFBA-2967-01AF-73EE-2824A4ACD1F6}"/>
          </ac:spMkLst>
        </pc:spChg>
        <pc:spChg chg="add mod">
          <ac:chgData name="光汰 齊藤" userId="50845e5bd7423914" providerId="LiveId" clId="{6CE9B3B8-4FE1-5230-B5E3-C1A3EE15ED22}" dt="2026-09-10T06:11:52.043" v="15894" actId="164"/>
          <ac:spMkLst>
            <pc:docMk/>
            <pc:sldMk cId="1845202054" sldId="289"/>
            <ac:spMk id="44" creationId="{F3552AE8-75C6-4F0E-D414-D10FE9898454}"/>
          </ac:spMkLst>
        </pc:spChg>
        <pc:spChg chg="add mod topLvl">
          <ac:chgData name="光汰 齊藤" userId="50845e5bd7423914" providerId="LiveId" clId="{6CE9B3B8-4FE1-5230-B5E3-C1A3EE15ED22}" dt="2026-09-10T06:12:56.136" v="15912" actId="164"/>
          <ac:spMkLst>
            <pc:docMk/>
            <pc:sldMk cId="1845202054" sldId="289"/>
            <ac:spMk id="45" creationId="{A95160E1-4022-7558-BFA2-1043D77FFED9}"/>
          </ac:spMkLst>
        </pc:spChg>
        <pc:spChg chg="add mod topLvl">
          <ac:chgData name="光汰 齊藤" userId="50845e5bd7423914" providerId="LiveId" clId="{6CE9B3B8-4FE1-5230-B5E3-C1A3EE15ED22}" dt="2026-09-10T06:16:03.240" v="16060" actId="1076"/>
          <ac:spMkLst>
            <pc:docMk/>
            <pc:sldMk cId="1845202054" sldId="289"/>
            <ac:spMk id="46" creationId="{EF3B9577-1040-D37F-8B52-E3D279419376}"/>
          </ac:spMkLst>
        </pc:spChg>
        <pc:spChg chg="mod topLvl">
          <ac:chgData name="光汰 齊藤" userId="50845e5bd7423914" providerId="LiveId" clId="{6CE9B3B8-4FE1-5230-B5E3-C1A3EE15ED22}" dt="2026-09-10T06:16:03.240" v="16060" actId="1076"/>
          <ac:spMkLst>
            <pc:docMk/>
            <pc:sldMk cId="1845202054" sldId="289"/>
            <ac:spMk id="55" creationId="{DA2DA8E0-F871-5569-56D7-069F8B9D10F0}"/>
          </ac:spMkLst>
        </pc:spChg>
        <pc:spChg chg="mod topLvl">
          <ac:chgData name="光汰 齊藤" userId="50845e5bd7423914" providerId="LiveId" clId="{6CE9B3B8-4FE1-5230-B5E3-C1A3EE15ED22}" dt="2026-09-10T06:16:03.240" v="16060" actId="1076"/>
          <ac:spMkLst>
            <pc:docMk/>
            <pc:sldMk cId="1845202054" sldId="289"/>
            <ac:spMk id="56" creationId="{27628933-8B61-C324-45B8-D8C345EED12A}"/>
          </ac:spMkLst>
        </pc:spChg>
        <pc:spChg chg="mod topLvl">
          <ac:chgData name="光汰 齊藤" userId="50845e5bd7423914" providerId="LiveId" clId="{6CE9B3B8-4FE1-5230-B5E3-C1A3EE15ED22}" dt="2026-09-10T06:16:03.240" v="16060" actId="1076"/>
          <ac:spMkLst>
            <pc:docMk/>
            <pc:sldMk cId="1845202054" sldId="289"/>
            <ac:spMk id="58" creationId="{6100DF4F-FBA6-96D1-0DE0-004CAFBED060}"/>
          </ac:spMkLst>
        </pc:spChg>
        <pc:spChg chg="mod topLvl">
          <ac:chgData name="光汰 齊藤" userId="50845e5bd7423914" providerId="LiveId" clId="{6CE9B3B8-4FE1-5230-B5E3-C1A3EE15ED22}" dt="2026-09-10T06:16:03.240" v="16060" actId="1076"/>
          <ac:spMkLst>
            <pc:docMk/>
            <pc:sldMk cId="1845202054" sldId="289"/>
            <ac:spMk id="59" creationId="{01B8C80A-428B-AAE1-709E-7ACCD0672F0F}"/>
          </ac:spMkLst>
        </pc:spChg>
        <pc:spChg chg="add mod">
          <ac:chgData name="光汰 齊藤" userId="50845e5bd7423914" providerId="LiveId" clId="{6CE9B3B8-4FE1-5230-B5E3-C1A3EE15ED22}" dt="2026-09-10T06:13:18.265" v="15917" actId="164"/>
          <ac:spMkLst>
            <pc:docMk/>
            <pc:sldMk cId="1845202054" sldId="289"/>
            <ac:spMk id="60" creationId="{E1B6A133-7FD5-3DB0-DC92-EC92E86A2F5D}"/>
          </ac:spMkLst>
        </pc:spChg>
        <pc:spChg chg="add mod">
          <ac:chgData name="光汰 齊藤" userId="50845e5bd7423914" providerId="LiveId" clId="{6CE9B3B8-4FE1-5230-B5E3-C1A3EE15ED22}" dt="2026-09-10T06:16:03.240" v="16060" actId="1076"/>
          <ac:spMkLst>
            <pc:docMk/>
            <pc:sldMk cId="1845202054" sldId="289"/>
            <ac:spMk id="64" creationId="{ABF0D300-58FE-246C-94C4-C9A87DB599A9}"/>
          </ac:spMkLst>
        </pc:spChg>
        <pc:spChg chg="add mod">
          <ac:chgData name="光汰 齊藤" userId="50845e5bd7423914" providerId="LiveId" clId="{6CE9B3B8-4FE1-5230-B5E3-C1A3EE15ED22}" dt="2026-09-10T06:16:03.240" v="16060" actId="1076"/>
          <ac:spMkLst>
            <pc:docMk/>
            <pc:sldMk cId="1845202054" sldId="289"/>
            <ac:spMk id="65" creationId="{1181FEBD-CC92-5832-3FF3-BCA3D92F88CC}"/>
          </ac:spMkLst>
        </pc:spChg>
        <pc:spChg chg="add mod">
          <ac:chgData name="光汰 齊藤" userId="50845e5bd7423914" providerId="LiveId" clId="{6CE9B3B8-4FE1-5230-B5E3-C1A3EE15ED22}" dt="2026-09-10T06:16:39.401" v="16066" actId="2085"/>
          <ac:spMkLst>
            <pc:docMk/>
            <pc:sldMk cId="1845202054" sldId="289"/>
            <ac:spMk id="66" creationId="{D82AF8DB-DE03-A0B9-62DD-0C0ED83AE72C}"/>
          </ac:spMkLst>
        </pc:spChg>
        <pc:spChg chg="add mod">
          <ac:chgData name="光汰 齊藤" userId="50845e5bd7423914" providerId="LiveId" clId="{6CE9B3B8-4FE1-5230-B5E3-C1A3EE15ED22}" dt="2026-09-10T06:22:43.825" v="16449" actId="1076"/>
          <ac:spMkLst>
            <pc:docMk/>
            <pc:sldMk cId="1845202054" sldId="289"/>
            <ac:spMk id="67" creationId="{0051D913-0BDE-36FF-BF5F-81D182A2B9F4}"/>
          </ac:spMkLst>
        </pc:spChg>
        <pc:grpChg chg="add mod">
          <ac:chgData name="光汰 齊藤" userId="50845e5bd7423914" providerId="LiveId" clId="{6CE9B3B8-4FE1-5230-B5E3-C1A3EE15ED22}" dt="2026-09-10T06:16:03.240" v="16060" actId="1076"/>
          <ac:grpSpMkLst>
            <pc:docMk/>
            <pc:sldMk cId="1845202054" sldId="289"/>
            <ac:grpSpMk id="50" creationId="{FBBED2EC-C5E1-244C-E7A1-CF1B947D1794}"/>
          </ac:grpSpMkLst>
        </pc:grpChg>
        <pc:grpChg chg="add mod">
          <ac:chgData name="光汰 齊藤" userId="50845e5bd7423914" providerId="LiveId" clId="{6CE9B3B8-4FE1-5230-B5E3-C1A3EE15ED22}" dt="2026-09-10T06:15:17.176" v="15976" actId="1035"/>
          <ac:grpSpMkLst>
            <pc:docMk/>
            <pc:sldMk cId="1845202054" sldId="289"/>
            <ac:grpSpMk id="51" creationId="{2CD2C800-C186-5A49-8D09-569DD7C7F3AA}"/>
          </ac:grpSpMkLst>
        </pc:grpChg>
        <pc:grpChg chg="add mod">
          <ac:chgData name="光汰 齊藤" userId="50845e5bd7423914" providerId="LiveId" clId="{6CE9B3B8-4FE1-5230-B5E3-C1A3EE15ED22}" dt="2026-09-10T06:15:17.176" v="15976" actId="1035"/>
          <ac:grpSpMkLst>
            <pc:docMk/>
            <pc:sldMk cId="1845202054" sldId="289"/>
            <ac:grpSpMk id="61" creationId="{3294AB52-7584-44A3-97A6-B70EB67333D2}"/>
          </ac:grpSpMkLst>
        </pc:grpChg>
        <pc:grpChg chg="add mod">
          <ac:chgData name="光汰 齊藤" userId="50845e5bd7423914" providerId="LiveId" clId="{6CE9B3B8-4FE1-5230-B5E3-C1A3EE15ED22}" dt="2026-09-10T06:15:54.912" v="16059" actId="1076"/>
          <ac:grpSpMkLst>
            <pc:docMk/>
            <pc:sldMk cId="1845202054" sldId="289"/>
            <ac:grpSpMk id="62" creationId="{7B9FDA9A-5EA0-9420-213D-FC9078BBDD7C}"/>
          </ac:grpSpMkLst>
        </pc:grpChg>
        <pc:grpChg chg="add mod">
          <ac:chgData name="光汰 齊藤" userId="50845e5bd7423914" providerId="LiveId" clId="{6CE9B3B8-4FE1-5230-B5E3-C1A3EE15ED22}" dt="2026-09-10T06:15:04.735" v="15944" actId="1076"/>
          <ac:grpSpMkLst>
            <pc:docMk/>
            <pc:sldMk cId="1845202054" sldId="289"/>
            <ac:grpSpMk id="63" creationId="{3648BF24-3FAB-BFA5-485F-FA15470D207A}"/>
          </ac:grpSpMkLst>
        </pc:grpChg>
      </pc:sldChg>
      <pc:sldChg chg="addSp delSp modSp new add del mod ord modShow">
        <pc:chgData name="光汰 齊藤" userId="50845e5bd7423914" providerId="LiveId" clId="{6CE9B3B8-4FE1-5230-B5E3-C1A3EE15ED22}" dt="2026-10-04T01:32:05.499" v="19571" actId="20578"/>
        <pc:sldMkLst>
          <pc:docMk/>
          <pc:sldMk cId="2319904379" sldId="290"/>
        </pc:sldMkLst>
        <pc:spChg chg="mod">
          <ac:chgData name="光汰 齊藤" userId="50845e5bd7423914" providerId="LiveId" clId="{6CE9B3B8-4FE1-5230-B5E3-C1A3EE15ED22}" dt="2026-09-10T06:23:19.004" v="16468" actId="20577"/>
          <ac:spMkLst>
            <pc:docMk/>
            <pc:sldMk cId="2319904379" sldId="290"/>
            <ac:spMk id="2" creationId="{66197AAF-FB65-F3A6-744A-EBED07B940FD}"/>
          </ac:spMkLst>
        </pc:spChg>
        <pc:spChg chg="add mod">
          <ac:chgData name="光汰 齊藤" userId="50845e5bd7423914" providerId="LiveId" clId="{6CE9B3B8-4FE1-5230-B5E3-C1A3EE15ED22}" dt="2026-09-12T00:17:18.942" v="19028" actId="20577"/>
          <ac:spMkLst>
            <pc:docMk/>
            <pc:sldMk cId="2319904379" sldId="290"/>
            <ac:spMk id="5" creationId="{BB0878C1-F43F-E349-1C70-974104CF240B}"/>
          </ac:spMkLst>
        </pc:spChg>
        <pc:spChg chg="add mod">
          <ac:chgData name="光汰 齊藤" userId="50845e5bd7423914" providerId="LiveId" clId="{6CE9B3B8-4FE1-5230-B5E3-C1A3EE15ED22}" dt="2026-09-12T00:17:03.917" v="19020" actId="1036"/>
          <ac:spMkLst>
            <pc:docMk/>
            <pc:sldMk cId="2319904379" sldId="290"/>
            <ac:spMk id="8" creationId="{AA3D795D-95D0-530F-E010-EE0D97418DDD}"/>
          </ac:spMkLst>
        </pc:spChg>
        <pc:spChg chg="add mod">
          <ac:chgData name="光汰 齊藤" userId="50845e5bd7423914" providerId="LiveId" clId="{6CE9B3B8-4FE1-5230-B5E3-C1A3EE15ED22}" dt="2026-09-12T00:17:03.917" v="19020" actId="1036"/>
          <ac:spMkLst>
            <pc:docMk/>
            <pc:sldMk cId="2319904379" sldId="290"/>
            <ac:spMk id="9" creationId="{AB92605B-61D5-E448-1AF7-4318FABF3E69}"/>
          </ac:spMkLst>
        </pc:spChg>
        <pc:spChg chg="add mod">
          <ac:chgData name="光汰 齊藤" userId="50845e5bd7423914" providerId="LiveId" clId="{6CE9B3B8-4FE1-5230-B5E3-C1A3EE15ED22}" dt="2026-09-12T00:17:03.917" v="19020" actId="1036"/>
          <ac:spMkLst>
            <pc:docMk/>
            <pc:sldMk cId="2319904379" sldId="290"/>
            <ac:spMk id="10" creationId="{1F090B6E-2A48-C183-2DA8-A7472E9A7DCE}"/>
          </ac:spMkLst>
        </pc:spChg>
        <pc:spChg chg="add mod">
          <ac:chgData name="光汰 齊藤" userId="50845e5bd7423914" providerId="LiveId" clId="{6CE9B3B8-4FE1-5230-B5E3-C1A3EE15ED22}" dt="2026-09-12T00:17:03.917" v="19020" actId="1036"/>
          <ac:spMkLst>
            <pc:docMk/>
            <pc:sldMk cId="2319904379" sldId="290"/>
            <ac:spMk id="11" creationId="{156CEDCA-8EC2-5507-BA12-219CBE5E45D9}"/>
          </ac:spMkLst>
        </pc:spChg>
        <pc:spChg chg="add mod">
          <ac:chgData name="光汰 齊藤" userId="50845e5bd7423914" providerId="LiveId" clId="{6CE9B3B8-4FE1-5230-B5E3-C1A3EE15ED22}" dt="2026-09-10T07:03:54.191" v="17358" actId="207"/>
          <ac:spMkLst>
            <pc:docMk/>
            <pc:sldMk cId="2319904379" sldId="290"/>
            <ac:spMk id="12" creationId="{E70DCB3D-6C0C-6A59-84AE-761A345C60EA}"/>
          </ac:spMkLst>
        </pc:spChg>
        <pc:spChg chg="add mod">
          <ac:chgData name="光汰 齊藤" userId="50845e5bd7423914" providerId="LiveId" clId="{6CE9B3B8-4FE1-5230-B5E3-C1A3EE15ED22}" dt="2026-09-12T00:19:37.820" v="19268" actId="14100"/>
          <ac:spMkLst>
            <pc:docMk/>
            <pc:sldMk cId="2319904379" sldId="290"/>
            <ac:spMk id="13" creationId="{EAC0E931-BC76-81E4-F964-4A4093F5133A}"/>
          </ac:spMkLst>
        </pc:spChg>
        <pc:spChg chg="add mod">
          <ac:chgData name="光汰 齊藤" userId="50845e5bd7423914" providerId="LiveId" clId="{6CE9B3B8-4FE1-5230-B5E3-C1A3EE15ED22}" dt="2026-09-12T00:19:26.479" v="19251" actId="1035"/>
          <ac:spMkLst>
            <pc:docMk/>
            <pc:sldMk cId="2319904379" sldId="290"/>
            <ac:spMk id="14" creationId="{81597718-8F15-D586-40EC-803C95E15D49}"/>
          </ac:spMkLst>
        </pc:spChg>
        <pc:spChg chg="add mod">
          <ac:chgData name="光汰 齊藤" userId="50845e5bd7423914" providerId="LiveId" clId="{6CE9B3B8-4FE1-5230-B5E3-C1A3EE15ED22}" dt="2026-09-12T00:18:33.620" v="19221" actId="1076"/>
          <ac:spMkLst>
            <pc:docMk/>
            <pc:sldMk cId="2319904379" sldId="290"/>
            <ac:spMk id="15" creationId="{4E4F10A4-B112-F26C-8191-FAF28D9E31FC}"/>
          </ac:spMkLst>
        </pc:spChg>
        <pc:spChg chg="add mod">
          <ac:chgData name="光汰 齊藤" userId="50845e5bd7423914" providerId="LiveId" clId="{6CE9B3B8-4FE1-5230-B5E3-C1A3EE15ED22}" dt="2026-09-12T04:43:33.502" v="19482" actId="20577"/>
          <ac:spMkLst>
            <pc:docMk/>
            <pc:sldMk cId="2319904379" sldId="290"/>
            <ac:spMk id="18" creationId="{6D60128D-7717-FAB1-B6BC-76BF0955D64B}"/>
          </ac:spMkLst>
        </pc:spChg>
        <pc:spChg chg="add mod">
          <ac:chgData name="光汰 齊藤" userId="50845e5bd7423914" providerId="LiveId" clId="{6CE9B3B8-4FE1-5230-B5E3-C1A3EE15ED22}" dt="2026-09-12T00:19:34.083" v="19267" actId="1035"/>
          <ac:spMkLst>
            <pc:docMk/>
            <pc:sldMk cId="2319904379" sldId="290"/>
            <ac:spMk id="19" creationId="{8DAEEE2E-DDD2-526E-3132-23D9616D26E4}"/>
          </ac:spMkLst>
        </pc:spChg>
        <pc:graphicFrameChg chg="add mod modGraphic">
          <ac:chgData name="光汰 齊藤" userId="50845e5bd7423914" providerId="LiveId" clId="{6CE9B3B8-4FE1-5230-B5E3-C1A3EE15ED22}" dt="2026-09-12T00:21:09.304" v="19289" actId="1076"/>
          <ac:graphicFrameMkLst>
            <pc:docMk/>
            <pc:sldMk cId="2319904379" sldId="290"/>
            <ac:graphicFrameMk id="16" creationId="{68FF1096-C831-6E68-CB7D-4DE3366D71D7}"/>
          </ac:graphicFrameMkLst>
        </pc:graphicFrameChg>
      </pc:sldChg>
      <pc:sldChg chg="addSp delSp modSp new add del mod ord modShow">
        <pc:chgData name="光汰 齊藤" userId="50845e5bd7423914" providerId="LiveId" clId="{6CE9B3B8-4FE1-5230-B5E3-C1A3EE15ED22}" dt="2026-10-04T01:32:05.499" v="19571" actId="20578"/>
        <pc:sldMkLst>
          <pc:docMk/>
          <pc:sldMk cId="1117972738" sldId="291"/>
        </pc:sldMkLst>
        <pc:spChg chg="mod">
          <ac:chgData name="光汰 齊藤" userId="50845e5bd7423914" providerId="LiveId" clId="{6CE9B3B8-4FE1-5230-B5E3-C1A3EE15ED22}" dt="2026-09-09T09:06:55.854" v="12552" actId="20577"/>
          <ac:spMkLst>
            <pc:docMk/>
            <pc:sldMk cId="1117972738" sldId="291"/>
            <ac:spMk id="2" creationId="{DE5F9D73-6512-57D7-A194-404A459A8E3B}"/>
          </ac:spMkLst>
        </pc:spChg>
        <pc:spChg chg="add mod">
          <ac:chgData name="光汰 齊藤" userId="50845e5bd7423914" providerId="LiveId" clId="{6CE9B3B8-4FE1-5230-B5E3-C1A3EE15ED22}" dt="2026-09-10T08:24:47.005" v="18305" actId="1076"/>
          <ac:spMkLst>
            <pc:docMk/>
            <pc:sldMk cId="1117972738" sldId="291"/>
            <ac:spMk id="4" creationId="{FA6B674A-69E8-17AB-2515-F633BABCF3C9}"/>
          </ac:spMkLst>
        </pc:spChg>
        <pc:spChg chg="add mod">
          <ac:chgData name="光汰 齊藤" userId="50845e5bd7423914" providerId="LiveId" clId="{6CE9B3B8-4FE1-5230-B5E3-C1A3EE15ED22}" dt="2026-09-10T08:25:48.223" v="18364" actId="14100"/>
          <ac:spMkLst>
            <pc:docMk/>
            <pc:sldMk cId="1117972738" sldId="291"/>
            <ac:spMk id="10" creationId="{600FC221-20F2-EBB1-B181-8FEB4F89D82E}"/>
          </ac:spMkLst>
        </pc:spChg>
        <pc:spChg chg="mod">
          <ac:chgData name="光汰 齊藤" userId="50845e5bd7423914" providerId="LiveId" clId="{6CE9B3B8-4FE1-5230-B5E3-C1A3EE15ED22}" dt="2026-09-12T00:26:01.802" v="19338" actId="1076"/>
          <ac:spMkLst>
            <pc:docMk/>
            <pc:sldMk cId="1117972738" sldId="291"/>
            <ac:spMk id="13" creationId="{F4CB5D91-2D4B-45D9-C9DA-15C496830A52}"/>
          </ac:spMkLst>
        </pc:spChg>
        <pc:spChg chg="add mod">
          <ac:chgData name="光汰 齊藤" userId="50845e5bd7423914" providerId="LiveId" clId="{6CE9B3B8-4FE1-5230-B5E3-C1A3EE15ED22}" dt="2026-09-10T08:25:43.604" v="18363" actId="1076"/>
          <ac:spMkLst>
            <pc:docMk/>
            <pc:sldMk cId="1117972738" sldId="291"/>
            <ac:spMk id="14" creationId="{DAE75398-13E4-C4C8-87A1-2E89AB0CD46C}"/>
          </ac:spMkLst>
        </pc:spChg>
        <pc:spChg chg="mod">
          <ac:chgData name="光汰 齊藤" userId="50845e5bd7423914" providerId="LiveId" clId="{6CE9B3B8-4FE1-5230-B5E3-C1A3EE15ED22}" dt="2026-09-10T08:25:57.993" v="18388" actId="20577"/>
          <ac:spMkLst>
            <pc:docMk/>
            <pc:sldMk cId="1117972738" sldId="291"/>
            <ac:spMk id="15" creationId="{C9FFC3C8-A31C-D09F-ACBE-1F3F3CA4D95B}"/>
          </ac:spMkLst>
        </pc:spChg>
        <pc:spChg chg="add mod">
          <ac:chgData name="光汰 齊藤" userId="50845e5bd7423914" providerId="LiveId" clId="{6CE9B3B8-4FE1-5230-B5E3-C1A3EE15ED22}" dt="2026-09-10T08:32:39.476" v="18459" actId="1076"/>
          <ac:spMkLst>
            <pc:docMk/>
            <pc:sldMk cId="1117972738" sldId="291"/>
            <ac:spMk id="16" creationId="{5D0D1F29-EA99-79C0-9F16-C05CC074D4DF}"/>
          </ac:spMkLst>
        </pc:spChg>
        <pc:spChg chg="mod">
          <ac:chgData name="光汰 齊藤" userId="50845e5bd7423914" providerId="LiveId" clId="{6CE9B3B8-4FE1-5230-B5E3-C1A3EE15ED22}" dt="2026-09-12T00:26:01.802" v="19338" actId="1076"/>
          <ac:spMkLst>
            <pc:docMk/>
            <pc:sldMk cId="1117972738" sldId="291"/>
            <ac:spMk id="17" creationId="{51B2EFE3-7473-CB03-9998-2C42B446F3EB}"/>
          </ac:spMkLst>
        </pc:spChg>
        <pc:spChg chg="add mod">
          <ac:chgData name="光汰 齊藤" userId="50845e5bd7423914" providerId="LiveId" clId="{6CE9B3B8-4FE1-5230-B5E3-C1A3EE15ED22}" dt="2026-09-10T08:25:18.906" v="18306"/>
          <ac:spMkLst>
            <pc:docMk/>
            <pc:sldMk cId="1117972738" sldId="291"/>
            <ac:spMk id="18" creationId="{22D61288-25D9-DFE9-2BDE-56CBFD08EB49}"/>
          </ac:spMkLst>
        </pc:spChg>
        <pc:spChg chg="add mod">
          <ac:chgData name="光汰 齊藤" userId="50845e5bd7423914" providerId="LiveId" clId="{6CE9B3B8-4FE1-5230-B5E3-C1A3EE15ED22}" dt="2026-09-10T08:34:07.794" v="18708" actId="20577"/>
          <ac:spMkLst>
            <pc:docMk/>
            <pc:sldMk cId="1117972738" sldId="291"/>
            <ac:spMk id="25" creationId="{0B5586C9-8780-A5B6-E6AB-FC51FC7E9B3A}"/>
          </ac:spMkLst>
        </pc:spChg>
        <pc:spChg chg="add mod">
          <ac:chgData name="光汰 齊藤" userId="50845e5bd7423914" providerId="LiveId" clId="{6CE9B3B8-4FE1-5230-B5E3-C1A3EE15ED22}" dt="2026-09-12T00:26:01.802" v="19338" actId="1076"/>
          <ac:spMkLst>
            <pc:docMk/>
            <pc:sldMk cId="1117972738" sldId="291"/>
            <ac:spMk id="26" creationId="{730BD3ED-DAC9-8111-3C9D-01D28483C06D}"/>
          </ac:spMkLst>
        </pc:spChg>
        <pc:spChg chg="mod">
          <ac:chgData name="光汰 齊藤" userId="50845e5bd7423914" providerId="LiveId" clId="{6CE9B3B8-4FE1-5230-B5E3-C1A3EE15ED22}" dt="2026-09-12T00:27:58.098" v="19366" actId="1076"/>
          <ac:spMkLst>
            <pc:docMk/>
            <pc:sldMk cId="1117972738" sldId="291"/>
            <ac:spMk id="34" creationId="{BFE36B60-A3C3-E665-E07B-F05E17755466}"/>
          </ac:spMkLst>
        </pc:spChg>
        <pc:graphicFrameChg chg="add mod modGraphic">
          <ac:chgData name="光汰 齊藤" userId="50845e5bd7423914" providerId="LiveId" clId="{6CE9B3B8-4FE1-5230-B5E3-C1A3EE15ED22}" dt="2026-09-12T00:32:34.019" v="19422" actId="20577"/>
          <ac:graphicFrameMkLst>
            <pc:docMk/>
            <pc:sldMk cId="1117972738" sldId="291"/>
            <ac:graphicFrameMk id="6" creationId="{452087B4-37E3-910C-D48F-4F60C0AC7EEB}"/>
          </ac:graphicFrameMkLst>
        </pc:graphicFrameChg>
        <pc:graphicFrameChg chg="mod modGraphic">
          <ac:chgData name="光汰 齊藤" userId="50845e5bd7423914" providerId="LiveId" clId="{6CE9B3B8-4FE1-5230-B5E3-C1A3EE15ED22}" dt="2026-09-12T00:31:15.969" v="19401" actId="400"/>
          <ac:graphicFrameMkLst>
            <pc:docMk/>
            <pc:sldMk cId="1117972738" sldId="291"/>
            <ac:graphicFrameMk id="32" creationId="{38240ABC-CAB0-F03C-C76A-CE9390E6948F}"/>
          </ac:graphicFrameMkLst>
        </pc:graphicFrameChg>
      </pc:sldChg>
      <pc:sldChg chg="addSp delSp modSp new mod ord modShow">
        <pc:chgData name="光汰 齊藤" userId="50845e5bd7423914" providerId="LiveId" clId="{6CE9B3B8-4FE1-5230-B5E3-C1A3EE15ED22}" dt="2026-10-04T01:32:05.499" v="19571" actId="20578"/>
        <pc:sldMkLst>
          <pc:docMk/>
          <pc:sldMk cId="754461221" sldId="292"/>
        </pc:sldMkLst>
        <pc:spChg chg="mod">
          <ac:chgData name="光汰 齊藤" userId="50845e5bd7423914" providerId="LiveId" clId="{6CE9B3B8-4FE1-5230-B5E3-C1A3EE15ED22}" dt="2026-09-09T09:06:59.851" v="12555" actId="20577"/>
          <ac:spMkLst>
            <pc:docMk/>
            <pc:sldMk cId="754461221" sldId="292"/>
            <ac:spMk id="2" creationId="{357C2715-F2A2-D208-A85D-67860B4ACC4B}"/>
          </ac:spMkLst>
        </pc:spChg>
        <pc:spChg chg="mod">
          <ac:chgData name="光汰 齊藤" userId="50845e5bd7423914" providerId="LiveId" clId="{6CE9B3B8-4FE1-5230-B5E3-C1A3EE15ED22}" dt="2026-09-12T00:33:51.828" v="19435" actId="1076"/>
          <ac:spMkLst>
            <pc:docMk/>
            <pc:sldMk cId="754461221" sldId="292"/>
            <ac:spMk id="6" creationId="{E26C5694-5933-1B36-2CC1-7451CC5C393D}"/>
          </ac:spMkLst>
        </pc:spChg>
        <pc:spChg chg="mod">
          <ac:chgData name="光汰 齊藤" userId="50845e5bd7423914" providerId="LiveId" clId="{6CE9B3B8-4FE1-5230-B5E3-C1A3EE15ED22}" dt="2026-09-12T00:33:49.322" v="19434" actId="14100"/>
          <ac:spMkLst>
            <pc:docMk/>
            <pc:sldMk cId="754461221" sldId="292"/>
            <ac:spMk id="19" creationId="{A7BEC913-DE66-5788-839F-EFFAC40F0493}"/>
          </ac:spMkLst>
        </pc:spChg>
        <pc:spChg chg="mod">
          <ac:chgData name="光汰 齊藤" userId="50845e5bd7423914" providerId="LiveId" clId="{6CE9B3B8-4FE1-5230-B5E3-C1A3EE15ED22}" dt="2026-09-12T00:33:49.322" v="19434" actId="14100"/>
          <ac:spMkLst>
            <pc:docMk/>
            <pc:sldMk cId="754461221" sldId="292"/>
            <ac:spMk id="21" creationId="{552F6B69-D4B6-C2FB-8746-24B85430B8B5}"/>
          </ac:spMkLst>
        </pc:spChg>
        <pc:spChg chg="mod">
          <ac:chgData name="光汰 齊藤" userId="50845e5bd7423914" providerId="LiveId" clId="{6CE9B3B8-4FE1-5230-B5E3-C1A3EE15ED22}" dt="2026-09-12T00:33:26.169" v="19432" actId="20577"/>
          <ac:spMkLst>
            <pc:docMk/>
            <pc:sldMk cId="754461221" sldId="292"/>
            <ac:spMk id="44" creationId="{F0FBBE2A-CD72-D9D3-8138-9E4743223311}"/>
          </ac:spMkLst>
        </pc:spChg>
      </pc:sldChg>
      <pc:sldChg chg="addSp delSp modSp add del mod ord">
        <pc:chgData name="光汰 齊藤" userId="50845e5bd7423914" providerId="LiveId" clId="{6CE9B3B8-4FE1-5230-B5E3-C1A3EE15ED22}" dt="2026-10-04T01:29:46.146" v="19537" actId="2696"/>
        <pc:sldMkLst>
          <pc:docMk/>
          <pc:sldMk cId="4179065817" sldId="293"/>
        </pc:sldMkLst>
      </pc:sldChg>
      <pc:sldChg chg="addSp delSp modSp add del mod ord modShow">
        <pc:chgData name="光汰 齊藤" userId="50845e5bd7423914" providerId="LiveId" clId="{6CE9B3B8-4FE1-5230-B5E3-C1A3EE15ED22}" dt="2026-10-04T01:32:05.499" v="19571" actId="20578"/>
        <pc:sldMkLst>
          <pc:docMk/>
          <pc:sldMk cId="128889613" sldId="294"/>
        </pc:sldMkLst>
        <pc:spChg chg="mod">
          <ac:chgData name="光汰 齊藤" userId="50845e5bd7423914" providerId="LiveId" clId="{6CE9B3B8-4FE1-5230-B5E3-C1A3EE15ED22}" dt="2026-09-09T09:05:37.677" v="12530" actId="20577"/>
          <ac:spMkLst>
            <pc:docMk/>
            <pc:sldMk cId="128889613" sldId="294"/>
            <ac:spMk id="2" creationId="{6688408A-D1E8-02D1-C682-690BF906E10D}"/>
          </ac:spMkLst>
        </pc:spChg>
        <pc:spChg chg="add mod">
          <ac:chgData name="光汰 齊藤" userId="50845e5bd7423914" providerId="LiveId" clId="{6CE9B3B8-4FE1-5230-B5E3-C1A3EE15ED22}" dt="2026-09-09T09:10:02.574" v="12664"/>
          <ac:spMkLst>
            <pc:docMk/>
            <pc:sldMk cId="128889613" sldId="294"/>
            <ac:spMk id="4" creationId="{0435156B-3078-3F5C-A306-7B9D0CF7D2FD}"/>
          </ac:spMkLst>
        </pc:spChg>
        <pc:spChg chg="add mod">
          <ac:chgData name="光汰 齊藤" userId="50845e5bd7423914" providerId="LiveId" clId="{6CE9B3B8-4FE1-5230-B5E3-C1A3EE15ED22}" dt="2026-09-09T09:10:02.574" v="12664"/>
          <ac:spMkLst>
            <pc:docMk/>
            <pc:sldMk cId="128889613" sldId="294"/>
            <ac:spMk id="5" creationId="{4FF200D7-770D-A267-5ED6-C62F0A72921F}"/>
          </ac:spMkLst>
        </pc:spChg>
        <pc:spChg chg="add mod">
          <ac:chgData name="光汰 齊藤" userId="50845e5bd7423914" providerId="LiveId" clId="{6CE9B3B8-4FE1-5230-B5E3-C1A3EE15ED22}" dt="2026-09-09T09:10:02.574" v="12664"/>
          <ac:spMkLst>
            <pc:docMk/>
            <pc:sldMk cId="128889613" sldId="294"/>
            <ac:spMk id="6" creationId="{23779959-645D-6808-5FA5-F07010FBB0E3}"/>
          </ac:spMkLst>
        </pc:spChg>
        <pc:spChg chg="add mod">
          <ac:chgData name="光汰 齊藤" userId="50845e5bd7423914" providerId="LiveId" clId="{6CE9B3B8-4FE1-5230-B5E3-C1A3EE15ED22}" dt="2026-09-09T09:10:02.574" v="12664"/>
          <ac:spMkLst>
            <pc:docMk/>
            <pc:sldMk cId="128889613" sldId="294"/>
            <ac:spMk id="9" creationId="{7C74ED51-067E-71D4-063D-4E9F1EA9220E}"/>
          </ac:spMkLst>
        </pc:spChg>
        <pc:spChg chg="add mod">
          <ac:chgData name="光汰 齊藤" userId="50845e5bd7423914" providerId="LiveId" clId="{6CE9B3B8-4FE1-5230-B5E3-C1A3EE15ED22}" dt="2026-09-09T09:10:02.574" v="12664"/>
          <ac:spMkLst>
            <pc:docMk/>
            <pc:sldMk cId="128889613" sldId="294"/>
            <ac:spMk id="10" creationId="{6F0C8D3E-B1B8-4A6A-CB5D-A04808BDA54E}"/>
          </ac:spMkLst>
        </pc:spChg>
        <pc:spChg chg="add mod">
          <ac:chgData name="光汰 齊藤" userId="50845e5bd7423914" providerId="LiveId" clId="{6CE9B3B8-4FE1-5230-B5E3-C1A3EE15ED22}" dt="2026-09-09T09:10:02.574" v="12664"/>
          <ac:spMkLst>
            <pc:docMk/>
            <pc:sldMk cId="128889613" sldId="294"/>
            <ac:spMk id="11" creationId="{F67A87A1-681D-5682-2697-7BDE82585E59}"/>
          </ac:spMkLst>
        </pc:spChg>
        <pc:spChg chg="add mod">
          <ac:chgData name="光汰 齊藤" userId="50845e5bd7423914" providerId="LiveId" clId="{6CE9B3B8-4FE1-5230-B5E3-C1A3EE15ED22}" dt="2026-09-09T09:10:02.574" v="12664"/>
          <ac:spMkLst>
            <pc:docMk/>
            <pc:sldMk cId="128889613" sldId="294"/>
            <ac:spMk id="12" creationId="{E9C66FE3-F528-54D1-DB55-0BFAAF77A59D}"/>
          </ac:spMkLst>
        </pc:spChg>
        <pc:spChg chg="add mod">
          <ac:chgData name="光汰 齊藤" userId="50845e5bd7423914" providerId="LiveId" clId="{6CE9B3B8-4FE1-5230-B5E3-C1A3EE15ED22}" dt="2026-09-09T09:10:02.574" v="12664"/>
          <ac:spMkLst>
            <pc:docMk/>
            <pc:sldMk cId="128889613" sldId="294"/>
            <ac:spMk id="13" creationId="{8A393CB5-5DC1-C924-FEA9-96DC53C2F24A}"/>
          </ac:spMkLst>
        </pc:spChg>
        <pc:spChg chg="add mod">
          <ac:chgData name="光汰 齊藤" userId="50845e5bd7423914" providerId="LiveId" clId="{6CE9B3B8-4FE1-5230-B5E3-C1A3EE15ED22}" dt="2026-09-09T09:10:02.574" v="12664"/>
          <ac:spMkLst>
            <pc:docMk/>
            <pc:sldMk cId="128889613" sldId="294"/>
            <ac:spMk id="14" creationId="{0DD40778-AFD4-45BA-A1AB-CDEEF3D46AC4}"/>
          </ac:spMkLst>
        </pc:spChg>
        <pc:spChg chg="add mod">
          <ac:chgData name="光汰 齊藤" userId="50845e5bd7423914" providerId="LiveId" clId="{6CE9B3B8-4FE1-5230-B5E3-C1A3EE15ED22}" dt="2026-09-09T09:10:09.053" v="12665"/>
          <ac:spMkLst>
            <pc:docMk/>
            <pc:sldMk cId="128889613" sldId="294"/>
            <ac:spMk id="15" creationId="{6D93B2AC-47C9-E759-BAA6-C856561C267C}"/>
          </ac:spMkLst>
        </pc:spChg>
        <pc:picChg chg="add mod">
          <ac:chgData name="光汰 齊藤" userId="50845e5bd7423914" providerId="LiveId" clId="{6CE9B3B8-4FE1-5230-B5E3-C1A3EE15ED22}" dt="2026-09-09T09:10:02.574" v="12664"/>
          <ac:picMkLst>
            <pc:docMk/>
            <pc:sldMk cId="128889613" sldId="294"/>
            <ac:picMk id="8" creationId="{B4AB1027-7AD4-D633-85C3-AAE269FEC664}"/>
          </ac:picMkLst>
        </pc:picChg>
      </pc:sldChg>
      <pc:sldChg chg="modSp new mod modNotesTx">
        <pc:chgData name="光汰 齊藤" userId="50845e5bd7423914" providerId="LiveId" clId="{6CE9B3B8-4FE1-5230-B5E3-C1A3EE15ED22}" dt="2026-10-04T01:32:23.129" v="19582" actId="20577"/>
        <pc:sldMkLst>
          <pc:docMk/>
          <pc:sldMk cId="902745780" sldId="296"/>
        </pc:sldMkLst>
        <pc:spChg chg="mod">
          <ac:chgData name="光汰 齊藤" userId="50845e5bd7423914" providerId="LiveId" clId="{6CE9B3B8-4FE1-5230-B5E3-C1A3EE15ED22}" dt="2026-09-09T09:07:25.401" v="12629" actId="20577"/>
          <ac:spMkLst>
            <pc:docMk/>
            <pc:sldMk cId="902745780" sldId="296"/>
            <ac:spMk id="2" creationId="{CC5B1D69-8333-18EF-27E9-79E17811FBB1}"/>
          </ac:spMkLst>
        </pc:spChg>
        <pc:spChg chg="mod">
          <ac:chgData name="光汰 齊藤" userId="50845e5bd7423914" providerId="LiveId" clId="{6CE9B3B8-4FE1-5230-B5E3-C1A3EE15ED22}" dt="2026-10-04T01:30:28.783" v="19562" actId="20577"/>
          <ac:spMkLst>
            <pc:docMk/>
            <pc:sldMk cId="902745780" sldId="296"/>
            <ac:spMk id="16" creationId="{FC2B04AB-F4F3-25C0-0A54-D99A699E05CF}"/>
          </ac:spMkLst>
        </pc:spChg>
      </pc:sldChg>
      <pc:sldChg chg="addSp delSp modSp add del mod ord modShow">
        <pc:chgData name="光汰 齊藤" userId="50845e5bd7423914" providerId="LiveId" clId="{6CE9B3B8-4FE1-5230-B5E3-C1A3EE15ED22}" dt="2026-10-04T01:32:05.499" v="19571" actId="20578"/>
        <pc:sldMkLst>
          <pc:docMk/>
          <pc:sldMk cId="1240762161" sldId="302"/>
        </pc:sldMkLst>
        <pc:spChg chg="mod">
          <ac:chgData name="光汰 齊藤" userId="50845e5bd7423914" providerId="LiveId" clId="{6CE9B3B8-4FE1-5230-B5E3-C1A3EE15ED22}" dt="2026-09-10T02:19:58.581" v="13132" actId="20577"/>
          <ac:spMkLst>
            <pc:docMk/>
            <pc:sldMk cId="1240762161" sldId="302"/>
            <ac:spMk id="2" creationId="{5EC0E432-2637-442C-986D-27DBC6BE3E34}"/>
          </ac:spMkLst>
        </pc:spChg>
        <pc:spChg chg="add mod">
          <ac:chgData name="光汰 齊藤" userId="50845e5bd7423914" providerId="LiveId" clId="{6CE9B3B8-4FE1-5230-B5E3-C1A3EE15ED22}" dt="2026-09-12T00:22:47.659" v="19333" actId="1076"/>
          <ac:spMkLst>
            <pc:docMk/>
            <pc:sldMk cId="1240762161" sldId="302"/>
            <ac:spMk id="4" creationId="{E2A8E1E6-12C4-0D70-3093-100BB87B5BEA}"/>
          </ac:spMkLst>
        </pc:spChg>
        <pc:spChg chg="add mod">
          <ac:chgData name="光汰 齊藤" userId="50845e5bd7423914" providerId="LiveId" clId="{6CE9B3B8-4FE1-5230-B5E3-C1A3EE15ED22}" dt="2026-09-12T00:09:55.378" v="18883" actId="207"/>
          <ac:spMkLst>
            <pc:docMk/>
            <pc:sldMk cId="1240762161" sldId="302"/>
            <ac:spMk id="30" creationId="{594AC3A8-EBFD-CD74-A9A3-BA39755F6DE6}"/>
          </ac:spMkLst>
        </pc:spChg>
        <pc:spChg chg="add mod">
          <ac:chgData name="光汰 齊藤" userId="50845e5bd7423914" providerId="LiveId" clId="{6CE9B3B8-4FE1-5230-B5E3-C1A3EE15ED22}" dt="2026-09-10T03:16:26.300" v="14565" actId="1076"/>
          <ac:spMkLst>
            <pc:docMk/>
            <pc:sldMk cId="1240762161" sldId="302"/>
            <ac:spMk id="35" creationId="{EBB34DE9-E2F2-189B-27DD-F7FAE4B792A5}"/>
          </ac:spMkLst>
        </pc:spChg>
        <pc:spChg chg="add mod">
          <ac:chgData name="光汰 齊藤" userId="50845e5bd7423914" providerId="LiveId" clId="{6CE9B3B8-4FE1-5230-B5E3-C1A3EE15ED22}" dt="2026-09-10T02:31:40.089" v="13178" actId="208"/>
          <ac:spMkLst>
            <pc:docMk/>
            <pc:sldMk cId="1240762161" sldId="302"/>
            <ac:spMk id="45" creationId="{1C4671BA-9E59-5A3F-D7A0-2DCFAA667E58}"/>
          </ac:spMkLst>
        </pc:spChg>
        <pc:spChg chg="mod">
          <ac:chgData name="光汰 齊藤" userId="50845e5bd7423914" providerId="LiveId" clId="{6CE9B3B8-4FE1-5230-B5E3-C1A3EE15ED22}" dt="2026-09-10T02:31:40.089" v="13178" actId="208"/>
          <ac:spMkLst>
            <pc:docMk/>
            <pc:sldMk cId="1240762161" sldId="302"/>
            <ac:spMk id="46" creationId="{8EF062F8-39C9-A10A-B766-650A97F2F53A}"/>
          </ac:spMkLst>
        </pc:spChg>
        <pc:spChg chg="add mod">
          <ac:chgData name="光汰 齊藤" userId="50845e5bd7423914" providerId="LiveId" clId="{6CE9B3B8-4FE1-5230-B5E3-C1A3EE15ED22}" dt="2026-09-10T03:16:26.300" v="14565" actId="1076"/>
          <ac:spMkLst>
            <pc:docMk/>
            <pc:sldMk cId="1240762161" sldId="302"/>
            <ac:spMk id="47" creationId="{7A1C0EE3-CF4C-D79D-3CF5-CB4613CC6EFC}"/>
          </ac:spMkLst>
        </pc:spChg>
        <pc:spChg chg="add mod">
          <ac:chgData name="光汰 齊藤" userId="50845e5bd7423914" providerId="LiveId" clId="{6CE9B3B8-4FE1-5230-B5E3-C1A3EE15ED22}" dt="2026-09-10T03:16:26.300" v="14565" actId="1076"/>
          <ac:spMkLst>
            <pc:docMk/>
            <pc:sldMk cId="1240762161" sldId="302"/>
            <ac:spMk id="48" creationId="{B21A783D-58B4-D9CE-EC75-4767615F9804}"/>
          </ac:spMkLst>
        </pc:spChg>
        <pc:spChg chg="add mod">
          <ac:chgData name="光汰 齊藤" userId="50845e5bd7423914" providerId="LiveId" clId="{6CE9B3B8-4FE1-5230-B5E3-C1A3EE15ED22}" dt="2026-09-10T02:32:38.948" v="13192" actId="1076"/>
          <ac:spMkLst>
            <pc:docMk/>
            <pc:sldMk cId="1240762161" sldId="302"/>
            <ac:spMk id="49" creationId="{B34ECF8E-2676-AD55-84F8-F8790D6A30F0}"/>
          </ac:spMkLst>
        </pc:spChg>
        <pc:spChg chg="add mod">
          <ac:chgData name="光汰 齊藤" userId="50845e5bd7423914" providerId="LiveId" clId="{6CE9B3B8-4FE1-5230-B5E3-C1A3EE15ED22}" dt="2026-09-10T03:16:26.300" v="14565" actId="1076"/>
          <ac:spMkLst>
            <pc:docMk/>
            <pc:sldMk cId="1240762161" sldId="302"/>
            <ac:spMk id="50" creationId="{4735CB33-5C4B-CEB8-16AF-038602BDF597}"/>
          </ac:spMkLst>
        </pc:spChg>
        <pc:spChg chg="add mod">
          <ac:chgData name="光汰 齊藤" userId="50845e5bd7423914" providerId="LiveId" clId="{6CE9B3B8-4FE1-5230-B5E3-C1A3EE15ED22}" dt="2026-09-10T02:32:46.225" v="13195" actId="1076"/>
          <ac:spMkLst>
            <pc:docMk/>
            <pc:sldMk cId="1240762161" sldId="302"/>
            <ac:spMk id="51" creationId="{95C84B30-7DCB-01CF-8EB1-5BF1A9667E00}"/>
          </ac:spMkLst>
        </pc:spChg>
        <pc:spChg chg="add mod">
          <ac:chgData name="光汰 齊藤" userId="50845e5bd7423914" providerId="LiveId" clId="{6CE9B3B8-4FE1-5230-B5E3-C1A3EE15ED22}" dt="2026-09-10T03:16:26.300" v="14565" actId="1076"/>
          <ac:spMkLst>
            <pc:docMk/>
            <pc:sldMk cId="1240762161" sldId="302"/>
            <ac:spMk id="52" creationId="{DE9868E9-9CDE-C95A-B269-2034677B7150}"/>
          </ac:spMkLst>
        </pc:spChg>
        <pc:spChg chg="add mod">
          <ac:chgData name="光汰 齊藤" userId="50845e5bd7423914" providerId="LiveId" clId="{6CE9B3B8-4FE1-5230-B5E3-C1A3EE15ED22}" dt="2026-09-10T02:34:29.243" v="13322" actId="1076"/>
          <ac:spMkLst>
            <pc:docMk/>
            <pc:sldMk cId="1240762161" sldId="302"/>
            <ac:spMk id="53" creationId="{FE6D353A-65B3-DE88-B151-50B7F26C3547}"/>
          </ac:spMkLst>
        </pc:spChg>
        <pc:spChg chg="add mod">
          <ac:chgData name="光汰 齊藤" userId="50845e5bd7423914" providerId="LiveId" clId="{6CE9B3B8-4FE1-5230-B5E3-C1A3EE15ED22}" dt="2026-09-10T02:34:55.878" v="13349" actId="20577"/>
          <ac:spMkLst>
            <pc:docMk/>
            <pc:sldMk cId="1240762161" sldId="302"/>
            <ac:spMk id="54" creationId="{63A09ADA-3F9F-728D-825B-3A0C8EB86C24}"/>
          </ac:spMkLst>
        </pc:spChg>
        <pc:spChg chg="add mod">
          <ac:chgData name="光汰 齊藤" userId="50845e5bd7423914" providerId="LiveId" clId="{6CE9B3B8-4FE1-5230-B5E3-C1A3EE15ED22}" dt="2026-09-10T03:16:26.300" v="14565" actId="1076"/>
          <ac:spMkLst>
            <pc:docMk/>
            <pc:sldMk cId="1240762161" sldId="302"/>
            <ac:spMk id="55" creationId="{7B2F8AFA-FA9A-6F8B-A253-93513FCFE25D}"/>
          </ac:spMkLst>
        </pc:spChg>
        <pc:spChg chg="add mod">
          <ac:chgData name="光汰 齊藤" userId="50845e5bd7423914" providerId="LiveId" clId="{6CE9B3B8-4FE1-5230-B5E3-C1A3EE15ED22}" dt="2026-09-12T00:10:12.606" v="18897" actId="1076"/>
          <ac:spMkLst>
            <pc:docMk/>
            <pc:sldMk cId="1240762161" sldId="302"/>
            <ac:spMk id="56" creationId="{7643B543-C71B-9448-2629-A3166CF94173}"/>
          </ac:spMkLst>
        </pc:spChg>
        <pc:spChg chg="add mod">
          <ac:chgData name="光汰 齊藤" userId="50845e5bd7423914" providerId="LiveId" clId="{6CE9B3B8-4FE1-5230-B5E3-C1A3EE15ED22}" dt="2026-09-10T03:16:26.300" v="14565" actId="1076"/>
          <ac:spMkLst>
            <pc:docMk/>
            <pc:sldMk cId="1240762161" sldId="302"/>
            <ac:spMk id="57" creationId="{ECBD08BD-8E79-B604-F449-659F5176C30A}"/>
          </ac:spMkLst>
        </pc:spChg>
        <pc:spChg chg="add mod">
          <ac:chgData name="光汰 齊藤" userId="50845e5bd7423914" providerId="LiveId" clId="{6CE9B3B8-4FE1-5230-B5E3-C1A3EE15ED22}" dt="2026-09-10T03:16:26.300" v="14565" actId="1076"/>
          <ac:spMkLst>
            <pc:docMk/>
            <pc:sldMk cId="1240762161" sldId="302"/>
            <ac:spMk id="58" creationId="{39FD49EE-DF0E-8913-5333-AAEA3076F656}"/>
          </ac:spMkLst>
        </pc:spChg>
        <pc:spChg chg="add mod">
          <ac:chgData name="光汰 齊藤" userId="50845e5bd7423914" providerId="LiveId" clId="{6CE9B3B8-4FE1-5230-B5E3-C1A3EE15ED22}" dt="2026-09-10T03:16:26.300" v="14565" actId="1076"/>
          <ac:spMkLst>
            <pc:docMk/>
            <pc:sldMk cId="1240762161" sldId="302"/>
            <ac:spMk id="59" creationId="{6D9161C4-6F39-ADF7-DCFB-AFC30031EF42}"/>
          </ac:spMkLst>
        </pc:spChg>
        <pc:spChg chg="add mod">
          <ac:chgData name="光汰 齊藤" userId="50845e5bd7423914" providerId="LiveId" clId="{6CE9B3B8-4FE1-5230-B5E3-C1A3EE15ED22}" dt="2026-09-12T00:29:22.562" v="19387" actId="1076"/>
          <ac:spMkLst>
            <pc:docMk/>
            <pc:sldMk cId="1240762161" sldId="302"/>
            <ac:spMk id="65" creationId="{8A854C00-558F-F4FC-C7C1-F017950EBBE7}"/>
          </ac:spMkLst>
        </pc:spChg>
        <pc:spChg chg="add mod">
          <ac:chgData name="光汰 齊藤" userId="50845e5bd7423914" providerId="LiveId" clId="{6CE9B3B8-4FE1-5230-B5E3-C1A3EE15ED22}" dt="2026-09-12T00:22:36.498" v="19330" actId="1076"/>
          <ac:spMkLst>
            <pc:docMk/>
            <pc:sldMk cId="1240762161" sldId="302"/>
            <ac:spMk id="68" creationId="{41B0A02E-AE94-B5F3-2AA4-A8A0DCA41AAC}"/>
          </ac:spMkLst>
        </pc:spChg>
        <pc:spChg chg="add mod">
          <ac:chgData name="光汰 齊藤" userId="50845e5bd7423914" providerId="LiveId" clId="{6CE9B3B8-4FE1-5230-B5E3-C1A3EE15ED22}" dt="2026-09-10T03:44:15.194" v="14671" actId="1076"/>
          <ac:spMkLst>
            <pc:docMk/>
            <pc:sldMk cId="1240762161" sldId="302"/>
            <ac:spMk id="72" creationId="{83E93DA2-4762-6204-7542-2A5E51C9D2F3}"/>
          </ac:spMkLst>
        </pc:spChg>
        <pc:graphicFrameChg chg="add mod modGraphic">
          <ac:chgData name="光汰 齊藤" userId="50845e5bd7423914" providerId="LiveId" clId="{6CE9B3B8-4FE1-5230-B5E3-C1A3EE15ED22}" dt="2026-09-12T00:29:56.066" v="19393" actId="400"/>
          <ac:graphicFrameMkLst>
            <pc:docMk/>
            <pc:sldMk cId="1240762161" sldId="302"/>
            <ac:graphicFrameMk id="6" creationId="{479453D8-B703-3277-066A-A19C9ED7C10A}"/>
          </ac:graphicFrameMkLst>
        </pc:graphicFrameChg>
        <pc:graphicFrameChg chg="add mod modGraphic">
          <ac:chgData name="光汰 齊藤" userId="50845e5bd7423914" providerId="LiveId" clId="{6CE9B3B8-4FE1-5230-B5E3-C1A3EE15ED22}" dt="2026-09-12T00:30:03.287" v="19395" actId="1076"/>
          <ac:graphicFrameMkLst>
            <pc:docMk/>
            <pc:sldMk cId="1240762161" sldId="302"/>
            <ac:graphicFrameMk id="7" creationId="{3616C4F2-89B6-4D89-73C2-27870715C7AE}"/>
          </ac:graphicFrameMkLst>
        </pc:graphicFrameChg>
        <pc:picChg chg="add mod">
          <ac:chgData name="光汰 齊藤" userId="50845e5bd7423914" providerId="LiveId" clId="{6CE9B3B8-4FE1-5230-B5E3-C1A3EE15ED22}" dt="2026-09-12T00:22:38.674" v="19331" actId="1076"/>
          <ac:picMkLst>
            <pc:docMk/>
            <pc:sldMk cId="1240762161" sldId="302"/>
            <ac:picMk id="64" creationId="{355F9CBC-295B-9FC8-25A3-0A9FEB1057E5}"/>
          </ac:picMkLst>
        </pc:picChg>
      </pc:sldChg>
      <pc:sldChg chg="addSp delSp modSp new add del mod ord modShow">
        <pc:chgData name="光汰 齊藤" userId="50845e5bd7423914" providerId="LiveId" clId="{6CE9B3B8-4FE1-5230-B5E3-C1A3EE15ED22}" dt="2026-10-04T01:32:05.499" v="19571" actId="20578"/>
        <pc:sldMkLst>
          <pc:docMk/>
          <pc:sldMk cId="2737113053" sldId="303"/>
        </pc:sldMkLst>
        <pc:spChg chg="mod">
          <ac:chgData name="光汰 齊藤" userId="50845e5bd7423914" providerId="LiveId" clId="{6CE9B3B8-4FE1-5230-B5E3-C1A3EE15ED22}" dt="2026-09-10T03:15:19.304" v="14551" actId="20577"/>
          <ac:spMkLst>
            <pc:docMk/>
            <pc:sldMk cId="2737113053" sldId="303"/>
            <ac:spMk id="2" creationId="{E7D5D690-F2D3-DF1D-21F0-825BA940F687}"/>
          </ac:spMkLst>
        </pc:spChg>
        <pc:spChg chg="add mod">
          <ac:chgData name="光汰 齊藤" userId="50845e5bd7423914" providerId="LiveId" clId="{6CE9B3B8-4FE1-5230-B5E3-C1A3EE15ED22}" dt="2026-09-10T04:38:50.318" v="14768" actId="1076"/>
          <ac:spMkLst>
            <pc:docMk/>
            <pc:sldMk cId="2737113053" sldId="303"/>
            <ac:spMk id="31" creationId="{5FA8F46F-442C-C777-6C77-DCFD231B0E07}"/>
          </ac:spMkLst>
        </pc:spChg>
        <pc:spChg chg="add mod">
          <ac:chgData name="光汰 齊藤" userId="50845e5bd7423914" providerId="LiveId" clId="{6CE9B3B8-4FE1-5230-B5E3-C1A3EE15ED22}" dt="2026-09-10T04:47:52.807" v="14835" actId="1076"/>
          <ac:spMkLst>
            <pc:docMk/>
            <pc:sldMk cId="2737113053" sldId="303"/>
            <ac:spMk id="32" creationId="{2B93061C-5650-E80B-29B7-31D972398AB5}"/>
          </ac:spMkLst>
        </pc:spChg>
        <pc:spChg chg="add mod">
          <ac:chgData name="光汰 齊藤" userId="50845e5bd7423914" providerId="LiveId" clId="{6CE9B3B8-4FE1-5230-B5E3-C1A3EE15ED22}" dt="2026-09-10T04:38:45.068" v="14767" actId="1076"/>
          <ac:spMkLst>
            <pc:docMk/>
            <pc:sldMk cId="2737113053" sldId="303"/>
            <ac:spMk id="33" creationId="{3716818A-E941-E4E6-EADD-C1E704543C70}"/>
          </ac:spMkLst>
        </pc:spChg>
        <pc:spChg chg="add mod">
          <ac:chgData name="光汰 齊藤" userId="50845e5bd7423914" providerId="LiveId" clId="{6CE9B3B8-4FE1-5230-B5E3-C1A3EE15ED22}" dt="2026-09-10T04:38:45.068" v="14767" actId="1076"/>
          <ac:spMkLst>
            <pc:docMk/>
            <pc:sldMk cId="2737113053" sldId="303"/>
            <ac:spMk id="34" creationId="{EB17BE5E-6546-EAB2-0C5B-1DA948DEE33F}"/>
          </ac:spMkLst>
        </pc:spChg>
        <pc:spChg chg="add mod">
          <ac:chgData name="光汰 齊藤" userId="50845e5bd7423914" providerId="LiveId" clId="{6CE9B3B8-4FE1-5230-B5E3-C1A3EE15ED22}" dt="2026-09-10T04:47:38.093" v="14829" actId="14100"/>
          <ac:spMkLst>
            <pc:docMk/>
            <pc:sldMk cId="2737113053" sldId="303"/>
            <ac:spMk id="39" creationId="{B831764D-5983-197F-6E27-B022A1730DA3}"/>
          </ac:spMkLst>
        </pc:spChg>
        <pc:spChg chg="add mod">
          <ac:chgData name="光汰 齊藤" userId="50845e5bd7423914" providerId="LiveId" clId="{6CE9B3B8-4FE1-5230-B5E3-C1A3EE15ED22}" dt="2026-09-10T04:47:38.093" v="14829" actId="14100"/>
          <ac:spMkLst>
            <pc:docMk/>
            <pc:sldMk cId="2737113053" sldId="303"/>
            <ac:spMk id="40" creationId="{19BD875B-9CB2-2329-3137-99715A46DA44}"/>
          </ac:spMkLst>
        </pc:spChg>
        <pc:spChg chg="add mod">
          <ac:chgData name="光汰 齊藤" userId="50845e5bd7423914" providerId="LiveId" clId="{6CE9B3B8-4FE1-5230-B5E3-C1A3EE15ED22}" dt="2026-09-12T00:11:59.085" v="18921" actId="20577"/>
          <ac:spMkLst>
            <pc:docMk/>
            <pc:sldMk cId="2737113053" sldId="303"/>
            <ac:spMk id="41" creationId="{6749CD11-F9A6-16FB-AFE3-7C891995DBA1}"/>
          </ac:spMkLst>
        </pc:spChg>
        <pc:spChg chg="add mod">
          <ac:chgData name="光汰 齊藤" userId="50845e5bd7423914" providerId="LiveId" clId="{6CE9B3B8-4FE1-5230-B5E3-C1A3EE15ED22}" dt="2026-09-10T05:53:34.913" v="15148" actId="1076"/>
          <ac:spMkLst>
            <pc:docMk/>
            <pc:sldMk cId="2737113053" sldId="303"/>
            <ac:spMk id="42" creationId="{41D67812-7CD2-1842-546E-77E046F231BB}"/>
          </ac:spMkLst>
        </pc:spChg>
        <pc:spChg chg="add mod">
          <ac:chgData name="光汰 齊藤" userId="50845e5bd7423914" providerId="LiveId" clId="{6CE9B3B8-4FE1-5230-B5E3-C1A3EE15ED22}" dt="2026-09-12T00:13:09.782" v="18947" actId="14100"/>
          <ac:spMkLst>
            <pc:docMk/>
            <pc:sldMk cId="2737113053" sldId="303"/>
            <ac:spMk id="43" creationId="{2A317DE5-2F75-4EA2-EAB7-55255A7B1472}"/>
          </ac:spMkLst>
        </pc:spChg>
        <pc:spChg chg="add mod">
          <ac:chgData name="光汰 齊藤" userId="50845e5bd7423914" providerId="LiveId" clId="{6CE9B3B8-4FE1-5230-B5E3-C1A3EE15ED22}" dt="2026-09-10T05:53:37.408" v="15149" actId="1076"/>
          <ac:spMkLst>
            <pc:docMk/>
            <pc:sldMk cId="2737113053" sldId="303"/>
            <ac:spMk id="44" creationId="{8641DC2B-028C-75E0-DF40-FAB87DF3F935}"/>
          </ac:spMkLst>
        </pc:spChg>
        <pc:spChg chg="add mod">
          <ac:chgData name="光汰 齊藤" userId="50845e5bd7423914" providerId="LiveId" clId="{6CE9B3B8-4FE1-5230-B5E3-C1A3EE15ED22}" dt="2026-09-10T05:56:28.588" v="15218" actId="1076"/>
          <ac:spMkLst>
            <pc:docMk/>
            <pc:sldMk cId="2737113053" sldId="303"/>
            <ac:spMk id="45" creationId="{EB586243-5E7E-A465-5687-A48D5C9CDC1D}"/>
          </ac:spMkLst>
        </pc:spChg>
        <pc:spChg chg="add mod">
          <ac:chgData name="光汰 齊藤" userId="50845e5bd7423914" providerId="LiveId" clId="{6CE9B3B8-4FE1-5230-B5E3-C1A3EE15ED22}" dt="2026-09-12T00:13:02.533" v="18945" actId="20577"/>
          <ac:spMkLst>
            <pc:docMk/>
            <pc:sldMk cId="2737113053" sldId="303"/>
            <ac:spMk id="46" creationId="{FC158977-053D-000A-7341-5C6DC6091DA0}"/>
          </ac:spMkLst>
        </pc:spChg>
        <pc:spChg chg="add mod">
          <ac:chgData name="光汰 齊藤" userId="50845e5bd7423914" providerId="LiveId" clId="{6CE9B3B8-4FE1-5230-B5E3-C1A3EE15ED22}" dt="2026-09-10T05:58:54.066" v="15318" actId="20577"/>
          <ac:spMkLst>
            <pc:docMk/>
            <pc:sldMk cId="2737113053" sldId="303"/>
            <ac:spMk id="47" creationId="{27F3C52C-ED01-CF65-FEA8-8BAF43F5C727}"/>
          </ac:spMkLst>
        </pc:spChg>
        <pc:spChg chg="add mod">
          <ac:chgData name="光汰 齊藤" userId="50845e5bd7423914" providerId="LiveId" clId="{6CE9B3B8-4FE1-5230-B5E3-C1A3EE15ED22}" dt="2026-09-12T00:13:32.586" v="18954" actId="1037"/>
          <ac:spMkLst>
            <pc:docMk/>
            <pc:sldMk cId="2737113053" sldId="303"/>
            <ac:spMk id="48" creationId="{1F84D813-2BA2-1A53-2AEE-7CE8A94DA4A2}"/>
          </ac:spMkLst>
        </pc:spChg>
        <pc:spChg chg="add mod">
          <ac:chgData name="光汰 齊藤" userId="50845e5bd7423914" providerId="LiveId" clId="{6CE9B3B8-4FE1-5230-B5E3-C1A3EE15ED22}" dt="2026-09-10T05:59:20.113" v="15324" actId="1076"/>
          <ac:spMkLst>
            <pc:docMk/>
            <pc:sldMk cId="2737113053" sldId="303"/>
            <ac:spMk id="49" creationId="{24D30816-D102-02CB-825A-E62561E3C642}"/>
          </ac:spMkLst>
        </pc:spChg>
        <pc:picChg chg="add mod">
          <ac:chgData name="光汰 齊藤" userId="50845e5bd7423914" providerId="LiveId" clId="{6CE9B3B8-4FE1-5230-B5E3-C1A3EE15ED22}" dt="2026-09-10T04:39:08.183" v="14771" actId="1076"/>
          <ac:picMkLst>
            <pc:docMk/>
            <pc:sldMk cId="2737113053" sldId="303"/>
            <ac:picMk id="37" creationId="{C14FF82D-F6A1-5E52-26EF-9F441674D76E}"/>
          </ac:picMkLst>
        </pc:picChg>
        <pc:picChg chg="add mod">
          <ac:chgData name="光汰 齊藤" userId="50845e5bd7423914" providerId="LiveId" clId="{6CE9B3B8-4FE1-5230-B5E3-C1A3EE15ED22}" dt="2026-09-10T04:39:01.298" v="14770" actId="1076"/>
          <ac:picMkLst>
            <pc:docMk/>
            <pc:sldMk cId="2737113053" sldId="303"/>
            <ac:picMk id="38" creationId="{BC9DDA72-3A21-F8B9-37B9-D255B25F9433}"/>
          </ac:picMkLst>
        </pc:picChg>
      </pc:sldChg>
      <pc:sldChg chg="add del mod modShow">
        <pc:chgData name="光汰 齊藤" userId="50845e5bd7423914" providerId="LiveId" clId="{6CE9B3B8-4FE1-5230-B5E3-C1A3EE15ED22}" dt="2026-10-04T01:31:10.386" v="19563" actId="2696"/>
        <pc:sldMkLst>
          <pc:docMk/>
          <pc:sldMk cId="1862812600" sldId="305"/>
        </pc:sldMkLst>
      </pc:sldChg>
      <pc:sldChg chg="modSp add del mod ord modShow">
        <pc:chgData name="光汰 齊藤" userId="50845e5bd7423914" providerId="LiveId" clId="{6CE9B3B8-4FE1-5230-B5E3-C1A3EE15ED22}" dt="2026-10-04T01:32:05.499" v="19571" actId="20578"/>
        <pc:sldMkLst>
          <pc:docMk/>
          <pc:sldMk cId="548788537" sldId="306"/>
        </pc:sldMkLst>
        <pc:spChg chg="mod">
          <ac:chgData name="光汰 齊藤" userId="50845e5bd7423914" providerId="LiveId" clId="{6CE9B3B8-4FE1-5230-B5E3-C1A3EE15ED22}" dt="2026-09-10T04:46:32.985" v="14783" actId="208"/>
          <ac:spMkLst>
            <pc:docMk/>
            <pc:sldMk cId="548788537" sldId="306"/>
            <ac:spMk id="5" creationId="{42733674-57B9-DC58-6153-ED89D243C9DB}"/>
          </ac:spMkLst>
        </pc:spChg>
        <pc:spChg chg="mod">
          <ac:chgData name="光汰 齊藤" userId="50845e5bd7423914" providerId="LiveId" clId="{6CE9B3B8-4FE1-5230-B5E3-C1A3EE15ED22}" dt="2026-09-10T04:46:39.977" v="14784" actId="207"/>
          <ac:spMkLst>
            <pc:docMk/>
            <pc:sldMk cId="548788537" sldId="306"/>
            <ac:spMk id="6" creationId="{89E8E9D6-3354-5D15-F078-1D8EE34E4001}"/>
          </ac:spMkLst>
        </pc:spChg>
        <pc:spChg chg="mod">
          <ac:chgData name="光汰 齊藤" userId="50845e5bd7423914" providerId="LiveId" clId="{6CE9B3B8-4FE1-5230-B5E3-C1A3EE15ED22}" dt="2026-09-10T05:51:19.719" v="15139" actId="207"/>
          <ac:spMkLst>
            <pc:docMk/>
            <pc:sldMk cId="548788537" sldId="306"/>
            <ac:spMk id="9" creationId="{1A557330-59BF-D73E-BC38-FF3434F3FD13}"/>
          </ac:spMkLst>
        </pc:spChg>
        <pc:spChg chg="mod">
          <ac:chgData name="光汰 齊藤" userId="50845e5bd7423914" providerId="LiveId" clId="{6CE9B3B8-4FE1-5230-B5E3-C1A3EE15ED22}" dt="2026-09-10T05:51:24.987" v="15145"/>
          <ac:spMkLst>
            <pc:docMk/>
            <pc:sldMk cId="548788537" sldId="306"/>
            <ac:spMk id="10" creationId="{294B8967-29FC-B3DC-795F-DDEDCF2AF94A}"/>
          </ac:spMkLst>
        </pc:spChg>
        <pc:spChg chg="mod">
          <ac:chgData name="光汰 齊藤" userId="50845e5bd7423914" providerId="LiveId" clId="{6CE9B3B8-4FE1-5230-B5E3-C1A3EE15ED22}" dt="2026-09-10T04:46:32.985" v="14783" actId="208"/>
          <ac:spMkLst>
            <pc:docMk/>
            <pc:sldMk cId="548788537" sldId="306"/>
            <ac:spMk id="11" creationId="{59D4B2FC-D2F6-8054-DFD6-78CE2F5BC29D}"/>
          </ac:spMkLst>
        </pc:spChg>
        <pc:spChg chg="mod">
          <ac:chgData name="光汰 齊藤" userId="50845e5bd7423914" providerId="LiveId" clId="{6CE9B3B8-4FE1-5230-B5E3-C1A3EE15ED22}" dt="2026-09-10T04:46:39.977" v="14784" actId="207"/>
          <ac:spMkLst>
            <pc:docMk/>
            <pc:sldMk cId="548788537" sldId="306"/>
            <ac:spMk id="12" creationId="{B9F12472-AEA4-DDA7-F552-5046FF0F3436}"/>
          </ac:spMkLst>
        </pc:spChg>
      </pc:sldChg>
      <pc:sldChg chg="addSp delSp modSp add del mod ord modShow">
        <pc:chgData name="光汰 齊藤" userId="50845e5bd7423914" providerId="LiveId" clId="{6CE9B3B8-4FE1-5230-B5E3-C1A3EE15ED22}" dt="2026-10-04T01:32:05.499" v="19571" actId="20578"/>
        <pc:sldMkLst>
          <pc:docMk/>
          <pc:sldMk cId="2208643470" sldId="307"/>
        </pc:sldMkLst>
        <pc:spChg chg="mod">
          <ac:chgData name="光汰 齊藤" userId="50845e5bd7423914" providerId="LiveId" clId="{6CE9B3B8-4FE1-5230-B5E3-C1A3EE15ED22}" dt="2026-09-10T06:36:01.611" v="16485" actId="20577"/>
          <ac:spMkLst>
            <pc:docMk/>
            <pc:sldMk cId="2208643470" sldId="307"/>
            <ac:spMk id="2" creationId="{15426E59-E2B3-427A-DD55-5496C8CAC960}"/>
          </ac:spMkLst>
        </pc:spChg>
        <pc:spChg chg="mod">
          <ac:chgData name="光汰 齊藤" userId="50845e5bd7423914" providerId="LiveId" clId="{6CE9B3B8-4FE1-5230-B5E3-C1A3EE15ED22}" dt="2026-09-10T07:49:35.731" v="17901" actId="1076"/>
          <ac:spMkLst>
            <pc:docMk/>
            <pc:sldMk cId="2208643470" sldId="307"/>
            <ac:spMk id="15" creationId="{A0B51D05-73AE-0629-7B47-9F6641115D97}"/>
          </ac:spMkLst>
        </pc:spChg>
        <pc:spChg chg="add mod">
          <ac:chgData name="光汰 齊藤" userId="50845e5bd7423914" providerId="LiveId" clId="{6CE9B3B8-4FE1-5230-B5E3-C1A3EE15ED22}" dt="2026-09-10T08:22:15.409" v="18181" actId="208"/>
          <ac:spMkLst>
            <pc:docMk/>
            <pc:sldMk cId="2208643470" sldId="307"/>
            <ac:spMk id="16" creationId="{D4546335-DDE5-5A3D-B7ED-EC75518BE0D9}"/>
          </ac:spMkLst>
        </pc:spChg>
        <pc:spChg chg="add mod">
          <ac:chgData name="光汰 齊藤" userId="50845e5bd7423914" providerId="LiveId" clId="{6CE9B3B8-4FE1-5230-B5E3-C1A3EE15ED22}" dt="2026-09-10T08:22:09.651" v="18180" actId="207"/>
          <ac:spMkLst>
            <pc:docMk/>
            <pc:sldMk cId="2208643470" sldId="307"/>
            <ac:spMk id="17" creationId="{7D4DECDA-E610-02BC-5D73-D5F1C279B46A}"/>
          </ac:spMkLst>
        </pc:spChg>
        <pc:spChg chg="add mod">
          <ac:chgData name="光汰 齊藤" userId="50845e5bd7423914" providerId="LiveId" clId="{6CE9B3B8-4FE1-5230-B5E3-C1A3EE15ED22}" dt="2026-09-10T08:21:56.843" v="18178" actId="208"/>
          <ac:spMkLst>
            <pc:docMk/>
            <pc:sldMk cId="2208643470" sldId="307"/>
            <ac:spMk id="18" creationId="{1BD81316-B46C-4E5F-3094-517ED91C524F}"/>
          </ac:spMkLst>
        </pc:spChg>
        <pc:spChg chg="add mod">
          <ac:chgData name="光汰 齊藤" userId="50845e5bd7423914" providerId="LiveId" clId="{6CE9B3B8-4FE1-5230-B5E3-C1A3EE15ED22}" dt="2026-09-10T08:10:35.221" v="17907" actId="1076"/>
          <ac:spMkLst>
            <pc:docMk/>
            <pc:sldMk cId="2208643470" sldId="307"/>
            <ac:spMk id="19" creationId="{60D494EF-E04C-422E-1E46-953F479E19FA}"/>
          </ac:spMkLst>
        </pc:spChg>
        <pc:spChg chg="add mod">
          <ac:chgData name="光汰 齊藤" userId="50845e5bd7423914" providerId="LiveId" clId="{6CE9B3B8-4FE1-5230-B5E3-C1A3EE15ED22}" dt="2026-09-10T08:10:35.221" v="17907" actId="1076"/>
          <ac:spMkLst>
            <pc:docMk/>
            <pc:sldMk cId="2208643470" sldId="307"/>
            <ac:spMk id="21" creationId="{07D79530-5CF0-B103-F599-C7772A93E210}"/>
          </ac:spMkLst>
        </pc:spChg>
        <pc:spChg chg="add mod">
          <ac:chgData name="光汰 齊藤" userId="50845e5bd7423914" providerId="LiveId" clId="{6CE9B3B8-4FE1-5230-B5E3-C1A3EE15ED22}" dt="2026-09-10T08:21:07.213" v="18169" actId="208"/>
          <ac:spMkLst>
            <pc:docMk/>
            <pc:sldMk cId="2208643470" sldId="307"/>
            <ac:spMk id="22" creationId="{901CCA82-82EC-4924-7D72-5A5096A4848C}"/>
          </ac:spMkLst>
        </pc:spChg>
        <pc:spChg chg="add mod">
          <ac:chgData name="光汰 齊藤" userId="50845e5bd7423914" providerId="LiveId" clId="{6CE9B3B8-4FE1-5230-B5E3-C1A3EE15ED22}" dt="2026-09-10T08:22:05.057" v="18179" actId="207"/>
          <ac:spMkLst>
            <pc:docMk/>
            <pc:sldMk cId="2208643470" sldId="307"/>
            <ac:spMk id="23" creationId="{BD67F7BF-DC76-2A4E-AC28-614A263DEE2E}"/>
          </ac:spMkLst>
        </pc:spChg>
        <pc:spChg chg="add mod">
          <ac:chgData name="光汰 齊藤" userId="50845e5bd7423914" providerId="LiveId" clId="{6CE9B3B8-4FE1-5230-B5E3-C1A3EE15ED22}" dt="2026-09-10T08:22:05.057" v="18179" actId="207"/>
          <ac:spMkLst>
            <pc:docMk/>
            <pc:sldMk cId="2208643470" sldId="307"/>
            <ac:spMk id="24" creationId="{79631E42-4C86-8A61-708B-BDD7AB2F683B}"/>
          </ac:spMkLst>
        </pc:spChg>
        <pc:spChg chg="add mod">
          <ac:chgData name="光汰 齊藤" userId="50845e5bd7423914" providerId="LiveId" clId="{6CE9B3B8-4FE1-5230-B5E3-C1A3EE15ED22}" dt="2026-09-10T08:22:05.057" v="18179" actId="207"/>
          <ac:spMkLst>
            <pc:docMk/>
            <pc:sldMk cId="2208643470" sldId="307"/>
            <ac:spMk id="25" creationId="{ED8DF4A9-1F75-A9EA-D110-73E85BEAE2CC}"/>
          </ac:spMkLst>
        </pc:spChg>
        <pc:spChg chg="add mod">
          <ac:chgData name="光汰 齊藤" userId="50845e5bd7423914" providerId="LiveId" clId="{6CE9B3B8-4FE1-5230-B5E3-C1A3EE15ED22}" dt="2026-09-10T08:22:05.057" v="18179" actId="207"/>
          <ac:spMkLst>
            <pc:docMk/>
            <pc:sldMk cId="2208643470" sldId="307"/>
            <ac:spMk id="26" creationId="{BAE9B3B3-0F32-7C41-1CDF-6DA886C3582C}"/>
          </ac:spMkLst>
        </pc:spChg>
      </pc:sldChg>
      <pc:sldChg chg="delSp modSp add del mod ord modShow">
        <pc:chgData name="光汰 齊藤" userId="50845e5bd7423914" providerId="LiveId" clId="{6CE9B3B8-4FE1-5230-B5E3-C1A3EE15ED22}" dt="2026-10-04T01:32:05.499" v="19571" actId="20578"/>
        <pc:sldMkLst>
          <pc:docMk/>
          <pc:sldMk cId="2587131814" sldId="308"/>
        </pc:sldMkLst>
        <pc:spChg chg="mod">
          <ac:chgData name="光汰 齊藤" userId="50845e5bd7423914" providerId="LiveId" clId="{6CE9B3B8-4FE1-5230-B5E3-C1A3EE15ED22}" dt="2026-09-10T08:22:22.688" v="18182" actId="208"/>
          <ac:spMkLst>
            <pc:docMk/>
            <pc:sldMk cId="2587131814" sldId="308"/>
            <ac:spMk id="18" creationId="{88DD3EE1-D349-B9CE-9822-3C7BBFD5758F}"/>
          </ac:spMkLst>
        </pc:spChg>
        <pc:spChg chg="mod">
          <ac:chgData name="光汰 齊藤" userId="50845e5bd7423914" providerId="LiveId" clId="{6CE9B3B8-4FE1-5230-B5E3-C1A3EE15ED22}" dt="2026-09-10T08:21:16.894" v="18170" actId="207"/>
          <ac:spMkLst>
            <pc:docMk/>
            <pc:sldMk cId="2587131814" sldId="308"/>
            <ac:spMk id="19" creationId="{1DCE5C55-6DC3-5A89-1370-EA15821CEF45}"/>
          </ac:spMkLst>
        </pc:spChg>
        <pc:spChg chg="mod">
          <ac:chgData name="光汰 齊藤" userId="50845e5bd7423914" providerId="LiveId" clId="{6CE9B3B8-4FE1-5230-B5E3-C1A3EE15ED22}" dt="2026-09-10T08:21:16.894" v="18170" actId="207"/>
          <ac:spMkLst>
            <pc:docMk/>
            <pc:sldMk cId="2587131814" sldId="308"/>
            <ac:spMk id="21" creationId="{61AC4A8E-1435-CB7E-5B6C-36DCCDF0B29D}"/>
          </ac:spMkLst>
        </pc:spChg>
        <pc:spChg chg="mod">
          <ac:chgData name="光汰 齊藤" userId="50845e5bd7423914" providerId="LiveId" clId="{6CE9B3B8-4FE1-5230-B5E3-C1A3EE15ED22}" dt="2026-09-10T08:22:22.688" v="18182" actId="208"/>
          <ac:spMkLst>
            <pc:docMk/>
            <pc:sldMk cId="2587131814" sldId="308"/>
            <ac:spMk id="22" creationId="{598CAF7F-5ABC-DCC8-A536-DC3E366AC013}"/>
          </ac:spMkLst>
        </pc:spChg>
        <pc:spChg chg="mod">
          <ac:chgData name="光汰 齊藤" userId="50845e5bd7423914" providerId="LiveId" clId="{6CE9B3B8-4FE1-5230-B5E3-C1A3EE15ED22}" dt="2026-09-10T08:21:16.894" v="18170" actId="207"/>
          <ac:spMkLst>
            <pc:docMk/>
            <pc:sldMk cId="2587131814" sldId="308"/>
            <ac:spMk id="23" creationId="{3674BADF-9B28-DD5D-7EAA-7F99CF0FFE31}"/>
          </ac:spMkLst>
        </pc:spChg>
      </pc:sldChg>
      <pc:sldChg chg="del">
        <pc:chgData name="光汰 齊藤" userId="50845e5bd7423914" providerId="LiveId" clId="{6CE9B3B8-4FE1-5230-B5E3-C1A3EE15ED22}" dt="2026-10-04T01:31:10.766" v="19564" actId="2696"/>
        <pc:sldMkLst>
          <pc:docMk/>
          <pc:sldMk cId="3641088539" sldId="309"/>
        </pc:sldMkLst>
      </pc:sldChg>
      <pc:sldChg chg="modSp mod ord modShow">
        <pc:chgData name="光汰 齊藤" userId="50845e5bd7423914" providerId="LiveId" clId="{6CE9B3B8-4FE1-5230-B5E3-C1A3EE15ED22}" dt="2026-10-04T01:32:05.499" v="19571" actId="20578"/>
        <pc:sldMkLst>
          <pc:docMk/>
          <pc:sldMk cId="682351120" sldId="313"/>
        </pc:sldMkLst>
        <pc:spChg chg="mod">
          <ac:chgData name="光汰 齊藤" userId="50845e5bd7423914" providerId="LiveId" clId="{6CE9B3B8-4FE1-5230-B5E3-C1A3EE15ED22}" dt="2026-09-12T00:33:00.721" v="19428" actId="1076"/>
          <ac:spMkLst>
            <pc:docMk/>
            <pc:sldMk cId="682351120" sldId="313"/>
            <ac:spMk id="33" creationId="{5164B46F-FBDE-C26A-6AF5-8D06E5DEDB6A}"/>
          </ac:spMkLst>
        </pc:spChg>
      </pc:sldChg>
      <pc:sldChg chg="del">
        <pc:chgData name="光汰 齊藤" userId="50845e5bd7423914" providerId="LiveId" clId="{6CE9B3B8-4FE1-5230-B5E3-C1A3EE15ED22}" dt="2026-10-04T01:31:11.078" v="19565" actId="2696"/>
        <pc:sldMkLst>
          <pc:docMk/>
          <pc:sldMk cId="3033466038" sldId="314"/>
        </pc:sldMkLst>
      </pc:sldChg>
      <pc:sldChg chg="del">
        <pc:chgData name="光汰 齊藤" userId="50845e5bd7423914" providerId="LiveId" clId="{6CE9B3B8-4FE1-5230-B5E3-C1A3EE15ED22}" dt="2026-10-04T01:31:11.959" v="19568" actId="2696"/>
        <pc:sldMkLst>
          <pc:docMk/>
          <pc:sldMk cId="2741414726" sldId="317"/>
        </pc:sldMkLst>
      </pc:sldChg>
      <pc:sldChg chg="addSp modSp new del mod modShow">
        <pc:chgData name="光汰 齊藤" userId="50845e5bd7423914" providerId="LiveId" clId="{6CE9B3B8-4FE1-5230-B5E3-C1A3EE15ED22}" dt="2026-10-04T01:31:11.292" v="19566" actId="2696"/>
        <pc:sldMkLst>
          <pc:docMk/>
          <pc:sldMk cId="3961360075" sldId="320"/>
        </pc:sldMkLst>
      </pc:sldChg>
      <pc:sldChg chg="addSp modSp new del mod modShow">
        <pc:chgData name="光汰 齊藤" userId="50845e5bd7423914" providerId="LiveId" clId="{6CE9B3B8-4FE1-5230-B5E3-C1A3EE15ED22}" dt="2026-10-04T01:31:11.511" v="19567" actId="2696"/>
        <pc:sldMkLst>
          <pc:docMk/>
          <pc:sldMk cId="2643472996" sldId="321"/>
        </pc:sldMkLst>
      </pc:sldChg>
      <pc:sldChg chg="del">
        <pc:chgData name="光汰 齊藤" userId="50845e5bd7423914" providerId="LiveId" clId="{6CE9B3B8-4FE1-5230-B5E3-C1A3EE15ED22}" dt="2026-10-04T02:07:25.308" v="19596" actId="2696"/>
        <pc:sldMkLst>
          <pc:docMk/>
          <pc:sldMk cId="2005609620" sldId="322"/>
        </pc:sldMkLst>
      </pc:sldChg>
      <pc:sldChg chg="modSp new mod">
        <pc:chgData name="光汰 齊藤" userId="50845e5bd7423914" providerId="LiveId" clId="{6CE9B3B8-4FE1-5230-B5E3-C1A3EE15ED22}" dt="2026-10-04T02:07:22.924" v="19595" actId="20577"/>
        <pc:sldMkLst>
          <pc:docMk/>
          <pc:sldMk cId="1666369149" sldId="323"/>
        </pc:sldMkLst>
        <pc:spChg chg="mod">
          <ac:chgData name="光汰 齊藤" userId="50845e5bd7423914" providerId="LiveId" clId="{6CE9B3B8-4FE1-5230-B5E3-C1A3EE15ED22}" dt="2026-10-04T02:07:22.924" v="19595" actId="20577"/>
          <ac:spMkLst>
            <pc:docMk/>
            <pc:sldMk cId="1666369149" sldId="323"/>
            <ac:spMk id="2" creationId="{AD14D1EF-BEB0-79E4-29D3-A187C14C9AA3}"/>
          </ac:spMkLst>
        </pc:spChg>
      </pc:sldChg>
      <pc:sldChg chg="new">
        <pc:chgData name="光汰 齊藤" userId="50845e5bd7423914" providerId="LiveId" clId="{6CE9B3B8-4FE1-5230-B5E3-C1A3EE15ED22}" dt="2026-10-04T02:07:26.188" v="19597" actId="680"/>
        <pc:sldMkLst>
          <pc:docMk/>
          <pc:sldMk cId="3568186872" sldId="324"/>
        </pc:sldMkLst>
      </pc:sldChg>
      <pc:sldChg chg="new">
        <pc:chgData name="光汰 齊藤" userId="50845e5bd7423914" providerId="LiveId" clId="{6CE9B3B8-4FE1-5230-B5E3-C1A3EE15ED22}" dt="2026-10-04T02:07:26.488" v="19598" actId="680"/>
        <pc:sldMkLst>
          <pc:docMk/>
          <pc:sldMk cId="2652212463" sldId="3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286B7-E2A9-F949-9125-15FCE6FD12A1}" type="datetimeFigureOut">
              <a:rPr kumimoji="1" lang="ja-JP" altLang="en-US" smtClean="0"/>
              <a:t>2026/10/4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24D53A-6A9B-2549-B59F-BD94BABF0F70}" type="slidenum">
              <a:rPr kumimoji="1" lang="ja-JP" altLang="en-US" smtClean="0"/>
              <a:t>‹#›</a:t>
            </a:fld>
            <a:endParaRPr kumimoji="1" lang="ja-JP" altLang="en-US"/>
          </a:p>
        </p:txBody>
      </p:sp>
    </p:spTree>
    <p:extLst>
      <p:ext uri="{BB962C8B-B14F-4D97-AF65-F5344CB8AC3E}">
        <p14:creationId xmlns:p14="http://schemas.microsoft.com/office/powerpoint/2010/main" val="239109423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a:t>
            </a:fld>
            <a:endParaRPr kumimoji="1" lang="ja-JP" altLang="en-US"/>
          </a:p>
        </p:txBody>
      </p:sp>
    </p:spTree>
    <p:extLst>
      <p:ext uri="{BB962C8B-B14F-4D97-AF65-F5344CB8AC3E}">
        <p14:creationId xmlns:p14="http://schemas.microsoft.com/office/powerpoint/2010/main" val="2736659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2</a:t>
            </a:fld>
            <a:endParaRPr kumimoji="1" lang="ja-JP" altLang="en-US"/>
          </a:p>
        </p:txBody>
      </p:sp>
    </p:spTree>
    <p:extLst>
      <p:ext uri="{BB962C8B-B14F-4D97-AF65-F5344CB8AC3E}">
        <p14:creationId xmlns:p14="http://schemas.microsoft.com/office/powerpoint/2010/main" val="2389331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本研究</a:t>
            </a:r>
            <a:r>
              <a:rPr lang="ja-JP" altLang="ja-JP" dirty="0"/>
              <a:t>の問題設定を整理します。 先行研究1では、無作為な値の抽出により「意味的におかしなデータ」が生成されてしまう問題がありました。 一方、先行研究2では、文脈を維持しようとして疑似ラベルに依存した結果、「確証バイアスが増幅」してしまう問題がありました。 私は、この2つの課題を同時に解決する、新しいデータ拡張のフレームワークを提案します。</a:t>
            </a:r>
            <a:r>
              <a:rPr lang="ja-JP" altLang="en-US" dirty="0"/>
              <a:t>　</a:t>
            </a:r>
            <a:r>
              <a:rPr lang="en-US" altLang="ja-JP" dirty="0"/>
              <a:t>10</a:t>
            </a:r>
            <a:r>
              <a:rPr lang="ja-JP" altLang="en-US" dirty="0"/>
              <a:t>分</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3</a:t>
            </a:fld>
            <a:endParaRPr kumimoji="1" lang="ja-JP" altLang="en-US"/>
          </a:p>
        </p:txBody>
      </p:sp>
    </p:spTree>
    <p:extLst>
      <p:ext uri="{BB962C8B-B14F-4D97-AF65-F5344CB8AC3E}">
        <p14:creationId xmlns:p14="http://schemas.microsoft.com/office/powerpoint/2010/main" val="112014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解決へのアプローチとして、データの依存構造の捉え方に着目しました。 従来の「相関係数」では、線形な関係しか測れず、非線形な関係や極端な値でのみ連動するような複雑な関係性を「無相関」と誤認してしまいます。 そこで本研究では、変数の分布の形に依存せず、あらゆる依存構造を直接捉えることができる統計的手法「コピュラ」を採用します。</a:t>
            </a:r>
            <a:r>
              <a:rPr lang="en-US" altLang="ja-JP" dirty="0"/>
              <a:t>10</a:t>
            </a:r>
            <a:r>
              <a:rPr lang="ja-JP" altLang="en-US" dirty="0"/>
              <a:t>分</a:t>
            </a:r>
            <a:r>
              <a:rPr lang="en-US" altLang="ja-JP" dirty="0"/>
              <a:t>50</a:t>
            </a:r>
            <a:r>
              <a:rPr lang="ja-JP" altLang="en-US" dirty="0"/>
              <a:t>秒</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4</a:t>
            </a:fld>
            <a:endParaRPr kumimoji="1" lang="ja-JP" altLang="en-US"/>
          </a:p>
        </p:txBody>
      </p:sp>
    </p:spTree>
    <p:extLst>
      <p:ext uri="{BB962C8B-B14F-4D97-AF65-F5344CB8AC3E}">
        <p14:creationId xmlns:p14="http://schemas.microsoft.com/office/powerpoint/2010/main" val="37814443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こちらが本研究の提案モデルです。先行研究の優れた枠組みは踏襲しつつ、データの補完プロセスをコピュラに置き換えます。 第1段階で、疑似ラベルには一切頼らず、データ全体の非線形な連動ルールを「コピュラ」を用いて統計的に学習させます。 そして自己教師・半教師あり学習のフェーズにおいて、データをマスキングした際、残った変数を条件としてコピュラから「自然な値」を確率的にサンプリングして穴埋めを行います。 これにより、疑似ラベルによる誤分類のリスクを排除しつつ、現実の文脈を完全に保ったデータ拡張を実現します。</a:t>
            </a:r>
            <a:r>
              <a:rPr lang="ja-JP" altLang="en-US" dirty="0"/>
              <a:t>　</a:t>
            </a:r>
            <a:r>
              <a:rPr lang="en-US" altLang="ja-JP" dirty="0"/>
              <a:t>12</a:t>
            </a:r>
            <a:r>
              <a:rPr lang="ja-JP" altLang="en-US" dirty="0"/>
              <a:t>分</a:t>
            </a:r>
            <a:endParaRPr lang="en-US" altLang="ja-JP" dirty="0"/>
          </a:p>
          <a:p>
            <a:r>
              <a:rPr kumimoji="1" lang="ja-JP" altLang="en-US" dirty="0"/>
              <a:t>　</a:t>
            </a:r>
            <a:endParaRPr kumimoji="1" lang="en-US" altLang="ja-JP" dirty="0"/>
          </a:p>
          <a:p>
            <a:r>
              <a:rPr kumimoji="1" lang="ja-JP" altLang="en-US" dirty="0"/>
              <a:t>コピュラを導入すると決めてから，勉強をしている最中で，</a:t>
            </a:r>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8</a:t>
            </a:fld>
            <a:endParaRPr kumimoji="1" lang="ja-JP" altLang="en-US"/>
          </a:p>
        </p:txBody>
      </p:sp>
    </p:spTree>
    <p:extLst>
      <p:ext uri="{BB962C8B-B14F-4D97-AF65-F5344CB8AC3E}">
        <p14:creationId xmlns:p14="http://schemas.microsoft.com/office/powerpoint/2010/main" val="32296646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このテーブルデータにおけるデータ拡張の課題に対して</a:t>
            </a:r>
            <a:r>
              <a:rPr lang="ja-JP" altLang="en-US" dirty="0"/>
              <a:t>，ジンソンらは</a:t>
            </a:r>
            <a:r>
              <a:rPr lang="ja-JP" altLang="ja-JP" dirty="0"/>
              <a:t>有効なアプローチを示したのが先行研究1である「VIME（バイム）」という手法です。この研究では、データの一部を隠して復元させる新しいタスクを導入しました。</a:t>
            </a:r>
            <a:endParaRPr lang="en-US" altLang="ja-JP" dirty="0"/>
          </a:p>
          <a:p>
            <a:r>
              <a:rPr kumimoji="1" lang="en-US" altLang="ja-JP" dirty="0"/>
              <a:t>2</a:t>
            </a:r>
            <a:r>
              <a:rPr kumimoji="1" lang="ja-JP" altLang="en-US" dirty="0"/>
              <a:t>分</a:t>
            </a:r>
            <a:r>
              <a:rPr kumimoji="1" lang="en-US" altLang="ja-JP" dirty="0"/>
              <a:t>40</a:t>
            </a:r>
            <a:r>
              <a:rPr kumimoji="1" lang="ja-JP" altLang="en-US" dirty="0"/>
              <a:t>秒</a:t>
            </a:r>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10</a:t>
            </a:fld>
            <a:endParaRPr kumimoji="1" lang="ja-JP" altLang="en-US"/>
          </a:p>
        </p:txBody>
      </p:sp>
    </p:spTree>
    <p:extLst>
      <p:ext uri="{BB962C8B-B14F-4D97-AF65-F5344CB8AC3E}">
        <p14:creationId xmlns:p14="http://schemas.microsoft.com/office/powerpoint/2010/main" val="11859512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VIMEのフレームワークは大きく2つの段階に分かれています。 第1段階では、ラベルのない大量のデータを使ってデータの構造を学ぶ「自己教師あり学習」を行います。 第2段階では、少数のラベル付きデータでの予測タスクと、ラベルなしデータへのデータ拡張を組み合わせた「半教師あり学習」を行い、最後に予測器で最終判断を下します。</a:t>
            </a:r>
            <a:r>
              <a:rPr lang="en-US" altLang="ja-JP" dirty="0"/>
              <a:t>3</a:t>
            </a:r>
            <a:r>
              <a:rPr lang="ja-JP" altLang="en-US" dirty="0"/>
              <a:t>分</a:t>
            </a:r>
            <a:r>
              <a:rPr lang="en-US" altLang="ja-JP" dirty="0"/>
              <a:t>10</a:t>
            </a:r>
            <a:r>
              <a:rPr lang="ja-JP" altLang="en-US" dirty="0"/>
              <a:t>秒</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11</a:t>
            </a:fld>
            <a:endParaRPr kumimoji="1" lang="ja-JP" altLang="en-US"/>
          </a:p>
        </p:txBody>
      </p:sp>
    </p:spTree>
    <p:extLst>
      <p:ext uri="{BB962C8B-B14F-4D97-AF65-F5344CB8AC3E}">
        <p14:creationId xmlns:p14="http://schemas.microsoft.com/office/powerpoint/2010/main" val="20821215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第1段階の「自己教師あり学習」について簡単に説明します。 これは、ラベルのないデータの一部（セル）をわざと隠し、モデル自身に「どこが隠されたか」「元の値は何か」を予測させる手法です。この穴埋め問題を解かせることで、モデルは変数間の相関関係やデータ全体の構造を自然と学習することができます。</a:t>
            </a:r>
            <a:r>
              <a:rPr lang="ja-JP" altLang="en-US" dirty="0"/>
              <a:t>　</a:t>
            </a:r>
            <a:r>
              <a:rPr lang="en-US" altLang="ja-JP" dirty="0"/>
              <a:t>3</a:t>
            </a:r>
            <a:r>
              <a:rPr lang="ja-JP" altLang="en-US" dirty="0"/>
              <a:t>分</a:t>
            </a:r>
            <a:r>
              <a:rPr lang="en-US" altLang="ja-JP" dirty="0"/>
              <a:t>30</a:t>
            </a:r>
            <a:r>
              <a:rPr lang="ja-JP" altLang="en-US" dirty="0"/>
              <a:t>秒</a:t>
            </a:r>
            <a:br>
              <a:rPr kumimoji="1" lang="en-US" altLang="ja-JP" dirty="0"/>
            </a:br>
            <a:br>
              <a:rPr kumimoji="1" lang="en-US" altLang="ja-JP" dirty="0"/>
            </a:br>
            <a:r>
              <a:rPr kumimoji="1" lang="ja-JP" altLang="en-US" dirty="0"/>
              <a:t>この？にはデータ全体の同じ列から補われる</a:t>
            </a:r>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12</a:t>
            </a:fld>
            <a:endParaRPr kumimoji="1" lang="ja-JP" altLang="en-US"/>
          </a:p>
        </p:txBody>
      </p:sp>
    </p:spTree>
    <p:extLst>
      <p:ext uri="{BB962C8B-B14F-4D97-AF65-F5344CB8AC3E}">
        <p14:creationId xmlns:p14="http://schemas.microsoft.com/office/powerpoint/2010/main" val="14324403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このように、まずは自己教師あり学習でデータの構造を理解した「Encoder」を構築し、それを第2段階へと引き継ぎます。</a:t>
            </a:r>
            <a:r>
              <a:rPr lang="ja-JP" altLang="en-US" dirty="0"/>
              <a:t>　</a:t>
            </a:r>
            <a:r>
              <a:rPr lang="en-US" altLang="ja-JP" dirty="0"/>
              <a:t>3</a:t>
            </a:r>
            <a:r>
              <a:rPr lang="ja-JP" altLang="en-US" dirty="0"/>
              <a:t>分</a:t>
            </a:r>
            <a:r>
              <a:rPr lang="en-US" altLang="ja-JP" dirty="0"/>
              <a:t>45</a:t>
            </a:r>
            <a:r>
              <a:rPr lang="ja-JP" altLang="en-US" dirty="0"/>
              <a:t>秒</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13</a:t>
            </a:fld>
            <a:endParaRPr kumimoji="1" lang="ja-JP" altLang="en-US"/>
          </a:p>
        </p:txBody>
      </p:sp>
    </p:spTree>
    <p:extLst>
      <p:ext uri="{BB962C8B-B14F-4D97-AF65-F5344CB8AC3E}">
        <p14:creationId xmlns:p14="http://schemas.microsoft.com/office/powerpoint/2010/main" val="12143487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第2段階の「半教師あり学習」では、「整合性正則化（一貫性正則化）」という考え方が重要になります。 これは、入力データに対してノイズを加えたり拡張したりしてデータを少し壊しても、モデルが出力する予測結果は「変化するべきではない」という制約をかける学習方法です。</a:t>
            </a:r>
            <a:r>
              <a:rPr lang="ja-JP" altLang="en-US" dirty="0"/>
              <a:t>　</a:t>
            </a:r>
            <a:r>
              <a:rPr lang="en-US" altLang="ja-JP" dirty="0"/>
              <a:t>4</a:t>
            </a:r>
            <a:r>
              <a:rPr lang="ja-JP" altLang="en-US" dirty="0"/>
              <a:t>分</a:t>
            </a:r>
            <a:r>
              <a:rPr lang="en-US" altLang="ja-JP" dirty="0"/>
              <a:t>15</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14</a:t>
            </a:fld>
            <a:endParaRPr kumimoji="1" lang="ja-JP" altLang="en-US"/>
          </a:p>
        </p:txBody>
      </p:sp>
    </p:spTree>
    <p:extLst>
      <p:ext uri="{BB962C8B-B14F-4D97-AF65-F5344CB8AC3E}">
        <p14:creationId xmlns:p14="http://schemas.microsoft.com/office/powerpoint/2010/main" val="16752283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具体的には、1つのラベルなしデータに対して、複数パターンの「破損データ」を作成しモデルに入力します。 そして、それらの予測確率の「ブレ（分散）」が最小になるように学習させます。これにより、決定境界が滑らかになり、ノイズに対して頑健なモデルを構築することができます。</a:t>
            </a:r>
            <a:endParaRPr lang="en-US" altLang="ja-JP" dirty="0"/>
          </a:p>
          <a:p>
            <a:r>
              <a:rPr kumimoji="1" lang="en-US" altLang="ja-JP" dirty="0"/>
              <a:t>5</a:t>
            </a:r>
            <a:r>
              <a:rPr kumimoji="1" lang="ja-JP" altLang="en-US" dirty="0"/>
              <a:t>分</a:t>
            </a:r>
            <a:r>
              <a:rPr kumimoji="1" lang="en-US" altLang="ja-JP" dirty="0"/>
              <a:t>15</a:t>
            </a:r>
            <a:r>
              <a:rPr kumimoji="1" lang="ja-JP" altLang="en-US" dirty="0"/>
              <a:t>秒</a:t>
            </a:r>
            <a:br>
              <a:rPr kumimoji="1" lang="en-US" altLang="ja-JP" dirty="0"/>
            </a:br>
            <a:br>
              <a:rPr kumimoji="1" lang="en-US" altLang="ja-JP" dirty="0"/>
            </a:br>
            <a:r>
              <a:rPr kumimoji="1" lang="ja-JP" altLang="en-US" dirty="0"/>
              <a:t>ここの段階で，ランダムでシャッフルされたもので値を補完されたら，現実的におかしいデータすらも元と同じ確率にしろとなり．おかしくなる</a:t>
            </a:r>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15</a:t>
            </a:fld>
            <a:endParaRPr kumimoji="1" lang="ja-JP" altLang="en-US"/>
          </a:p>
        </p:txBody>
      </p:sp>
    </p:spTree>
    <p:extLst>
      <p:ext uri="{BB962C8B-B14F-4D97-AF65-F5344CB8AC3E}">
        <p14:creationId xmlns:p14="http://schemas.microsoft.com/office/powerpoint/2010/main" val="20379197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先行研究1をまとめますと、少ないラベルで高精度を達成した素晴らしい枠組みですが、重大な課題が残されています。 それはデータの壊し方です。「隠したセルを、他の行からランダムに持ってきた値で補完する」という手法をとっているため、変数間の相関が破壊され、先ほど述べたような「意味的におかしなデータ」が生成されてしまい、学習が阻害される恐れがあります</a:t>
            </a:r>
            <a:r>
              <a:rPr lang="ja-JP" altLang="en-US" dirty="0"/>
              <a:t>．</a:t>
            </a:r>
            <a:r>
              <a:rPr lang="en-US" altLang="ja-JP" dirty="0"/>
              <a:t>6</a:t>
            </a:r>
            <a:r>
              <a:rPr lang="ja-JP" altLang="en-US" dirty="0"/>
              <a:t>分</a:t>
            </a:r>
            <a:r>
              <a:rPr lang="en-US" altLang="ja-JP" dirty="0"/>
              <a:t>15</a:t>
            </a:r>
            <a:r>
              <a:rPr lang="ja-JP" altLang="en-US" dirty="0"/>
              <a:t>秒</a:t>
            </a:r>
            <a:endParaRPr lang="en-US" altLang="ja-JP" dirty="0"/>
          </a:p>
          <a:p>
            <a:endParaRPr kumimoji="1" lang="en-US" altLang="ja-JP" dirty="0"/>
          </a:p>
          <a:p>
            <a:r>
              <a:rPr kumimoji="1" lang="ja-JP" altLang="en-US" dirty="0"/>
              <a:t>堅牢性（けんろうせい）</a:t>
            </a:r>
            <a:endParaRPr kumimoji="1" lang="en-US" altLang="ja-JP" dirty="0"/>
          </a:p>
          <a:p>
            <a:endParaRPr kumimoji="1" lang="en-US" altLang="ja-JP" dirty="0"/>
          </a:p>
          <a:p>
            <a:r>
              <a:rPr kumimoji="1" lang="en-US" altLang="ja-JP" dirty="0"/>
              <a:t>K</a:t>
            </a:r>
            <a:r>
              <a:rPr kumimoji="1" lang="ja-JP" altLang="en-US" dirty="0"/>
              <a:t>個はグリッドサーチで決めています．</a:t>
            </a:r>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16</a:t>
            </a:fld>
            <a:endParaRPr kumimoji="1" lang="ja-JP" altLang="en-US"/>
          </a:p>
        </p:txBody>
      </p:sp>
    </p:spTree>
    <p:extLst>
      <p:ext uri="{BB962C8B-B14F-4D97-AF65-F5344CB8AC3E}">
        <p14:creationId xmlns:p14="http://schemas.microsoft.com/office/powerpoint/2010/main" val="42057246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この「相関の破壊」という課題に対処しようとしたのが、先行研究2です。 </a:t>
            </a:r>
            <a:r>
              <a:rPr lang="ja-JP" altLang="en-US" dirty="0"/>
              <a:t>ウェイ・ツイらは</a:t>
            </a:r>
            <a:r>
              <a:rPr lang="ja-JP" altLang="ja-JP" dirty="0"/>
              <a:t>、データをランダムに補完するのではなく、「クラス条件」と「特徴量の相関関係」を考慮してデータ拡張を行うアプローチを提案しました。</a:t>
            </a:r>
            <a:r>
              <a:rPr lang="en-US" altLang="ja-JP" dirty="0"/>
              <a:t>6</a:t>
            </a:r>
            <a:r>
              <a:rPr lang="ja-JP" altLang="en-US" dirty="0"/>
              <a:t>分</a:t>
            </a:r>
            <a:r>
              <a:rPr lang="en-US" altLang="ja-JP" dirty="0"/>
              <a:t>45</a:t>
            </a:r>
            <a:r>
              <a:rPr lang="ja-JP" altLang="en-US" dirty="0"/>
              <a:t>秒</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17</a:t>
            </a:fld>
            <a:endParaRPr kumimoji="1" lang="ja-JP" altLang="en-US"/>
          </a:p>
        </p:txBody>
      </p:sp>
    </p:spTree>
    <p:extLst>
      <p:ext uri="{BB962C8B-B14F-4D97-AF65-F5344CB8AC3E}">
        <p14:creationId xmlns:p14="http://schemas.microsoft.com/office/powerpoint/2010/main" val="29610852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br>
              <a:rPr kumimoji="1" lang="en-US" altLang="ja-JP" dirty="0"/>
            </a:br>
            <a:r>
              <a:rPr lang="ja-JP" altLang="ja-JP" dirty="0"/>
              <a:t>具体的な手順として、まずXGBoostなどを用いて特徴量間の相関を計算します。 次に、ラベルなしデータに対して「疑似ラベル」を付与します。そして、データの一部を隠して補完する際に、「同じ疑似ラベル（クラス）を持つデータの中から値をサンプリングする」ことで、意味的な構造を崩さずに拡張</a:t>
            </a:r>
            <a:r>
              <a:rPr lang="ja-JP" altLang="en-US" dirty="0"/>
              <a:t>データ</a:t>
            </a:r>
            <a:r>
              <a:rPr lang="ja-JP" altLang="ja-JP" dirty="0"/>
              <a:t>を生成し、学習させます。</a:t>
            </a:r>
            <a:r>
              <a:rPr lang="ja-JP" altLang="en-US" dirty="0"/>
              <a:t>　</a:t>
            </a:r>
            <a:r>
              <a:rPr lang="en-US" altLang="ja-JP" dirty="0"/>
              <a:t>7</a:t>
            </a:r>
            <a:r>
              <a:rPr lang="ja-JP" altLang="en-US" dirty="0"/>
              <a:t>分</a:t>
            </a:r>
            <a:r>
              <a:rPr lang="en-US" altLang="ja-JP" dirty="0"/>
              <a:t>45</a:t>
            </a:r>
            <a:r>
              <a:rPr lang="ja-JP" altLang="en-US" dirty="0"/>
              <a:t>秒</a:t>
            </a:r>
            <a:br>
              <a:rPr lang="en-US" altLang="ja-JP" dirty="0"/>
            </a:br>
            <a:br>
              <a:rPr lang="en-US" altLang="ja-JP" dirty="0"/>
            </a:br>
            <a:br>
              <a:rPr kumimoji="1" lang="en-US" altLang="ja-JP" dirty="0"/>
            </a:br>
            <a:r>
              <a:rPr kumimoji="1" lang="ja-JP" altLang="en-US" dirty="0"/>
              <a:t>？には，疑似ラベルによって付与されたものを使用して，同じクラスのデータの列から持ってくる</a:t>
            </a:r>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18</a:t>
            </a:fld>
            <a:endParaRPr kumimoji="1" lang="ja-JP" altLang="en-US"/>
          </a:p>
        </p:txBody>
      </p:sp>
    </p:spTree>
    <p:extLst>
      <p:ext uri="{BB962C8B-B14F-4D97-AF65-F5344CB8AC3E}">
        <p14:creationId xmlns:p14="http://schemas.microsoft.com/office/powerpoint/2010/main" val="30966422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このように、事前学習で相関と疑似クラスを考慮したうえで、半教師あり学習へと進みます。</a:t>
            </a:r>
            <a:r>
              <a:rPr lang="en-US" altLang="ja-JP" dirty="0"/>
              <a:t>7</a:t>
            </a:r>
            <a:r>
              <a:rPr lang="ja-JP" altLang="en-US" dirty="0"/>
              <a:t>分</a:t>
            </a:r>
            <a:r>
              <a:rPr lang="en-US" altLang="ja-JP" dirty="0"/>
              <a:t>55</a:t>
            </a:r>
            <a:r>
              <a:rPr lang="ja-JP" altLang="en-US" dirty="0"/>
              <a:t>秒</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19</a:t>
            </a:fld>
            <a:endParaRPr kumimoji="1" lang="ja-JP" altLang="en-US"/>
          </a:p>
        </p:txBody>
      </p:sp>
    </p:spTree>
    <p:extLst>
      <p:ext uri="{BB962C8B-B14F-4D97-AF65-F5344CB8AC3E}">
        <p14:creationId xmlns:p14="http://schemas.microsoft.com/office/powerpoint/2010/main" val="40393702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17E01-EEEF-6356-3A6A-8CF1A2958EB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69663A5-29BD-E2B3-BEB9-484E828004E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978416C-6D3E-B566-4475-F5903DAC2CC3}"/>
              </a:ext>
            </a:extLst>
          </p:cNvPr>
          <p:cNvSpPr>
            <a:spLocks noGrp="1"/>
          </p:cNvSpPr>
          <p:nvPr>
            <p:ph type="body" idx="1"/>
          </p:nvPr>
        </p:nvSpPr>
        <p:spPr/>
        <p:txBody>
          <a:bodyPr/>
          <a:lstStyle/>
          <a:p>
            <a:r>
              <a:rPr lang="ja-JP" altLang="ja-JP" dirty="0"/>
              <a:t>第2段階では、付与された疑似ラベルを基準として、先ほどと同様に一貫性正則化を行います。 学習を繰り返すことで疑似ラベルの信頼度を動的に更新していくというアプローチをとっています。</a:t>
            </a:r>
            <a:r>
              <a:rPr lang="en-US" altLang="ja-JP" dirty="0"/>
              <a:t>8</a:t>
            </a:r>
            <a:r>
              <a:rPr lang="ja-JP" altLang="en-US" dirty="0"/>
              <a:t>分</a:t>
            </a:r>
            <a:r>
              <a:rPr lang="en-US" altLang="ja-JP" dirty="0"/>
              <a:t>30</a:t>
            </a:r>
            <a:r>
              <a:rPr lang="ja-JP" altLang="en-US" dirty="0"/>
              <a:t>秒</a:t>
            </a:r>
            <a:br>
              <a:rPr kumimoji="1" lang="en-US" altLang="ja-JP" dirty="0"/>
            </a:br>
            <a:br>
              <a:rPr kumimoji="1" lang="en-US" altLang="ja-JP" dirty="0"/>
            </a:br>
            <a:r>
              <a:rPr kumimoji="1" lang="ja-JP" altLang="en-US" dirty="0"/>
              <a:t>ここの段階で，ランダムでシャッフルされたもので値を補完されたら，現実的におかしいデータすらも元と同じ確率にしろとなり．おかしくなる</a:t>
            </a:r>
          </a:p>
        </p:txBody>
      </p:sp>
      <p:sp>
        <p:nvSpPr>
          <p:cNvPr id="4" name="スライド番号プレースホルダー 3">
            <a:extLst>
              <a:ext uri="{FF2B5EF4-FFF2-40B4-BE49-F238E27FC236}">
                <a16:creationId xmlns:a16="http://schemas.microsoft.com/office/drawing/2014/main" id="{03AB5CA9-A855-E08B-98C1-6B1D28120F89}"/>
              </a:ext>
            </a:extLst>
          </p:cNvPr>
          <p:cNvSpPr>
            <a:spLocks noGrp="1"/>
          </p:cNvSpPr>
          <p:nvPr>
            <p:ph type="sldNum" sz="quarter" idx="5"/>
          </p:nvPr>
        </p:nvSpPr>
        <p:spPr/>
        <p:txBody>
          <a:bodyPr/>
          <a:lstStyle/>
          <a:p>
            <a:fld id="{4E24D53A-6A9B-2549-B59F-BD94BABF0F70}" type="slidenum">
              <a:rPr kumimoji="1" lang="ja-JP" altLang="en-US" smtClean="0"/>
              <a:t>20</a:t>
            </a:fld>
            <a:endParaRPr kumimoji="1" lang="ja-JP" altLang="en-US"/>
          </a:p>
        </p:txBody>
      </p:sp>
    </p:spTree>
    <p:extLst>
      <p:ext uri="{BB962C8B-B14F-4D97-AF65-F5344CB8AC3E}">
        <p14:creationId xmlns:p14="http://schemas.microsoft.com/office/powerpoint/2010/main" val="13237399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先行研究2のまとめです。無作為な置換を避けることで精度は向上しました。 しかし、ここにも大きな課題があります。「誤分類による連鎖」です。 データ拡張の基準をモデルが予測した「疑似ラベル」に依存しているため、初期段階で間違った疑似ラベルを付与してしまうと、それを正解として学習が進んでしまい、ノイズが不可逆的に増幅</a:t>
            </a:r>
            <a:r>
              <a:rPr lang="ja-JP" altLang="en-US" dirty="0"/>
              <a:t>（ぞうふく）</a:t>
            </a:r>
            <a:r>
              <a:rPr lang="ja-JP" altLang="ja-JP" dirty="0"/>
              <a:t>する「確証バイアス」に陥る危険性があります。</a:t>
            </a:r>
            <a:r>
              <a:rPr lang="en-US" altLang="ja-JP" dirty="0"/>
              <a:t>9</a:t>
            </a:r>
            <a:r>
              <a:rPr lang="ja-JP" altLang="en-US" dirty="0"/>
              <a:t>分</a:t>
            </a:r>
            <a:r>
              <a:rPr lang="en-US" altLang="ja-JP" dirty="0"/>
              <a:t>15</a:t>
            </a:r>
            <a:r>
              <a:rPr lang="ja-JP" altLang="en-US" dirty="0"/>
              <a:t>秒</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21</a:t>
            </a:fld>
            <a:endParaRPr kumimoji="1" lang="ja-JP" altLang="en-US"/>
          </a:p>
        </p:txBody>
      </p:sp>
    </p:spTree>
    <p:extLst>
      <p:ext uri="{BB962C8B-B14F-4D97-AF65-F5344CB8AC3E}">
        <p14:creationId xmlns:p14="http://schemas.microsoft.com/office/powerpoint/2010/main" val="1865279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C62428-3EAA-D3DF-6488-F1AFD905D59F}"/>
              </a:ext>
            </a:extLst>
          </p:cNvPr>
          <p:cNvSpPr>
            <a:spLocks noGrp="1"/>
          </p:cNvSpPr>
          <p:nvPr>
            <p:ph type="ctrTitle"/>
          </p:nvPr>
        </p:nvSpPr>
        <p:spPr>
          <a:xfrm>
            <a:off x="1454426" y="77449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5553445-D902-F302-B044-904B903D92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0584B2F-D7EB-0BAD-FBB0-8B5D4B428410}"/>
              </a:ext>
            </a:extLst>
          </p:cNvPr>
          <p:cNvSpPr>
            <a:spLocks noGrp="1"/>
          </p:cNvSpPr>
          <p:nvPr>
            <p:ph type="dt" sz="half" idx="10"/>
          </p:nvPr>
        </p:nvSpPr>
        <p:spPr/>
        <p:txBody>
          <a:bodyPr/>
          <a:lstStyle/>
          <a:p>
            <a:fld id="{12B62986-E32F-3F45-926B-13F93A5276DA}"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0D80E35A-584B-829C-F77A-8DB8EEB34EE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8DA6C3E-68A0-8B17-6EFC-E1C42188CD59}"/>
              </a:ext>
            </a:extLst>
          </p:cNvPr>
          <p:cNvSpPr>
            <a:spLocks noGrp="1"/>
          </p:cNvSpPr>
          <p:nvPr>
            <p:ph type="sldNum" sz="quarter" idx="12"/>
          </p:nvPr>
        </p:nvSpPr>
        <p:spPr>
          <a:xfrm>
            <a:off x="9296400" y="6356350"/>
            <a:ext cx="2743200" cy="365125"/>
          </a:xfrm>
        </p:spPr>
        <p:txBody>
          <a:bodyPr/>
          <a:lstStyle/>
          <a:p>
            <a:fld id="{766CFED1-DF6F-7E4C-BB21-72E6FAF4BC7E}" type="slidenum">
              <a:rPr kumimoji="1" lang="ja-JP" altLang="en-US" smtClean="0"/>
              <a:t>‹#›</a:t>
            </a:fld>
            <a:endParaRPr kumimoji="1" lang="ja-JP" altLang="en-US"/>
          </a:p>
        </p:txBody>
      </p:sp>
      <p:cxnSp>
        <p:nvCxnSpPr>
          <p:cNvPr id="10" name="直線コネクタ 9">
            <a:extLst>
              <a:ext uri="{FF2B5EF4-FFF2-40B4-BE49-F238E27FC236}">
                <a16:creationId xmlns:a16="http://schemas.microsoft.com/office/drawing/2014/main" id="{6C198444-E130-0F1B-2AFD-351B1CD4FF93}"/>
              </a:ext>
            </a:extLst>
          </p:cNvPr>
          <p:cNvCxnSpPr>
            <a:cxnSpLocks/>
          </p:cNvCxnSpPr>
          <p:nvPr userDrawn="1"/>
        </p:nvCxnSpPr>
        <p:spPr>
          <a:xfrm>
            <a:off x="407504" y="3359426"/>
            <a:ext cx="11519452"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20541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C5620F-4E38-0315-8A12-3DF0B8405E4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3154BFF-E794-1002-3131-AF7F08FA280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98348D0-3BF0-4223-4BC3-512812A2EFC1}"/>
              </a:ext>
            </a:extLst>
          </p:cNvPr>
          <p:cNvSpPr>
            <a:spLocks noGrp="1"/>
          </p:cNvSpPr>
          <p:nvPr>
            <p:ph type="dt" sz="half" idx="10"/>
          </p:nvPr>
        </p:nvSpPr>
        <p:spPr/>
        <p:txBody>
          <a:bodyPr/>
          <a:lstStyle/>
          <a:p>
            <a:fld id="{CDD7F4FE-345A-5F4A-9546-4886EAF1A516}"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63C78DD7-376B-5A81-5D9D-E6927B75D71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87B70C2-D2F7-1AA1-4563-1237CA0FEE84}"/>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892262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ADCBC5-E6DC-8AF6-AD23-046CA016447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E395E60-800D-C7CE-9F3E-B4718DD015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62247C7-CFCA-CB7C-17D8-15FECD4B4EB2}"/>
              </a:ext>
            </a:extLst>
          </p:cNvPr>
          <p:cNvSpPr>
            <a:spLocks noGrp="1"/>
          </p:cNvSpPr>
          <p:nvPr>
            <p:ph type="dt" sz="half" idx="10"/>
          </p:nvPr>
        </p:nvSpPr>
        <p:spPr/>
        <p:txBody>
          <a:bodyPr/>
          <a:lstStyle/>
          <a:p>
            <a:fld id="{56C3EEF2-518D-5F4E-935A-B1AB75DCD2C8}"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A7E0BF15-F7D2-6981-2503-49DA00BFE4B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0C71387-1484-8EDB-D070-FA2A80B3120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4090712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BA073B-255D-F67A-FB33-13A1F8B54BD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C022F83-2037-4DE3-0789-D099983A10B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2D3E740-C360-A62E-19F7-D49AF623AA3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08D6CD9-8260-9628-D228-BFEB4FF5C5DC}"/>
              </a:ext>
            </a:extLst>
          </p:cNvPr>
          <p:cNvSpPr>
            <a:spLocks noGrp="1"/>
          </p:cNvSpPr>
          <p:nvPr>
            <p:ph type="dt" sz="half" idx="10"/>
          </p:nvPr>
        </p:nvSpPr>
        <p:spPr/>
        <p:txBody>
          <a:bodyPr/>
          <a:lstStyle/>
          <a:p>
            <a:fld id="{B44E732C-FFEF-5A40-B4DF-62501D69DFD6}" type="datetime1">
              <a:rPr kumimoji="1" lang="ja-JP" altLang="en-US" smtClean="0"/>
              <a:t>2026/10/4</a:t>
            </a:fld>
            <a:endParaRPr kumimoji="1" lang="ja-JP" altLang="en-US"/>
          </a:p>
        </p:txBody>
      </p:sp>
      <p:sp>
        <p:nvSpPr>
          <p:cNvPr id="6" name="フッター プレースホルダー 5">
            <a:extLst>
              <a:ext uri="{FF2B5EF4-FFF2-40B4-BE49-F238E27FC236}">
                <a16:creationId xmlns:a16="http://schemas.microsoft.com/office/drawing/2014/main" id="{43005691-7675-B708-8E81-1FF3B816AC7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C708922-F437-EEF9-3D8B-16C5F78C8B64}"/>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141369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38A3D-683F-2F12-80C6-B21723FE68C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40EDBAF-5EA7-DDE8-102E-A02A416C58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A87F1F7-CE78-6124-478E-E0847032F8B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17B314B-6A5F-B082-7771-96133A4A61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E7A09DA-9702-AC19-1508-2D6C1FF9B29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8F49AEA-BAE0-0741-0BB4-107A8AB11357}"/>
              </a:ext>
            </a:extLst>
          </p:cNvPr>
          <p:cNvSpPr>
            <a:spLocks noGrp="1"/>
          </p:cNvSpPr>
          <p:nvPr>
            <p:ph type="dt" sz="half" idx="10"/>
          </p:nvPr>
        </p:nvSpPr>
        <p:spPr/>
        <p:txBody>
          <a:bodyPr/>
          <a:lstStyle/>
          <a:p>
            <a:fld id="{C51619AA-BD33-2246-BA43-5237AD6593E6}" type="datetime1">
              <a:rPr kumimoji="1" lang="ja-JP" altLang="en-US" smtClean="0"/>
              <a:t>2026/10/4</a:t>
            </a:fld>
            <a:endParaRPr kumimoji="1" lang="ja-JP" altLang="en-US"/>
          </a:p>
        </p:txBody>
      </p:sp>
      <p:sp>
        <p:nvSpPr>
          <p:cNvPr id="8" name="フッター プレースホルダー 7">
            <a:extLst>
              <a:ext uri="{FF2B5EF4-FFF2-40B4-BE49-F238E27FC236}">
                <a16:creationId xmlns:a16="http://schemas.microsoft.com/office/drawing/2014/main" id="{B1C20E53-C943-8989-3E64-6A93ECF31B3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6A8A4E4-9165-95F4-245A-9F879491015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728583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A9F83C-610A-747C-74D4-9EDAFE8B02BE}"/>
              </a:ext>
            </a:extLst>
          </p:cNvPr>
          <p:cNvSpPr>
            <a:spLocks noGrp="1"/>
          </p:cNvSpPr>
          <p:nvPr>
            <p:ph type="title"/>
          </p:nvPr>
        </p:nvSpPr>
        <p:spPr>
          <a:xfrm>
            <a:off x="838200" y="136525"/>
            <a:ext cx="10515600" cy="638726"/>
          </a:xfrm>
        </p:spPr>
        <p:txBody>
          <a:bodyPr>
            <a:noAutofit/>
          </a:bodyPr>
          <a:lstStyle>
            <a:lvl1pPr algn="ctr">
              <a:defRPr sz="4000" b="1"/>
            </a:lvl1p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18FE116-57A1-9757-2F68-577E85943F7D}"/>
              </a:ext>
            </a:extLst>
          </p:cNvPr>
          <p:cNvSpPr>
            <a:spLocks noGrp="1"/>
          </p:cNvSpPr>
          <p:nvPr>
            <p:ph type="dt" sz="half" idx="10"/>
          </p:nvPr>
        </p:nvSpPr>
        <p:spPr/>
        <p:txBody>
          <a:bodyPr/>
          <a:lstStyle/>
          <a:p>
            <a:fld id="{2E2BC83F-8058-7840-965D-A6C7785E9FD7}" type="datetime1">
              <a:rPr kumimoji="1" lang="ja-JP" altLang="en-US" smtClean="0"/>
              <a:t>2026/10/4</a:t>
            </a:fld>
            <a:endParaRPr kumimoji="1" lang="ja-JP" altLang="en-US"/>
          </a:p>
        </p:txBody>
      </p:sp>
      <p:sp>
        <p:nvSpPr>
          <p:cNvPr id="4" name="フッター プレースホルダー 3">
            <a:extLst>
              <a:ext uri="{FF2B5EF4-FFF2-40B4-BE49-F238E27FC236}">
                <a16:creationId xmlns:a16="http://schemas.microsoft.com/office/drawing/2014/main" id="{2B1C2997-4C24-4243-B46B-8F5A50D0FDA0}"/>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943A9A3-D535-21B4-E160-5A825E66102D}"/>
              </a:ext>
            </a:extLst>
          </p:cNvPr>
          <p:cNvSpPr>
            <a:spLocks noGrp="1"/>
          </p:cNvSpPr>
          <p:nvPr>
            <p:ph type="sldNum" sz="quarter" idx="12"/>
          </p:nvPr>
        </p:nvSpPr>
        <p:spPr>
          <a:xfrm>
            <a:off x="9236766" y="6356350"/>
            <a:ext cx="2743200" cy="365125"/>
          </a:xfrm>
        </p:spPr>
        <p:txBody>
          <a:bodyPr/>
          <a:lstStyle/>
          <a:p>
            <a:fld id="{766CFED1-DF6F-7E4C-BB21-72E6FAF4BC7E}" type="slidenum">
              <a:rPr kumimoji="1" lang="ja-JP" altLang="en-US" smtClean="0"/>
              <a:t>‹#›</a:t>
            </a:fld>
            <a:endParaRPr kumimoji="1" lang="ja-JP" altLang="en-US"/>
          </a:p>
        </p:txBody>
      </p:sp>
      <p:cxnSp>
        <p:nvCxnSpPr>
          <p:cNvPr id="6" name="直線コネクタ 5">
            <a:extLst>
              <a:ext uri="{FF2B5EF4-FFF2-40B4-BE49-F238E27FC236}">
                <a16:creationId xmlns:a16="http://schemas.microsoft.com/office/drawing/2014/main" id="{BC088362-4504-DF8A-DADD-5CA4DA6731BF}"/>
              </a:ext>
            </a:extLst>
          </p:cNvPr>
          <p:cNvCxnSpPr>
            <a:cxnSpLocks/>
          </p:cNvCxnSpPr>
          <p:nvPr userDrawn="1"/>
        </p:nvCxnSpPr>
        <p:spPr>
          <a:xfrm>
            <a:off x="327991" y="914400"/>
            <a:ext cx="11519452"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26521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E9EFD96-5E9C-775B-8974-6725E865A2A5}"/>
              </a:ext>
            </a:extLst>
          </p:cNvPr>
          <p:cNvSpPr>
            <a:spLocks noGrp="1"/>
          </p:cNvSpPr>
          <p:nvPr>
            <p:ph type="dt" sz="half" idx="10"/>
          </p:nvPr>
        </p:nvSpPr>
        <p:spPr/>
        <p:txBody>
          <a:bodyPr/>
          <a:lstStyle/>
          <a:p>
            <a:fld id="{236BC3A5-B07F-074E-BF1E-28889F224AA8}" type="datetime1">
              <a:rPr kumimoji="1" lang="ja-JP" altLang="en-US" smtClean="0"/>
              <a:t>2026/10/4</a:t>
            </a:fld>
            <a:endParaRPr kumimoji="1" lang="ja-JP" altLang="en-US"/>
          </a:p>
        </p:txBody>
      </p:sp>
      <p:sp>
        <p:nvSpPr>
          <p:cNvPr id="3" name="フッター プレースホルダー 2">
            <a:extLst>
              <a:ext uri="{FF2B5EF4-FFF2-40B4-BE49-F238E27FC236}">
                <a16:creationId xmlns:a16="http://schemas.microsoft.com/office/drawing/2014/main" id="{442FEB74-5CA5-9940-564C-CFC8F124C85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6A89C72-03B4-42B5-B26C-8A3DE1CDF499}"/>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950154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E798F4-4854-695C-E7FA-7B1FC07F19F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C2CDCFC-A8E6-17BD-3EF1-8E669C31F6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1B29505-AC94-3BD9-B17F-D96D53198B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46F7814-2ACD-6950-9021-00F3AAC6EC96}"/>
              </a:ext>
            </a:extLst>
          </p:cNvPr>
          <p:cNvSpPr>
            <a:spLocks noGrp="1"/>
          </p:cNvSpPr>
          <p:nvPr>
            <p:ph type="dt" sz="half" idx="10"/>
          </p:nvPr>
        </p:nvSpPr>
        <p:spPr/>
        <p:txBody>
          <a:bodyPr/>
          <a:lstStyle/>
          <a:p>
            <a:fld id="{69AAD45A-B93C-614E-8B62-1D82A39E8527}" type="datetime1">
              <a:rPr kumimoji="1" lang="ja-JP" altLang="en-US" smtClean="0"/>
              <a:t>2026/10/4</a:t>
            </a:fld>
            <a:endParaRPr kumimoji="1" lang="ja-JP" altLang="en-US"/>
          </a:p>
        </p:txBody>
      </p:sp>
      <p:sp>
        <p:nvSpPr>
          <p:cNvPr id="6" name="フッター プレースホルダー 5">
            <a:extLst>
              <a:ext uri="{FF2B5EF4-FFF2-40B4-BE49-F238E27FC236}">
                <a16:creationId xmlns:a16="http://schemas.microsoft.com/office/drawing/2014/main" id="{B51223EA-7C20-9174-727C-237911D0D21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600C1C0-18CD-582A-DD89-9688198867DB}"/>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523445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C19A8B-BC2B-EF13-9679-08A0C70A45D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D7FACDA-66DE-8364-6A6B-D528023414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1762871-AB62-8626-86CD-F5FF757032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7DC5BB0-DCA1-E6B2-9E8A-4B60369F80C9}"/>
              </a:ext>
            </a:extLst>
          </p:cNvPr>
          <p:cNvSpPr>
            <a:spLocks noGrp="1"/>
          </p:cNvSpPr>
          <p:nvPr>
            <p:ph type="dt" sz="half" idx="10"/>
          </p:nvPr>
        </p:nvSpPr>
        <p:spPr/>
        <p:txBody>
          <a:bodyPr/>
          <a:lstStyle/>
          <a:p>
            <a:fld id="{0E79B6FF-6AEC-064A-ADD5-0AA1F48E6210}" type="datetime1">
              <a:rPr kumimoji="1" lang="ja-JP" altLang="en-US" smtClean="0"/>
              <a:t>2026/10/4</a:t>
            </a:fld>
            <a:endParaRPr kumimoji="1" lang="ja-JP" altLang="en-US"/>
          </a:p>
        </p:txBody>
      </p:sp>
      <p:sp>
        <p:nvSpPr>
          <p:cNvPr id="6" name="フッター プレースホルダー 5">
            <a:extLst>
              <a:ext uri="{FF2B5EF4-FFF2-40B4-BE49-F238E27FC236}">
                <a16:creationId xmlns:a16="http://schemas.microsoft.com/office/drawing/2014/main" id="{4950342B-0ADB-28BA-E5EA-4684620582D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42CDFFD-97BC-74E7-0A03-595335BD36D5}"/>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015045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FF5598-C6E5-AF43-DD9C-1674C32A69D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679B229-58FA-01DB-C3E5-46F927525B2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0FC2B64-6424-D8AE-25B0-CD8219318135}"/>
              </a:ext>
            </a:extLst>
          </p:cNvPr>
          <p:cNvSpPr>
            <a:spLocks noGrp="1"/>
          </p:cNvSpPr>
          <p:nvPr>
            <p:ph type="dt" sz="half" idx="10"/>
          </p:nvPr>
        </p:nvSpPr>
        <p:spPr/>
        <p:txBody>
          <a:bodyPr/>
          <a:lstStyle/>
          <a:p>
            <a:fld id="{C30C6809-16D3-EF49-8F3D-D560C6FE722B}"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CC0DD2D4-4BCE-2863-82CF-B3B6FE7B1E3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623F9CC-4B9B-1F8C-45FB-F3A77FF6CB73}"/>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558424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8EE1C15-D62D-66F2-2D6F-1D73480F4D3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5341647-C411-8056-51B9-25B4C092028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509DC7B-8AE2-5E9A-7569-A6012ED9803F}"/>
              </a:ext>
            </a:extLst>
          </p:cNvPr>
          <p:cNvSpPr>
            <a:spLocks noGrp="1"/>
          </p:cNvSpPr>
          <p:nvPr>
            <p:ph type="dt" sz="half" idx="10"/>
          </p:nvPr>
        </p:nvSpPr>
        <p:spPr/>
        <p:txBody>
          <a:bodyPr/>
          <a:lstStyle/>
          <a:p>
            <a:fld id="{9A78F1A1-1C1B-DE48-86BB-8A99AA3C859B}"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0B652BCA-C997-C0B6-7B4D-1047D1B0E57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8EEC20D-7F27-67B4-BEB3-50AE2AD60C3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766150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D36F4EF-115A-5158-119D-1CBF31B9AC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A91B72E-5159-6D91-575D-3B5DA8342C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D2FF58E-439B-4730-2332-43C4C72E4F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C48C526-1B6A-9344-9A17-9A8BB3160E70}"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2950BB3B-76A2-ED3D-CECC-C386D2DEF5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1023CB6-DE45-7936-C9D2-D2F27B5B09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440024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1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0.png"/><Relationship Id="rId7" Type="http://schemas.openxmlformats.org/officeDocument/2006/relationships/image" Target="../media/image170.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AF71C6-17C9-57AB-ECD3-E62D59DC8A04}"/>
              </a:ext>
            </a:extLst>
          </p:cNvPr>
          <p:cNvSpPr>
            <a:spLocks noGrp="1"/>
          </p:cNvSpPr>
          <p:nvPr>
            <p:ph type="ctrTitle"/>
          </p:nvPr>
        </p:nvSpPr>
        <p:spPr>
          <a:xfrm>
            <a:off x="727213" y="699925"/>
            <a:ext cx="10737574" cy="2577302"/>
          </a:xfrm>
        </p:spPr>
        <p:txBody>
          <a:bodyPr>
            <a:normAutofit/>
          </a:bodyPr>
          <a:lstStyle/>
          <a:p>
            <a:pPr>
              <a:lnSpc>
                <a:spcPct val="100000"/>
              </a:lnSpc>
            </a:pPr>
            <a:r>
              <a:rPr kumimoji="1" lang="ja-JP" altLang="en-US" sz="4800" b="1" noProof="1"/>
              <a:t>ゼミ発表</a:t>
            </a:r>
            <a:endParaRPr kumimoji="1" lang="ja-JP" sz="4800" noProof="1">
              <a:latin typeface="+mn-ea"/>
              <a:ea typeface="+mn-ea"/>
            </a:endParaRPr>
          </a:p>
        </p:txBody>
      </p:sp>
      <p:sp>
        <p:nvSpPr>
          <p:cNvPr id="3" name="字幕 2">
            <a:extLst>
              <a:ext uri="{FF2B5EF4-FFF2-40B4-BE49-F238E27FC236}">
                <a16:creationId xmlns:a16="http://schemas.microsoft.com/office/drawing/2014/main" id="{27859E78-3DB5-9D1D-6018-D605D40E5A19}"/>
              </a:ext>
            </a:extLst>
          </p:cNvPr>
          <p:cNvSpPr>
            <a:spLocks noGrp="1"/>
          </p:cNvSpPr>
          <p:nvPr>
            <p:ph type="subTitle" idx="1"/>
          </p:nvPr>
        </p:nvSpPr>
        <p:spPr>
          <a:xfrm>
            <a:off x="1454426" y="3580773"/>
            <a:ext cx="9144000" cy="1655762"/>
          </a:xfrm>
        </p:spPr>
        <p:txBody>
          <a:bodyPr/>
          <a:lstStyle/>
          <a:p>
            <a:r>
              <a:rPr lang="ja-JP" noProof="1"/>
              <a:t>M1 齊藤光汰</a:t>
            </a:r>
            <a:endParaRPr kumimoji="1" lang="ja-JP" noProof="1"/>
          </a:p>
        </p:txBody>
      </p:sp>
      <p:sp>
        <p:nvSpPr>
          <p:cNvPr id="4" name="スライド番号プレースホルダー 3">
            <a:extLst>
              <a:ext uri="{FF2B5EF4-FFF2-40B4-BE49-F238E27FC236}">
                <a16:creationId xmlns:a16="http://schemas.microsoft.com/office/drawing/2014/main" id="{26075D1A-1A11-EB22-D666-B7047654E117}"/>
              </a:ext>
            </a:extLst>
          </p:cNvPr>
          <p:cNvSpPr>
            <a:spLocks noGrp="1"/>
          </p:cNvSpPr>
          <p:nvPr>
            <p:ph type="sldNum" sz="quarter" idx="12"/>
          </p:nvPr>
        </p:nvSpPr>
        <p:spPr/>
        <p:txBody>
          <a:bodyPr/>
          <a:lstStyle/>
          <a:p>
            <a:fld id="{766CFED1-DF6F-7E4C-BB21-72E6FAF4BC7E}" type="slidenum">
              <a:rPr kumimoji="1" lang="en-US" altLang="ja-JP" noProof="1" smtClean="0"/>
              <a:t>1</a:t>
            </a:fld>
            <a:endParaRPr kumimoji="1" lang="ja-JP" noProof="1"/>
          </a:p>
        </p:txBody>
      </p:sp>
    </p:spTree>
    <p:extLst>
      <p:ext uri="{BB962C8B-B14F-4D97-AF65-F5344CB8AC3E}">
        <p14:creationId xmlns:p14="http://schemas.microsoft.com/office/powerpoint/2010/main" val="338026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6F662298-293E-71BD-1008-6EB39FB8BCAE}"/>
              </a:ext>
            </a:extLst>
          </p:cNvPr>
          <p:cNvSpPr>
            <a:spLocks noGrp="1"/>
          </p:cNvSpPr>
          <p:nvPr>
            <p:ph type="title"/>
          </p:nvPr>
        </p:nvSpPr>
        <p:spPr/>
        <p:txBody>
          <a:bodyPr>
            <a:normAutofit fontScale="90000"/>
          </a:bodyPr>
          <a:lstStyle/>
          <a:p>
            <a:pPr algn="ctr"/>
            <a:r>
              <a:rPr lang="ja-JP" altLang="en-US"/>
              <a:t>目次</a:t>
            </a:r>
          </a:p>
        </p:txBody>
      </p:sp>
      <p:sp>
        <p:nvSpPr>
          <p:cNvPr id="6" name="スライド番号プレースホルダー 5">
            <a:extLst>
              <a:ext uri="{FF2B5EF4-FFF2-40B4-BE49-F238E27FC236}">
                <a16:creationId xmlns:a16="http://schemas.microsoft.com/office/drawing/2014/main" id="{3C30C9F9-9480-7FEA-3481-C203DC651D94}"/>
              </a:ext>
            </a:extLst>
          </p:cNvPr>
          <p:cNvSpPr>
            <a:spLocks noGrp="1"/>
          </p:cNvSpPr>
          <p:nvPr>
            <p:ph type="sldNum" sz="quarter" idx="12"/>
          </p:nvPr>
        </p:nvSpPr>
        <p:spPr/>
        <p:txBody>
          <a:bodyPr/>
          <a:lstStyle/>
          <a:p>
            <a:fld id="{766CFED1-DF6F-7E4C-BB21-72E6FAF4BC7E}" type="slidenum">
              <a:rPr kumimoji="1" lang="ja-JP" altLang="en-US" smtClean="0"/>
              <a:t>2</a:t>
            </a:fld>
            <a:endParaRPr kumimoji="1" lang="ja-JP" altLang="en-US"/>
          </a:p>
        </p:txBody>
      </p:sp>
      <p:sp>
        <p:nvSpPr>
          <p:cNvPr id="5" name="テキスト ボックス 4">
            <a:extLst>
              <a:ext uri="{FF2B5EF4-FFF2-40B4-BE49-F238E27FC236}">
                <a16:creationId xmlns:a16="http://schemas.microsoft.com/office/drawing/2014/main" id="{F0BE491E-0AF2-2FF6-A8B6-AC209FE0B87E}"/>
              </a:ext>
            </a:extLst>
          </p:cNvPr>
          <p:cNvSpPr txBox="1"/>
          <p:nvPr/>
        </p:nvSpPr>
        <p:spPr>
          <a:xfrm>
            <a:off x="956930" y="1509823"/>
            <a:ext cx="10749517" cy="3970318"/>
          </a:xfrm>
          <a:prstGeom prst="rect">
            <a:avLst/>
          </a:prstGeom>
          <a:noFill/>
        </p:spPr>
        <p:txBody>
          <a:bodyPr wrap="square" rtlCol="0">
            <a:spAutoFit/>
          </a:bodyPr>
          <a:lstStyle/>
          <a:p>
            <a:pPr marL="514350" indent="-514350">
              <a:buFont typeface="+mj-lt"/>
              <a:buAutoNum type="arabicPeriod"/>
            </a:pPr>
            <a:r>
              <a:rPr kumimoji="1" lang="ja-JP" altLang="en-US" sz="2800"/>
              <a:t>はじめに</a:t>
            </a:r>
            <a:endParaRPr kumimoji="1" lang="en-US" altLang="ja-JP" sz="2800" dirty="0"/>
          </a:p>
          <a:p>
            <a:pPr marL="514350" indent="-514350">
              <a:buFont typeface="+mj-lt"/>
              <a:buAutoNum type="arabicPeriod"/>
            </a:pPr>
            <a:endParaRPr lang="en-US" altLang="ja-JP" sz="2800" dirty="0"/>
          </a:p>
          <a:p>
            <a:pPr marL="514350" indent="-514350">
              <a:buFont typeface="+mj-lt"/>
              <a:buAutoNum type="arabicPeriod"/>
            </a:pPr>
            <a:r>
              <a:rPr kumimoji="1" lang="ja-JP" altLang="en-US" sz="2800"/>
              <a:t>先行研究１</a:t>
            </a:r>
            <a:endParaRPr kumimoji="1" lang="en-US" altLang="ja-JP" sz="2800" dirty="0"/>
          </a:p>
          <a:p>
            <a:pPr marL="514350" indent="-514350">
              <a:buFont typeface="+mj-lt"/>
              <a:buAutoNum type="arabicPeriod"/>
            </a:pPr>
            <a:endParaRPr lang="en-US" altLang="ja-JP" sz="2800" dirty="0"/>
          </a:p>
          <a:p>
            <a:pPr marL="514350" indent="-514350">
              <a:buFont typeface="+mj-lt"/>
              <a:buAutoNum type="arabicPeriod"/>
            </a:pPr>
            <a:r>
              <a:rPr lang="ja-JP" altLang="en-US" sz="2800"/>
              <a:t>先行研究２</a:t>
            </a:r>
            <a:endParaRPr lang="en-US" altLang="ja-JP" sz="2800" dirty="0"/>
          </a:p>
          <a:p>
            <a:pPr marL="514350" indent="-514350">
              <a:buFont typeface="+mj-lt"/>
              <a:buAutoNum type="arabicPeriod"/>
            </a:pPr>
            <a:endParaRPr kumimoji="1" lang="en-US" altLang="ja-JP" sz="2800" dirty="0"/>
          </a:p>
          <a:p>
            <a:pPr marL="514350" indent="-514350">
              <a:buFont typeface="+mj-lt"/>
              <a:buAutoNum type="arabicPeriod"/>
            </a:pPr>
            <a:r>
              <a:rPr lang="ja-JP" altLang="en-US" sz="2800"/>
              <a:t>問題設定</a:t>
            </a:r>
            <a:endParaRPr lang="en-US" altLang="ja-JP" sz="2800" dirty="0"/>
          </a:p>
          <a:p>
            <a:pPr marL="514350" indent="-514350">
              <a:buFont typeface="+mj-lt"/>
              <a:buAutoNum type="arabicPeriod"/>
            </a:pPr>
            <a:endParaRPr kumimoji="1" lang="en-US" altLang="ja-JP" sz="2800" dirty="0"/>
          </a:p>
          <a:p>
            <a:pPr marL="514350" indent="-514350">
              <a:buFont typeface="+mj-lt"/>
              <a:buAutoNum type="arabicPeriod"/>
            </a:pPr>
            <a:r>
              <a:rPr lang="ja-JP" altLang="en-US" sz="2800"/>
              <a:t>今後の展望</a:t>
            </a:r>
            <a:endParaRPr kumimoji="1" lang="ja-JP" altLang="en-US" sz="2800"/>
          </a:p>
        </p:txBody>
      </p:sp>
    </p:spTree>
    <p:extLst>
      <p:ext uri="{BB962C8B-B14F-4D97-AF65-F5344CB8AC3E}">
        <p14:creationId xmlns:p14="http://schemas.microsoft.com/office/powerpoint/2010/main" val="4154883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A9F22044-A94B-488E-F5E2-9EF659B3006C}"/>
              </a:ext>
            </a:extLst>
          </p:cNvPr>
          <p:cNvSpPr/>
          <p:nvPr/>
        </p:nvSpPr>
        <p:spPr>
          <a:xfrm>
            <a:off x="1281793" y="5372100"/>
            <a:ext cx="9233807" cy="1216479"/>
          </a:xfrm>
          <a:prstGeom prst="roundRect">
            <a:avLst/>
          </a:prstGeom>
          <a:solidFill>
            <a:srgbClr val="FF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CC5B1D69-8333-18EF-27E9-79E17811FBB1}"/>
              </a:ext>
            </a:extLst>
          </p:cNvPr>
          <p:cNvSpPr>
            <a:spLocks noGrp="1"/>
          </p:cNvSpPr>
          <p:nvPr>
            <p:ph type="title"/>
          </p:nvPr>
        </p:nvSpPr>
        <p:spPr/>
        <p:txBody>
          <a:bodyPr/>
          <a:lstStyle/>
          <a:p>
            <a:r>
              <a:rPr kumimoji="1" lang="ja-JP" altLang="en-US" dirty="0"/>
              <a:t>本研究の問題設定</a:t>
            </a:r>
          </a:p>
        </p:txBody>
      </p:sp>
      <p:sp>
        <p:nvSpPr>
          <p:cNvPr id="3" name="スライド番号プレースホルダー 2">
            <a:extLst>
              <a:ext uri="{FF2B5EF4-FFF2-40B4-BE49-F238E27FC236}">
                <a16:creationId xmlns:a16="http://schemas.microsoft.com/office/drawing/2014/main" id="{ACFF8479-CBF4-6B67-4633-3FBF20F70DE4}"/>
              </a:ext>
            </a:extLst>
          </p:cNvPr>
          <p:cNvSpPr>
            <a:spLocks noGrp="1"/>
          </p:cNvSpPr>
          <p:nvPr>
            <p:ph type="sldNum" sz="quarter" idx="12"/>
          </p:nvPr>
        </p:nvSpPr>
        <p:spPr/>
        <p:txBody>
          <a:bodyPr/>
          <a:lstStyle/>
          <a:p>
            <a:fld id="{766CFED1-DF6F-7E4C-BB21-72E6FAF4BC7E}" type="slidenum">
              <a:rPr kumimoji="1" lang="ja-JP" altLang="en-US" smtClean="0"/>
              <a:t>3</a:t>
            </a:fld>
            <a:endParaRPr kumimoji="1" lang="ja-JP" altLang="en-US"/>
          </a:p>
        </p:txBody>
      </p:sp>
      <p:sp>
        <p:nvSpPr>
          <p:cNvPr id="4" name="テキスト ボックス 3">
            <a:extLst>
              <a:ext uri="{FF2B5EF4-FFF2-40B4-BE49-F238E27FC236}">
                <a16:creationId xmlns:a16="http://schemas.microsoft.com/office/drawing/2014/main" id="{1F16CE5B-42EC-EC1B-0A9B-C3D12B69C693}"/>
              </a:ext>
            </a:extLst>
          </p:cNvPr>
          <p:cNvSpPr txBox="1"/>
          <p:nvPr/>
        </p:nvSpPr>
        <p:spPr>
          <a:xfrm>
            <a:off x="0" y="5591801"/>
            <a:ext cx="11582400" cy="830997"/>
          </a:xfrm>
          <a:prstGeom prst="rect">
            <a:avLst/>
          </a:prstGeom>
          <a:noFill/>
        </p:spPr>
        <p:txBody>
          <a:bodyPr wrap="square" rtlCol="0">
            <a:spAutoFit/>
          </a:bodyPr>
          <a:lstStyle/>
          <a:p>
            <a:pPr algn="ctr"/>
            <a:r>
              <a:rPr kumimoji="1" lang="ja-JP" altLang="en-US" sz="2400" b="1" dirty="0"/>
              <a:t>テーブルデータにおける変数間の依存構造の関係を考慮した</a:t>
            </a:r>
            <a:endParaRPr kumimoji="1" lang="en-US" altLang="ja-JP" sz="2400" b="1" dirty="0"/>
          </a:p>
          <a:p>
            <a:pPr algn="ctr"/>
            <a:r>
              <a:rPr lang="ja-JP" altLang="en-US" sz="2400" b="1" dirty="0"/>
              <a:t>データ拡張のフレームワークの提案</a:t>
            </a:r>
            <a:endParaRPr kumimoji="1" lang="en-US" altLang="ja-JP" sz="2400" b="1" dirty="0"/>
          </a:p>
        </p:txBody>
      </p:sp>
      <p:sp>
        <p:nvSpPr>
          <p:cNvPr id="7" name="テキスト ボックス 6">
            <a:extLst>
              <a:ext uri="{FF2B5EF4-FFF2-40B4-BE49-F238E27FC236}">
                <a16:creationId xmlns:a16="http://schemas.microsoft.com/office/drawing/2014/main" id="{0826BC72-D495-6CD2-13A5-3135C4151587}"/>
              </a:ext>
            </a:extLst>
          </p:cNvPr>
          <p:cNvSpPr txBox="1"/>
          <p:nvPr/>
        </p:nvSpPr>
        <p:spPr>
          <a:xfrm>
            <a:off x="1473574" y="1182011"/>
            <a:ext cx="2903360" cy="523220"/>
          </a:xfrm>
          <a:prstGeom prst="rect">
            <a:avLst/>
          </a:prstGeom>
          <a:noFill/>
        </p:spPr>
        <p:txBody>
          <a:bodyPr wrap="none" rtlCol="0">
            <a:spAutoFit/>
          </a:bodyPr>
          <a:lstStyle/>
          <a:p>
            <a:pPr algn="ctr"/>
            <a:r>
              <a:rPr kumimoji="1" lang="ja-JP" altLang="en-US" sz="2800" b="1" dirty="0"/>
              <a:t>先行研究</a:t>
            </a:r>
            <a:r>
              <a:rPr kumimoji="1" lang="en-US" altLang="ja-JP" sz="2800" b="1" dirty="0"/>
              <a:t>1</a:t>
            </a:r>
            <a:r>
              <a:rPr kumimoji="1" lang="ja-JP" altLang="en-US" sz="2800" b="1" dirty="0"/>
              <a:t>の課題</a:t>
            </a:r>
          </a:p>
        </p:txBody>
      </p:sp>
      <p:sp>
        <p:nvSpPr>
          <p:cNvPr id="15" name="テキスト ボックス 14">
            <a:extLst>
              <a:ext uri="{FF2B5EF4-FFF2-40B4-BE49-F238E27FC236}">
                <a16:creationId xmlns:a16="http://schemas.microsoft.com/office/drawing/2014/main" id="{7B1F59F7-9074-B155-25D6-FF3D8F317D58}"/>
              </a:ext>
            </a:extLst>
          </p:cNvPr>
          <p:cNvSpPr txBox="1"/>
          <p:nvPr/>
        </p:nvSpPr>
        <p:spPr>
          <a:xfrm>
            <a:off x="7242423" y="1182011"/>
            <a:ext cx="3057247" cy="523220"/>
          </a:xfrm>
          <a:prstGeom prst="rect">
            <a:avLst/>
          </a:prstGeom>
          <a:noFill/>
        </p:spPr>
        <p:txBody>
          <a:bodyPr wrap="none" rtlCol="0">
            <a:spAutoFit/>
          </a:bodyPr>
          <a:lstStyle/>
          <a:p>
            <a:pPr algn="ctr"/>
            <a:r>
              <a:rPr kumimoji="1" lang="ja-JP" altLang="en-US" sz="2800" b="1" dirty="0"/>
              <a:t>先行研究</a:t>
            </a:r>
            <a:r>
              <a:rPr lang="ja-JP" altLang="en-US" sz="2800" b="1" dirty="0"/>
              <a:t>２の課題</a:t>
            </a:r>
            <a:endParaRPr kumimoji="1" lang="ja-JP" altLang="en-US" sz="2800" b="1" dirty="0"/>
          </a:p>
        </p:txBody>
      </p:sp>
      <p:sp>
        <p:nvSpPr>
          <p:cNvPr id="16" name="テキスト ボックス 15">
            <a:extLst>
              <a:ext uri="{FF2B5EF4-FFF2-40B4-BE49-F238E27FC236}">
                <a16:creationId xmlns:a16="http://schemas.microsoft.com/office/drawing/2014/main" id="{FC2B04AB-F4F3-25C0-0A54-D99A699E05CF}"/>
              </a:ext>
            </a:extLst>
          </p:cNvPr>
          <p:cNvSpPr txBox="1"/>
          <p:nvPr/>
        </p:nvSpPr>
        <p:spPr>
          <a:xfrm>
            <a:off x="705650" y="1922737"/>
            <a:ext cx="3005951" cy="430887"/>
          </a:xfrm>
          <a:prstGeom prst="rect">
            <a:avLst/>
          </a:prstGeom>
          <a:noFill/>
        </p:spPr>
        <p:txBody>
          <a:bodyPr wrap="none" rtlCol="0">
            <a:spAutoFit/>
          </a:bodyPr>
          <a:lstStyle/>
          <a:p>
            <a:r>
              <a:rPr lang="ja-JP" altLang="en-US" sz="2200" b="1">
                <a:solidFill>
                  <a:srgbClr val="FF0000"/>
                </a:solidFill>
              </a:rPr>
              <a:t>論理崩壊</a:t>
            </a:r>
            <a:r>
              <a:rPr kumimoji="1" lang="ja-JP" altLang="en-US" sz="2200" b="1">
                <a:solidFill>
                  <a:srgbClr val="FF0000"/>
                </a:solidFill>
              </a:rPr>
              <a:t>データ</a:t>
            </a:r>
            <a:r>
              <a:rPr kumimoji="1" lang="ja-JP" altLang="en-US" sz="2200" b="1" dirty="0">
                <a:solidFill>
                  <a:srgbClr val="FF0000"/>
                </a:solidFill>
              </a:rPr>
              <a:t>の生成</a:t>
            </a:r>
          </a:p>
        </p:txBody>
      </p:sp>
      <p:sp>
        <p:nvSpPr>
          <p:cNvPr id="18" name="テキスト ボックス 17">
            <a:extLst>
              <a:ext uri="{FF2B5EF4-FFF2-40B4-BE49-F238E27FC236}">
                <a16:creationId xmlns:a16="http://schemas.microsoft.com/office/drawing/2014/main" id="{0859DBBD-BC15-618F-04AF-82E394234996}"/>
              </a:ext>
            </a:extLst>
          </p:cNvPr>
          <p:cNvSpPr txBox="1"/>
          <p:nvPr/>
        </p:nvSpPr>
        <p:spPr>
          <a:xfrm>
            <a:off x="705650" y="2539147"/>
            <a:ext cx="4699169" cy="1323439"/>
          </a:xfrm>
          <a:prstGeom prst="rect">
            <a:avLst/>
          </a:prstGeom>
          <a:noFill/>
        </p:spPr>
        <p:txBody>
          <a:bodyPr wrap="square" rtlCol="0">
            <a:spAutoFit/>
          </a:bodyPr>
          <a:lstStyle/>
          <a:p>
            <a:pPr marL="285750" indent="-285750">
              <a:buFont typeface="Arial" panose="020B0604020202020204" pitchFamily="34" charset="0"/>
              <a:buChar char="•"/>
            </a:pPr>
            <a:r>
              <a:rPr lang="ja-JP" altLang="en-US" sz="2000" dirty="0">
                <a:latin typeface="Noto Sans JP"/>
              </a:rPr>
              <a:t>全体から無作為に値を抽出して補完するため</a:t>
            </a:r>
            <a:endParaRPr lang="en-US" altLang="ja-JP" sz="2000" dirty="0">
              <a:latin typeface="Noto Sans JP"/>
            </a:endParaRPr>
          </a:p>
          <a:p>
            <a:pPr marL="285750" indent="-285750">
              <a:buFont typeface="Arial" panose="020B0604020202020204" pitchFamily="34" charset="0"/>
              <a:buChar char="•"/>
            </a:pPr>
            <a:r>
              <a:rPr lang="ja-JP" altLang="en-US" sz="2000" dirty="0">
                <a:latin typeface="Noto Sans JP"/>
              </a:rPr>
              <a:t>変数間の相関構造が無視され、非現実的な拡張データが生成される</a:t>
            </a:r>
          </a:p>
        </p:txBody>
      </p:sp>
      <p:sp>
        <p:nvSpPr>
          <p:cNvPr id="19" name="テキスト ボックス 18">
            <a:extLst>
              <a:ext uri="{FF2B5EF4-FFF2-40B4-BE49-F238E27FC236}">
                <a16:creationId xmlns:a16="http://schemas.microsoft.com/office/drawing/2014/main" id="{CA674223-1B0B-F1BE-7AFD-739A90A422E2}"/>
              </a:ext>
            </a:extLst>
          </p:cNvPr>
          <p:cNvSpPr txBox="1"/>
          <p:nvPr/>
        </p:nvSpPr>
        <p:spPr>
          <a:xfrm>
            <a:off x="640374" y="4108807"/>
            <a:ext cx="5274201" cy="400110"/>
          </a:xfrm>
          <a:prstGeom prst="rect">
            <a:avLst/>
          </a:prstGeom>
          <a:noFill/>
        </p:spPr>
        <p:txBody>
          <a:bodyPr wrap="square" rtlCol="0">
            <a:spAutoFit/>
          </a:bodyPr>
          <a:lstStyle/>
          <a:p>
            <a:r>
              <a:rPr lang="ja-JP" altLang="en-US" sz="2000" dirty="0">
                <a:latin typeface="Noto Sans JP"/>
              </a:rPr>
              <a:t>結果として、モデルの</a:t>
            </a:r>
            <a:r>
              <a:rPr lang="ja-JP" altLang="en-US" sz="2000" b="1" dirty="0">
                <a:latin typeface="Noto Sans JP"/>
              </a:rPr>
              <a:t>表現学習が阻害</a:t>
            </a:r>
            <a:r>
              <a:rPr lang="ja-JP" altLang="en-US" sz="2000" dirty="0">
                <a:latin typeface="Noto Sans JP"/>
              </a:rPr>
              <a:t>される</a:t>
            </a:r>
            <a:endParaRPr kumimoji="1" lang="ja-JP" altLang="en-US" sz="2000" dirty="0"/>
          </a:p>
        </p:txBody>
      </p:sp>
      <p:sp>
        <p:nvSpPr>
          <p:cNvPr id="26" name="テキスト ボックス 25">
            <a:extLst>
              <a:ext uri="{FF2B5EF4-FFF2-40B4-BE49-F238E27FC236}">
                <a16:creationId xmlns:a16="http://schemas.microsoft.com/office/drawing/2014/main" id="{2DD97516-CB1B-7382-C902-6B6E51371275}"/>
              </a:ext>
            </a:extLst>
          </p:cNvPr>
          <p:cNvSpPr txBox="1"/>
          <p:nvPr/>
        </p:nvSpPr>
        <p:spPr>
          <a:xfrm>
            <a:off x="6426746" y="1922737"/>
            <a:ext cx="2723823" cy="430887"/>
          </a:xfrm>
          <a:prstGeom prst="rect">
            <a:avLst/>
          </a:prstGeom>
          <a:noFill/>
        </p:spPr>
        <p:txBody>
          <a:bodyPr wrap="none" rtlCol="0">
            <a:spAutoFit/>
          </a:bodyPr>
          <a:lstStyle/>
          <a:p>
            <a:r>
              <a:rPr kumimoji="1" lang="ja-JP" altLang="en-US" sz="2200" b="1" dirty="0">
                <a:solidFill>
                  <a:srgbClr val="FF0000"/>
                </a:solidFill>
              </a:rPr>
              <a:t>確証バイアスの増幅</a:t>
            </a:r>
          </a:p>
        </p:txBody>
      </p:sp>
      <p:sp>
        <p:nvSpPr>
          <p:cNvPr id="28" name="テキスト ボックス 27">
            <a:extLst>
              <a:ext uri="{FF2B5EF4-FFF2-40B4-BE49-F238E27FC236}">
                <a16:creationId xmlns:a16="http://schemas.microsoft.com/office/drawing/2014/main" id="{30AA8FBC-6F9C-18AC-AA86-DE76F9D81985}"/>
              </a:ext>
            </a:extLst>
          </p:cNvPr>
          <p:cNvSpPr txBox="1"/>
          <p:nvPr/>
        </p:nvSpPr>
        <p:spPr>
          <a:xfrm>
            <a:off x="6262154" y="2539147"/>
            <a:ext cx="4699169" cy="1938992"/>
          </a:xfrm>
          <a:prstGeom prst="rect">
            <a:avLst/>
          </a:prstGeom>
          <a:noFill/>
        </p:spPr>
        <p:txBody>
          <a:bodyPr wrap="square" rtlCol="0">
            <a:spAutoFit/>
          </a:bodyPr>
          <a:lstStyle/>
          <a:p>
            <a:pPr marL="285750" indent="-285750">
              <a:buFont typeface="Arial" panose="020B0604020202020204" pitchFamily="34" charset="0"/>
              <a:buChar char="•"/>
            </a:pPr>
            <a:r>
              <a:rPr lang="ja-JP" altLang="en-US" sz="2000" dirty="0">
                <a:latin typeface="Noto Sans JP"/>
              </a:rPr>
              <a:t>文脈を維持するために疑似ラベルに依存する</a:t>
            </a:r>
            <a:endParaRPr lang="en-US" altLang="ja-JP" sz="2000" dirty="0">
              <a:latin typeface="Noto Sans JP"/>
            </a:endParaRPr>
          </a:p>
          <a:p>
            <a:pPr marL="285750" indent="-285750">
              <a:buFont typeface="Arial" panose="020B0604020202020204" pitchFamily="34" charset="0"/>
              <a:buChar char="•"/>
            </a:pPr>
            <a:r>
              <a:rPr lang="ja-JP" altLang="en-US" sz="2000" dirty="0">
                <a:latin typeface="Noto Sans JP"/>
              </a:rPr>
              <a:t>初期の疑似ラベルを前提としてデータ拡張を行うため，疑似ラベルが誤っていた場合，ノイズが不可逆的に増幅する</a:t>
            </a:r>
          </a:p>
        </p:txBody>
      </p:sp>
      <p:sp>
        <p:nvSpPr>
          <p:cNvPr id="5" name="大かっこ 4">
            <a:extLst>
              <a:ext uri="{FF2B5EF4-FFF2-40B4-BE49-F238E27FC236}">
                <a16:creationId xmlns:a16="http://schemas.microsoft.com/office/drawing/2014/main" id="{F2AE2612-4035-2F70-317B-D91D24785F7B}"/>
              </a:ext>
            </a:extLst>
          </p:cNvPr>
          <p:cNvSpPr/>
          <p:nvPr/>
        </p:nvSpPr>
        <p:spPr>
          <a:xfrm>
            <a:off x="440871" y="1224643"/>
            <a:ext cx="5552932" cy="3963752"/>
          </a:xfrm>
          <a:prstGeom prst="bracketPair">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8" name="大かっこ 7">
            <a:extLst>
              <a:ext uri="{FF2B5EF4-FFF2-40B4-BE49-F238E27FC236}">
                <a16:creationId xmlns:a16="http://schemas.microsoft.com/office/drawing/2014/main" id="{5CABC38F-2B08-F14D-FFC8-025F448EFCA5}"/>
              </a:ext>
            </a:extLst>
          </p:cNvPr>
          <p:cNvSpPr/>
          <p:nvPr/>
        </p:nvSpPr>
        <p:spPr>
          <a:xfrm>
            <a:off x="6223907" y="1224643"/>
            <a:ext cx="5324383" cy="3963752"/>
          </a:xfrm>
          <a:prstGeom prst="bracketPair">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902745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3187AF-53A6-3316-EC1F-7F307167AFCD}"/>
              </a:ext>
            </a:extLst>
          </p:cNvPr>
          <p:cNvSpPr>
            <a:spLocks noGrp="1"/>
          </p:cNvSpPr>
          <p:nvPr>
            <p:ph type="title"/>
          </p:nvPr>
        </p:nvSpPr>
        <p:spPr/>
        <p:txBody>
          <a:bodyPr/>
          <a:lstStyle/>
          <a:p>
            <a:r>
              <a:rPr kumimoji="1" lang="ja-JP" altLang="en-US" dirty="0"/>
              <a:t>本研究の問題設定</a:t>
            </a:r>
          </a:p>
        </p:txBody>
      </p:sp>
      <p:sp>
        <p:nvSpPr>
          <p:cNvPr id="3" name="スライド番号プレースホルダー 2">
            <a:extLst>
              <a:ext uri="{FF2B5EF4-FFF2-40B4-BE49-F238E27FC236}">
                <a16:creationId xmlns:a16="http://schemas.microsoft.com/office/drawing/2014/main" id="{B85F5972-9626-08DA-B543-E0A610967DB0}"/>
              </a:ext>
            </a:extLst>
          </p:cNvPr>
          <p:cNvSpPr>
            <a:spLocks noGrp="1"/>
          </p:cNvSpPr>
          <p:nvPr>
            <p:ph type="sldNum" sz="quarter" idx="12"/>
          </p:nvPr>
        </p:nvSpPr>
        <p:spPr/>
        <p:txBody>
          <a:bodyPr/>
          <a:lstStyle/>
          <a:p>
            <a:fld id="{766CFED1-DF6F-7E4C-BB21-72E6FAF4BC7E}" type="slidenum">
              <a:rPr kumimoji="1" lang="ja-JP" altLang="en-US" smtClean="0"/>
              <a:t>4</a:t>
            </a:fld>
            <a:endParaRPr kumimoji="1" lang="ja-JP" altLang="en-US"/>
          </a:p>
        </p:txBody>
      </p:sp>
      <p:sp>
        <p:nvSpPr>
          <p:cNvPr id="7" name="Text 3">
            <a:extLst>
              <a:ext uri="{FF2B5EF4-FFF2-40B4-BE49-F238E27FC236}">
                <a16:creationId xmlns:a16="http://schemas.microsoft.com/office/drawing/2014/main" id="{F3348926-0FE9-A399-7042-C2D175309576}"/>
              </a:ext>
            </a:extLst>
          </p:cNvPr>
          <p:cNvSpPr/>
          <p:nvPr/>
        </p:nvSpPr>
        <p:spPr>
          <a:xfrm>
            <a:off x="548640" y="1138647"/>
            <a:ext cx="11064240" cy="365760"/>
          </a:xfrm>
          <a:prstGeom prst="rect">
            <a:avLst/>
          </a:prstGeom>
          <a:noFill/>
          <a:ln/>
        </p:spPr>
        <p:txBody>
          <a:bodyPr wrap="square" lIns="0" tIns="0" rIns="0" bIns="0" rtlCol="0" anchor="ctr"/>
          <a:lstStyle/>
          <a:p>
            <a:pPr marL="0" indent="0">
              <a:buNone/>
            </a:pPr>
            <a:r>
              <a:rPr lang="ja-JP" altLang="en-US" sz="2400" b="1" dirty="0">
                <a:ea typeface="Yu Gothic" pitchFamily="34" charset="-122"/>
                <a:cs typeface="Yu Gothic" pitchFamily="34" charset="-120"/>
              </a:rPr>
              <a:t>現実の変数間の関係は、相関係数だけでは正しく捉えきれない</a:t>
            </a:r>
            <a:endParaRPr lang="en-US" altLang="ja-JP" sz="2400" b="1" dirty="0"/>
          </a:p>
        </p:txBody>
      </p:sp>
      <p:sp>
        <p:nvSpPr>
          <p:cNvPr id="9" name="Shape 4">
            <a:extLst>
              <a:ext uri="{FF2B5EF4-FFF2-40B4-BE49-F238E27FC236}">
                <a16:creationId xmlns:a16="http://schemas.microsoft.com/office/drawing/2014/main" id="{030E7663-C61D-E2C0-FE6E-115427E604B9}"/>
              </a:ext>
            </a:extLst>
          </p:cNvPr>
          <p:cNvSpPr/>
          <p:nvPr/>
        </p:nvSpPr>
        <p:spPr>
          <a:xfrm>
            <a:off x="54864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11" name="Text 5">
            <a:extLst>
              <a:ext uri="{FF2B5EF4-FFF2-40B4-BE49-F238E27FC236}">
                <a16:creationId xmlns:a16="http://schemas.microsoft.com/office/drawing/2014/main" id="{CEADEBED-445C-DE66-6919-79CFE9CDC224}"/>
              </a:ext>
            </a:extLst>
          </p:cNvPr>
          <p:cNvSpPr/>
          <p:nvPr/>
        </p:nvSpPr>
        <p:spPr>
          <a:xfrm>
            <a:off x="777240" y="1778727"/>
            <a:ext cx="2971800" cy="365760"/>
          </a:xfrm>
          <a:prstGeom prst="rect">
            <a:avLst/>
          </a:prstGeom>
          <a:noFill/>
          <a:ln/>
        </p:spPr>
        <p:txBody>
          <a:bodyPr wrap="square" lIns="0" tIns="0" rIns="0" bIns="0" rtlCol="0" anchor="ctr"/>
          <a:lstStyle/>
          <a:p>
            <a:pPr marL="0" indent="0">
              <a:buNone/>
            </a:pPr>
            <a:r>
              <a:rPr lang="en-US" altLang="ja-JP" sz="2000" b="1" dirty="0">
                <a:solidFill>
                  <a:srgbClr val="1F2933"/>
                </a:solidFill>
                <a:ea typeface="Yu Gothic" pitchFamily="34" charset="-122"/>
                <a:cs typeface="Yu Gothic" pitchFamily="34" charset="-120"/>
              </a:rPr>
              <a:t>① </a:t>
            </a:r>
            <a:r>
              <a:rPr lang="ja-JP" altLang="en-US" sz="2000" b="1" dirty="0">
                <a:solidFill>
                  <a:srgbClr val="1F2933"/>
                </a:solidFill>
                <a:ea typeface="Yu Gothic" pitchFamily="34" charset="-122"/>
                <a:cs typeface="Yu Gothic" pitchFamily="34" charset="-120"/>
              </a:rPr>
              <a:t>線形な関係</a:t>
            </a:r>
            <a:endParaRPr lang="en-US" altLang="ja-JP" sz="2000" dirty="0"/>
          </a:p>
        </p:txBody>
      </p:sp>
      <p:sp>
        <p:nvSpPr>
          <p:cNvPr id="13" name="Shape 6">
            <a:extLst>
              <a:ext uri="{FF2B5EF4-FFF2-40B4-BE49-F238E27FC236}">
                <a16:creationId xmlns:a16="http://schemas.microsoft.com/office/drawing/2014/main" id="{FAC6ACD9-0225-D77D-4846-12BC32A9DADA}"/>
              </a:ext>
            </a:extLst>
          </p:cNvPr>
          <p:cNvSpPr/>
          <p:nvPr/>
        </p:nvSpPr>
        <p:spPr>
          <a:xfrm>
            <a:off x="868680" y="2235927"/>
            <a:ext cx="0" cy="1143000"/>
          </a:xfrm>
          <a:prstGeom prst="line">
            <a:avLst/>
          </a:prstGeom>
          <a:noFill/>
          <a:ln w="12700">
            <a:solidFill>
              <a:srgbClr val="B7C3CC"/>
            </a:solidFill>
            <a:prstDash val="solid"/>
          </a:ln>
        </p:spPr>
        <p:txBody>
          <a:bodyPr/>
          <a:lstStyle/>
          <a:p>
            <a:endParaRPr lang="ja-JP" altLang="en-US"/>
          </a:p>
        </p:txBody>
      </p:sp>
      <p:sp>
        <p:nvSpPr>
          <p:cNvPr id="15" name="Shape 7">
            <a:extLst>
              <a:ext uri="{FF2B5EF4-FFF2-40B4-BE49-F238E27FC236}">
                <a16:creationId xmlns:a16="http://schemas.microsoft.com/office/drawing/2014/main" id="{0AA9A61F-8DE9-C38F-B67C-9E799A7DEBAA}"/>
              </a:ext>
            </a:extLst>
          </p:cNvPr>
          <p:cNvSpPr/>
          <p:nvPr/>
        </p:nvSpPr>
        <p:spPr>
          <a:xfrm>
            <a:off x="868680" y="3378927"/>
            <a:ext cx="2788920" cy="0"/>
          </a:xfrm>
          <a:prstGeom prst="line">
            <a:avLst/>
          </a:prstGeom>
          <a:noFill/>
          <a:ln w="12700">
            <a:solidFill>
              <a:srgbClr val="B7C3CC"/>
            </a:solidFill>
            <a:prstDash val="solid"/>
          </a:ln>
        </p:spPr>
        <p:txBody>
          <a:bodyPr/>
          <a:lstStyle/>
          <a:p>
            <a:endParaRPr lang="ja-JP" altLang="en-US"/>
          </a:p>
        </p:txBody>
      </p:sp>
      <p:sp>
        <p:nvSpPr>
          <p:cNvPr id="17" name="Shape 8">
            <a:extLst>
              <a:ext uri="{FF2B5EF4-FFF2-40B4-BE49-F238E27FC236}">
                <a16:creationId xmlns:a16="http://schemas.microsoft.com/office/drawing/2014/main" id="{F6C52A1B-D0F7-664E-F007-2629F51849E9}"/>
              </a:ext>
            </a:extLst>
          </p:cNvPr>
          <p:cNvSpPr/>
          <p:nvPr/>
        </p:nvSpPr>
        <p:spPr>
          <a:xfrm>
            <a:off x="2513106" y="2695871"/>
            <a:ext cx="64008" cy="64008"/>
          </a:xfrm>
          <a:prstGeom prst="ellipse">
            <a:avLst/>
          </a:prstGeom>
          <a:solidFill>
            <a:srgbClr val="2B6777"/>
          </a:solidFill>
          <a:ln/>
        </p:spPr>
        <p:txBody>
          <a:bodyPr/>
          <a:lstStyle/>
          <a:p>
            <a:endParaRPr lang="ja-JP" altLang="en-US"/>
          </a:p>
        </p:txBody>
      </p:sp>
      <p:sp>
        <p:nvSpPr>
          <p:cNvPr id="19" name="Shape 9">
            <a:extLst>
              <a:ext uri="{FF2B5EF4-FFF2-40B4-BE49-F238E27FC236}">
                <a16:creationId xmlns:a16="http://schemas.microsoft.com/office/drawing/2014/main" id="{87827EB1-9FC2-00FC-E4AA-DAAC4F2B357A}"/>
              </a:ext>
            </a:extLst>
          </p:cNvPr>
          <p:cNvSpPr/>
          <p:nvPr/>
        </p:nvSpPr>
        <p:spPr>
          <a:xfrm>
            <a:off x="3214135" y="2442082"/>
            <a:ext cx="64008" cy="64008"/>
          </a:xfrm>
          <a:prstGeom prst="ellipse">
            <a:avLst/>
          </a:prstGeom>
          <a:solidFill>
            <a:srgbClr val="2B6777"/>
          </a:solidFill>
          <a:ln/>
        </p:spPr>
        <p:txBody>
          <a:bodyPr/>
          <a:lstStyle/>
          <a:p>
            <a:endParaRPr lang="ja-JP" altLang="en-US"/>
          </a:p>
        </p:txBody>
      </p:sp>
      <p:sp>
        <p:nvSpPr>
          <p:cNvPr id="21" name="Shape 10">
            <a:extLst>
              <a:ext uri="{FF2B5EF4-FFF2-40B4-BE49-F238E27FC236}">
                <a16:creationId xmlns:a16="http://schemas.microsoft.com/office/drawing/2014/main" id="{9DCF29B0-0EA8-BCE8-BF53-575D8B2C1DD0}"/>
              </a:ext>
            </a:extLst>
          </p:cNvPr>
          <p:cNvSpPr/>
          <p:nvPr/>
        </p:nvSpPr>
        <p:spPr>
          <a:xfrm>
            <a:off x="1324218" y="3053650"/>
            <a:ext cx="64008" cy="64008"/>
          </a:xfrm>
          <a:prstGeom prst="ellipse">
            <a:avLst/>
          </a:prstGeom>
          <a:solidFill>
            <a:srgbClr val="2B6777"/>
          </a:solidFill>
          <a:ln/>
        </p:spPr>
        <p:txBody>
          <a:bodyPr/>
          <a:lstStyle/>
          <a:p>
            <a:endParaRPr lang="ja-JP" altLang="en-US"/>
          </a:p>
        </p:txBody>
      </p:sp>
      <p:sp>
        <p:nvSpPr>
          <p:cNvPr id="23" name="Shape 11">
            <a:extLst>
              <a:ext uri="{FF2B5EF4-FFF2-40B4-BE49-F238E27FC236}">
                <a16:creationId xmlns:a16="http://schemas.microsoft.com/office/drawing/2014/main" id="{D66C204E-2AFD-11F2-C978-2D214F06702F}"/>
              </a:ext>
            </a:extLst>
          </p:cNvPr>
          <p:cNvSpPr/>
          <p:nvPr/>
        </p:nvSpPr>
        <p:spPr>
          <a:xfrm>
            <a:off x="1598687" y="2952454"/>
            <a:ext cx="64008" cy="64008"/>
          </a:xfrm>
          <a:prstGeom prst="ellipse">
            <a:avLst/>
          </a:prstGeom>
          <a:solidFill>
            <a:srgbClr val="2B6777"/>
          </a:solidFill>
          <a:ln/>
        </p:spPr>
        <p:txBody>
          <a:bodyPr/>
          <a:lstStyle/>
          <a:p>
            <a:endParaRPr lang="ja-JP" altLang="en-US"/>
          </a:p>
        </p:txBody>
      </p:sp>
      <p:sp>
        <p:nvSpPr>
          <p:cNvPr id="25" name="Shape 12">
            <a:extLst>
              <a:ext uri="{FF2B5EF4-FFF2-40B4-BE49-F238E27FC236}">
                <a16:creationId xmlns:a16="http://schemas.microsoft.com/office/drawing/2014/main" id="{CA3704B4-40F7-1D22-DB5C-AD84626772B2}"/>
              </a:ext>
            </a:extLst>
          </p:cNvPr>
          <p:cNvSpPr/>
          <p:nvPr/>
        </p:nvSpPr>
        <p:spPr>
          <a:xfrm>
            <a:off x="3250416" y="2462372"/>
            <a:ext cx="64008" cy="64008"/>
          </a:xfrm>
          <a:prstGeom prst="ellipse">
            <a:avLst/>
          </a:prstGeom>
          <a:solidFill>
            <a:srgbClr val="2B6777"/>
          </a:solidFill>
          <a:ln/>
        </p:spPr>
        <p:txBody>
          <a:bodyPr/>
          <a:lstStyle/>
          <a:p>
            <a:endParaRPr lang="ja-JP" altLang="en-US"/>
          </a:p>
        </p:txBody>
      </p:sp>
      <p:sp>
        <p:nvSpPr>
          <p:cNvPr id="27" name="Shape 13">
            <a:extLst>
              <a:ext uri="{FF2B5EF4-FFF2-40B4-BE49-F238E27FC236}">
                <a16:creationId xmlns:a16="http://schemas.microsoft.com/office/drawing/2014/main" id="{EF5485DC-FFC1-84DD-1652-81098EE7782D}"/>
              </a:ext>
            </a:extLst>
          </p:cNvPr>
          <p:cNvSpPr/>
          <p:nvPr/>
        </p:nvSpPr>
        <p:spPr>
          <a:xfrm>
            <a:off x="1533693" y="2931522"/>
            <a:ext cx="64008" cy="64008"/>
          </a:xfrm>
          <a:prstGeom prst="ellipse">
            <a:avLst/>
          </a:prstGeom>
          <a:solidFill>
            <a:srgbClr val="2B6777"/>
          </a:solidFill>
          <a:ln/>
        </p:spPr>
        <p:txBody>
          <a:bodyPr/>
          <a:lstStyle/>
          <a:p>
            <a:endParaRPr lang="ja-JP" altLang="en-US"/>
          </a:p>
        </p:txBody>
      </p:sp>
      <p:sp>
        <p:nvSpPr>
          <p:cNvPr id="29" name="Shape 14">
            <a:extLst>
              <a:ext uri="{FF2B5EF4-FFF2-40B4-BE49-F238E27FC236}">
                <a16:creationId xmlns:a16="http://schemas.microsoft.com/office/drawing/2014/main" id="{90E143BF-76A2-C6CF-8845-FDF31F5C0BD4}"/>
              </a:ext>
            </a:extLst>
          </p:cNvPr>
          <p:cNvSpPr/>
          <p:nvPr/>
        </p:nvSpPr>
        <p:spPr>
          <a:xfrm>
            <a:off x="2916478" y="2592839"/>
            <a:ext cx="64008" cy="64008"/>
          </a:xfrm>
          <a:prstGeom prst="ellipse">
            <a:avLst/>
          </a:prstGeom>
          <a:solidFill>
            <a:srgbClr val="2B6777"/>
          </a:solidFill>
          <a:ln/>
        </p:spPr>
        <p:txBody>
          <a:bodyPr/>
          <a:lstStyle/>
          <a:p>
            <a:endParaRPr lang="ja-JP" altLang="en-US"/>
          </a:p>
        </p:txBody>
      </p:sp>
      <p:sp>
        <p:nvSpPr>
          <p:cNvPr id="31" name="Shape 15">
            <a:extLst>
              <a:ext uri="{FF2B5EF4-FFF2-40B4-BE49-F238E27FC236}">
                <a16:creationId xmlns:a16="http://schemas.microsoft.com/office/drawing/2014/main" id="{D0DB5440-7263-D889-5F1E-9BF13004959A}"/>
              </a:ext>
            </a:extLst>
          </p:cNvPr>
          <p:cNvSpPr/>
          <p:nvPr/>
        </p:nvSpPr>
        <p:spPr>
          <a:xfrm>
            <a:off x="1386801" y="3038296"/>
            <a:ext cx="64008" cy="64008"/>
          </a:xfrm>
          <a:prstGeom prst="ellipse">
            <a:avLst/>
          </a:prstGeom>
          <a:solidFill>
            <a:srgbClr val="2B6777"/>
          </a:solidFill>
          <a:ln/>
        </p:spPr>
        <p:txBody>
          <a:bodyPr/>
          <a:lstStyle/>
          <a:p>
            <a:endParaRPr lang="ja-JP" altLang="en-US"/>
          </a:p>
        </p:txBody>
      </p:sp>
      <p:sp>
        <p:nvSpPr>
          <p:cNvPr id="33" name="Shape 16">
            <a:extLst>
              <a:ext uri="{FF2B5EF4-FFF2-40B4-BE49-F238E27FC236}">
                <a16:creationId xmlns:a16="http://schemas.microsoft.com/office/drawing/2014/main" id="{D53E92F7-AB33-DEE9-F7E1-683D6AD2D636}"/>
              </a:ext>
            </a:extLst>
          </p:cNvPr>
          <p:cNvSpPr/>
          <p:nvPr/>
        </p:nvSpPr>
        <p:spPr>
          <a:xfrm>
            <a:off x="2751582" y="2595615"/>
            <a:ext cx="64008" cy="64008"/>
          </a:xfrm>
          <a:prstGeom prst="ellipse">
            <a:avLst/>
          </a:prstGeom>
          <a:solidFill>
            <a:srgbClr val="2B6777"/>
          </a:solidFill>
          <a:ln/>
        </p:spPr>
        <p:txBody>
          <a:bodyPr/>
          <a:lstStyle/>
          <a:p>
            <a:endParaRPr lang="ja-JP" altLang="en-US"/>
          </a:p>
        </p:txBody>
      </p:sp>
      <p:sp>
        <p:nvSpPr>
          <p:cNvPr id="35" name="Shape 17">
            <a:extLst>
              <a:ext uri="{FF2B5EF4-FFF2-40B4-BE49-F238E27FC236}">
                <a16:creationId xmlns:a16="http://schemas.microsoft.com/office/drawing/2014/main" id="{C083815D-A7BE-CA03-2010-A0C1F72C4E7B}"/>
              </a:ext>
            </a:extLst>
          </p:cNvPr>
          <p:cNvSpPr/>
          <p:nvPr/>
        </p:nvSpPr>
        <p:spPr>
          <a:xfrm>
            <a:off x="847394" y="3211100"/>
            <a:ext cx="64008" cy="64008"/>
          </a:xfrm>
          <a:prstGeom prst="ellipse">
            <a:avLst/>
          </a:prstGeom>
          <a:solidFill>
            <a:srgbClr val="2B6777"/>
          </a:solidFill>
          <a:ln/>
        </p:spPr>
        <p:txBody>
          <a:bodyPr/>
          <a:lstStyle/>
          <a:p>
            <a:endParaRPr lang="ja-JP" altLang="en-US"/>
          </a:p>
        </p:txBody>
      </p:sp>
      <p:sp>
        <p:nvSpPr>
          <p:cNvPr id="37" name="Shape 18">
            <a:extLst>
              <a:ext uri="{FF2B5EF4-FFF2-40B4-BE49-F238E27FC236}">
                <a16:creationId xmlns:a16="http://schemas.microsoft.com/office/drawing/2014/main" id="{8A4B08E7-54E6-32C9-3CEE-D1DB2BB85460}"/>
              </a:ext>
            </a:extLst>
          </p:cNvPr>
          <p:cNvSpPr/>
          <p:nvPr/>
        </p:nvSpPr>
        <p:spPr>
          <a:xfrm>
            <a:off x="3171943" y="2554200"/>
            <a:ext cx="64008" cy="64008"/>
          </a:xfrm>
          <a:prstGeom prst="ellipse">
            <a:avLst/>
          </a:prstGeom>
          <a:solidFill>
            <a:srgbClr val="2B6777"/>
          </a:solidFill>
          <a:ln/>
        </p:spPr>
        <p:txBody>
          <a:bodyPr/>
          <a:lstStyle/>
          <a:p>
            <a:endParaRPr lang="ja-JP" altLang="en-US"/>
          </a:p>
        </p:txBody>
      </p:sp>
      <p:sp>
        <p:nvSpPr>
          <p:cNvPr id="39" name="Shape 19">
            <a:extLst>
              <a:ext uri="{FF2B5EF4-FFF2-40B4-BE49-F238E27FC236}">
                <a16:creationId xmlns:a16="http://schemas.microsoft.com/office/drawing/2014/main" id="{65308202-BDBD-4290-AC97-8685CC913BD1}"/>
              </a:ext>
            </a:extLst>
          </p:cNvPr>
          <p:cNvSpPr/>
          <p:nvPr/>
        </p:nvSpPr>
        <p:spPr>
          <a:xfrm>
            <a:off x="2488620" y="2770186"/>
            <a:ext cx="64008" cy="64008"/>
          </a:xfrm>
          <a:prstGeom prst="ellipse">
            <a:avLst/>
          </a:prstGeom>
          <a:solidFill>
            <a:srgbClr val="2B6777"/>
          </a:solidFill>
          <a:ln/>
        </p:spPr>
        <p:txBody>
          <a:bodyPr/>
          <a:lstStyle/>
          <a:p>
            <a:endParaRPr lang="ja-JP" altLang="en-US"/>
          </a:p>
        </p:txBody>
      </p:sp>
      <p:sp>
        <p:nvSpPr>
          <p:cNvPr id="41" name="Shape 20">
            <a:extLst>
              <a:ext uri="{FF2B5EF4-FFF2-40B4-BE49-F238E27FC236}">
                <a16:creationId xmlns:a16="http://schemas.microsoft.com/office/drawing/2014/main" id="{BAF721E4-4CE6-973E-80CB-D8D8C53EF0E8}"/>
              </a:ext>
            </a:extLst>
          </p:cNvPr>
          <p:cNvSpPr/>
          <p:nvPr/>
        </p:nvSpPr>
        <p:spPr>
          <a:xfrm>
            <a:off x="1581195" y="3047987"/>
            <a:ext cx="64008" cy="64008"/>
          </a:xfrm>
          <a:prstGeom prst="ellipse">
            <a:avLst/>
          </a:prstGeom>
          <a:solidFill>
            <a:srgbClr val="2B6777"/>
          </a:solidFill>
          <a:ln/>
        </p:spPr>
        <p:txBody>
          <a:bodyPr/>
          <a:lstStyle/>
          <a:p>
            <a:endParaRPr lang="ja-JP" altLang="en-US"/>
          </a:p>
        </p:txBody>
      </p:sp>
      <p:sp>
        <p:nvSpPr>
          <p:cNvPr id="43" name="Shape 21">
            <a:extLst>
              <a:ext uri="{FF2B5EF4-FFF2-40B4-BE49-F238E27FC236}">
                <a16:creationId xmlns:a16="http://schemas.microsoft.com/office/drawing/2014/main" id="{84F4D359-0F4A-41F0-4E50-3FC1FF19F016}"/>
              </a:ext>
            </a:extLst>
          </p:cNvPr>
          <p:cNvSpPr/>
          <p:nvPr/>
        </p:nvSpPr>
        <p:spPr>
          <a:xfrm>
            <a:off x="1354548" y="3003085"/>
            <a:ext cx="64008" cy="64008"/>
          </a:xfrm>
          <a:prstGeom prst="ellipse">
            <a:avLst/>
          </a:prstGeom>
          <a:solidFill>
            <a:srgbClr val="2B6777"/>
          </a:solidFill>
          <a:ln/>
        </p:spPr>
        <p:txBody>
          <a:bodyPr/>
          <a:lstStyle/>
          <a:p>
            <a:endParaRPr lang="ja-JP" altLang="en-US"/>
          </a:p>
        </p:txBody>
      </p:sp>
      <p:sp>
        <p:nvSpPr>
          <p:cNvPr id="45" name="Shape 22">
            <a:extLst>
              <a:ext uri="{FF2B5EF4-FFF2-40B4-BE49-F238E27FC236}">
                <a16:creationId xmlns:a16="http://schemas.microsoft.com/office/drawing/2014/main" id="{B3B90A0A-CCA7-8B43-3465-615D76D53F40}"/>
              </a:ext>
            </a:extLst>
          </p:cNvPr>
          <p:cNvSpPr/>
          <p:nvPr/>
        </p:nvSpPr>
        <p:spPr>
          <a:xfrm>
            <a:off x="2315740" y="2824741"/>
            <a:ext cx="64008" cy="64008"/>
          </a:xfrm>
          <a:prstGeom prst="ellipse">
            <a:avLst/>
          </a:prstGeom>
          <a:solidFill>
            <a:srgbClr val="2B6777"/>
          </a:solidFill>
          <a:ln/>
        </p:spPr>
        <p:txBody>
          <a:bodyPr/>
          <a:lstStyle/>
          <a:p>
            <a:endParaRPr lang="ja-JP" altLang="en-US"/>
          </a:p>
        </p:txBody>
      </p:sp>
      <p:sp>
        <p:nvSpPr>
          <p:cNvPr id="47" name="Shape 23">
            <a:extLst>
              <a:ext uri="{FF2B5EF4-FFF2-40B4-BE49-F238E27FC236}">
                <a16:creationId xmlns:a16="http://schemas.microsoft.com/office/drawing/2014/main" id="{F93AD925-15A2-6B93-0CB7-8560D80C3E5D}"/>
              </a:ext>
            </a:extLst>
          </p:cNvPr>
          <p:cNvSpPr/>
          <p:nvPr/>
        </p:nvSpPr>
        <p:spPr>
          <a:xfrm>
            <a:off x="1319174" y="3004640"/>
            <a:ext cx="64008" cy="64008"/>
          </a:xfrm>
          <a:prstGeom prst="ellipse">
            <a:avLst/>
          </a:prstGeom>
          <a:solidFill>
            <a:srgbClr val="2B6777"/>
          </a:solidFill>
          <a:ln/>
        </p:spPr>
        <p:txBody>
          <a:bodyPr/>
          <a:lstStyle/>
          <a:p>
            <a:endParaRPr lang="ja-JP" altLang="en-US"/>
          </a:p>
        </p:txBody>
      </p:sp>
      <p:sp>
        <p:nvSpPr>
          <p:cNvPr id="49" name="Shape 24">
            <a:extLst>
              <a:ext uri="{FF2B5EF4-FFF2-40B4-BE49-F238E27FC236}">
                <a16:creationId xmlns:a16="http://schemas.microsoft.com/office/drawing/2014/main" id="{207576F2-67E2-B00A-A221-5A1C2330CE1D}"/>
              </a:ext>
            </a:extLst>
          </p:cNvPr>
          <p:cNvSpPr/>
          <p:nvPr/>
        </p:nvSpPr>
        <p:spPr>
          <a:xfrm>
            <a:off x="2196944" y="2736623"/>
            <a:ext cx="64008" cy="64008"/>
          </a:xfrm>
          <a:prstGeom prst="ellipse">
            <a:avLst/>
          </a:prstGeom>
          <a:solidFill>
            <a:srgbClr val="2B6777"/>
          </a:solidFill>
          <a:ln/>
        </p:spPr>
        <p:txBody>
          <a:bodyPr/>
          <a:lstStyle/>
          <a:p>
            <a:endParaRPr lang="ja-JP" altLang="en-US"/>
          </a:p>
        </p:txBody>
      </p:sp>
      <p:sp>
        <p:nvSpPr>
          <p:cNvPr id="51" name="Shape 25">
            <a:extLst>
              <a:ext uri="{FF2B5EF4-FFF2-40B4-BE49-F238E27FC236}">
                <a16:creationId xmlns:a16="http://schemas.microsoft.com/office/drawing/2014/main" id="{5B984C9F-B969-2057-229F-2C98857E989A}"/>
              </a:ext>
            </a:extLst>
          </p:cNvPr>
          <p:cNvSpPr/>
          <p:nvPr/>
        </p:nvSpPr>
        <p:spPr>
          <a:xfrm>
            <a:off x="1727629" y="2940271"/>
            <a:ext cx="64008" cy="64008"/>
          </a:xfrm>
          <a:prstGeom prst="ellipse">
            <a:avLst/>
          </a:prstGeom>
          <a:solidFill>
            <a:srgbClr val="2B6777"/>
          </a:solidFill>
          <a:ln/>
        </p:spPr>
        <p:txBody>
          <a:bodyPr/>
          <a:lstStyle/>
          <a:p>
            <a:endParaRPr lang="ja-JP" altLang="en-US"/>
          </a:p>
        </p:txBody>
      </p:sp>
      <p:sp>
        <p:nvSpPr>
          <p:cNvPr id="53" name="Shape 26">
            <a:extLst>
              <a:ext uri="{FF2B5EF4-FFF2-40B4-BE49-F238E27FC236}">
                <a16:creationId xmlns:a16="http://schemas.microsoft.com/office/drawing/2014/main" id="{BFB68AF4-A3A7-99F2-6AFC-03907DA5D0AA}"/>
              </a:ext>
            </a:extLst>
          </p:cNvPr>
          <p:cNvSpPr/>
          <p:nvPr/>
        </p:nvSpPr>
        <p:spPr>
          <a:xfrm>
            <a:off x="941091" y="3249026"/>
            <a:ext cx="64008" cy="64008"/>
          </a:xfrm>
          <a:prstGeom prst="ellipse">
            <a:avLst/>
          </a:prstGeom>
          <a:solidFill>
            <a:srgbClr val="2B6777"/>
          </a:solidFill>
          <a:ln/>
        </p:spPr>
        <p:txBody>
          <a:bodyPr/>
          <a:lstStyle/>
          <a:p>
            <a:endParaRPr lang="ja-JP" altLang="en-US"/>
          </a:p>
        </p:txBody>
      </p:sp>
      <p:sp>
        <p:nvSpPr>
          <p:cNvPr id="55" name="Shape 27">
            <a:extLst>
              <a:ext uri="{FF2B5EF4-FFF2-40B4-BE49-F238E27FC236}">
                <a16:creationId xmlns:a16="http://schemas.microsoft.com/office/drawing/2014/main" id="{BF3FEE88-3C4A-5162-61F5-22928D43080D}"/>
              </a:ext>
            </a:extLst>
          </p:cNvPr>
          <p:cNvSpPr/>
          <p:nvPr/>
        </p:nvSpPr>
        <p:spPr>
          <a:xfrm>
            <a:off x="2388988" y="2710777"/>
            <a:ext cx="64008" cy="64008"/>
          </a:xfrm>
          <a:prstGeom prst="ellipse">
            <a:avLst/>
          </a:prstGeom>
          <a:solidFill>
            <a:srgbClr val="2B6777"/>
          </a:solidFill>
          <a:ln/>
        </p:spPr>
        <p:txBody>
          <a:bodyPr/>
          <a:lstStyle/>
          <a:p>
            <a:endParaRPr lang="ja-JP" altLang="en-US"/>
          </a:p>
        </p:txBody>
      </p:sp>
      <p:sp>
        <p:nvSpPr>
          <p:cNvPr id="57" name="Shape 28">
            <a:extLst>
              <a:ext uri="{FF2B5EF4-FFF2-40B4-BE49-F238E27FC236}">
                <a16:creationId xmlns:a16="http://schemas.microsoft.com/office/drawing/2014/main" id="{AF6DF1DB-378F-ACB7-231D-27E3CD234A61}"/>
              </a:ext>
            </a:extLst>
          </p:cNvPr>
          <p:cNvSpPr/>
          <p:nvPr/>
        </p:nvSpPr>
        <p:spPr>
          <a:xfrm>
            <a:off x="1520449" y="2973471"/>
            <a:ext cx="64008" cy="64008"/>
          </a:xfrm>
          <a:prstGeom prst="ellipse">
            <a:avLst/>
          </a:prstGeom>
          <a:solidFill>
            <a:srgbClr val="2B6777"/>
          </a:solidFill>
          <a:ln/>
        </p:spPr>
        <p:txBody>
          <a:bodyPr/>
          <a:lstStyle/>
          <a:p>
            <a:endParaRPr lang="ja-JP" altLang="en-US"/>
          </a:p>
        </p:txBody>
      </p:sp>
      <p:sp>
        <p:nvSpPr>
          <p:cNvPr id="59" name="Shape 29">
            <a:extLst>
              <a:ext uri="{FF2B5EF4-FFF2-40B4-BE49-F238E27FC236}">
                <a16:creationId xmlns:a16="http://schemas.microsoft.com/office/drawing/2014/main" id="{E033BC62-CD79-A6F1-0D7C-6BC9B07665D8}"/>
              </a:ext>
            </a:extLst>
          </p:cNvPr>
          <p:cNvSpPr/>
          <p:nvPr/>
        </p:nvSpPr>
        <p:spPr>
          <a:xfrm>
            <a:off x="1420984" y="3059189"/>
            <a:ext cx="64008" cy="64008"/>
          </a:xfrm>
          <a:prstGeom prst="ellipse">
            <a:avLst/>
          </a:prstGeom>
          <a:solidFill>
            <a:srgbClr val="2B6777"/>
          </a:solidFill>
          <a:ln/>
        </p:spPr>
        <p:txBody>
          <a:bodyPr/>
          <a:lstStyle/>
          <a:p>
            <a:endParaRPr lang="ja-JP" altLang="en-US"/>
          </a:p>
        </p:txBody>
      </p:sp>
      <p:sp>
        <p:nvSpPr>
          <p:cNvPr id="61" name="Shape 30">
            <a:extLst>
              <a:ext uri="{FF2B5EF4-FFF2-40B4-BE49-F238E27FC236}">
                <a16:creationId xmlns:a16="http://schemas.microsoft.com/office/drawing/2014/main" id="{6BC265F3-BD6A-B411-ED57-F9F3A80F2F1C}"/>
              </a:ext>
            </a:extLst>
          </p:cNvPr>
          <p:cNvSpPr/>
          <p:nvPr/>
        </p:nvSpPr>
        <p:spPr>
          <a:xfrm>
            <a:off x="2896632" y="2510736"/>
            <a:ext cx="64008" cy="64008"/>
          </a:xfrm>
          <a:prstGeom prst="ellipse">
            <a:avLst/>
          </a:prstGeom>
          <a:solidFill>
            <a:srgbClr val="2B6777"/>
          </a:solidFill>
          <a:ln/>
        </p:spPr>
        <p:txBody>
          <a:bodyPr/>
          <a:lstStyle/>
          <a:p>
            <a:endParaRPr lang="ja-JP" altLang="en-US"/>
          </a:p>
        </p:txBody>
      </p:sp>
      <p:sp>
        <p:nvSpPr>
          <p:cNvPr id="63" name="Shape 31">
            <a:extLst>
              <a:ext uri="{FF2B5EF4-FFF2-40B4-BE49-F238E27FC236}">
                <a16:creationId xmlns:a16="http://schemas.microsoft.com/office/drawing/2014/main" id="{36F17E3C-B558-3E6A-9774-BB8E429574C4}"/>
              </a:ext>
            </a:extLst>
          </p:cNvPr>
          <p:cNvSpPr/>
          <p:nvPr/>
        </p:nvSpPr>
        <p:spPr>
          <a:xfrm>
            <a:off x="2253437" y="2815812"/>
            <a:ext cx="64008" cy="64008"/>
          </a:xfrm>
          <a:prstGeom prst="ellipse">
            <a:avLst/>
          </a:prstGeom>
          <a:solidFill>
            <a:srgbClr val="2B6777"/>
          </a:solidFill>
          <a:ln/>
        </p:spPr>
        <p:txBody>
          <a:bodyPr/>
          <a:lstStyle/>
          <a:p>
            <a:endParaRPr lang="ja-JP" altLang="en-US"/>
          </a:p>
        </p:txBody>
      </p:sp>
      <p:sp>
        <p:nvSpPr>
          <p:cNvPr id="65" name="Shape 32">
            <a:extLst>
              <a:ext uri="{FF2B5EF4-FFF2-40B4-BE49-F238E27FC236}">
                <a16:creationId xmlns:a16="http://schemas.microsoft.com/office/drawing/2014/main" id="{3414E99C-065E-50C1-CF81-6BDD772A2CED}"/>
              </a:ext>
            </a:extLst>
          </p:cNvPr>
          <p:cNvSpPr/>
          <p:nvPr/>
        </p:nvSpPr>
        <p:spPr>
          <a:xfrm>
            <a:off x="1629307" y="2996004"/>
            <a:ext cx="64008" cy="64008"/>
          </a:xfrm>
          <a:prstGeom prst="ellipse">
            <a:avLst/>
          </a:prstGeom>
          <a:solidFill>
            <a:srgbClr val="2B6777"/>
          </a:solidFill>
          <a:ln/>
        </p:spPr>
        <p:txBody>
          <a:bodyPr/>
          <a:lstStyle/>
          <a:p>
            <a:endParaRPr lang="ja-JP" altLang="en-US"/>
          </a:p>
        </p:txBody>
      </p:sp>
      <p:sp>
        <p:nvSpPr>
          <p:cNvPr id="67" name="Shape 33">
            <a:extLst>
              <a:ext uri="{FF2B5EF4-FFF2-40B4-BE49-F238E27FC236}">
                <a16:creationId xmlns:a16="http://schemas.microsoft.com/office/drawing/2014/main" id="{53918A35-09BA-6A70-3623-F2E69D453932}"/>
              </a:ext>
            </a:extLst>
          </p:cNvPr>
          <p:cNvSpPr/>
          <p:nvPr/>
        </p:nvSpPr>
        <p:spPr>
          <a:xfrm>
            <a:off x="1044993" y="3119297"/>
            <a:ext cx="64008" cy="64008"/>
          </a:xfrm>
          <a:prstGeom prst="ellipse">
            <a:avLst/>
          </a:prstGeom>
          <a:solidFill>
            <a:srgbClr val="2B6777"/>
          </a:solidFill>
          <a:ln/>
        </p:spPr>
        <p:txBody>
          <a:bodyPr/>
          <a:lstStyle/>
          <a:p>
            <a:endParaRPr lang="ja-JP" altLang="en-US"/>
          </a:p>
        </p:txBody>
      </p:sp>
      <p:sp>
        <p:nvSpPr>
          <p:cNvPr id="69" name="Shape 34">
            <a:extLst>
              <a:ext uri="{FF2B5EF4-FFF2-40B4-BE49-F238E27FC236}">
                <a16:creationId xmlns:a16="http://schemas.microsoft.com/office/drawing/2014/main" id="{4D9490A3-6D20-28EE-FD5F-02C4C79FDB84}"/>
              </a:ext>
            </a:extLst>
          </p:cNvPr>
          <p:cNvSpPr/>
          <p:nvPr/>
        </p:nvSpPr>
        <p:spPr>
          <a:xfrm>
            <a:off x="2735286" y="2587495"/>
            <a:ext cx="64008" cy="64008"/>
          </a:xfrm>
          <a:prstGeom prst="ellipse">
            <a:avLst/>
          </a:prstGeom>
          <a:solidFill>
            <a:srgbClr val="2B6777"/>
          </a:solidFill>
          <a:ln/>
        </p:spPr>
        <p:txBody>
          <a:bodyPr/>
          <a:lstStyle/>
          <a:p>
            <a:endParaRPr lang="ja-JP" altLang="en-US"/>
          </a:p>
        </p:txBody>
      </p:sp>
      <p:sp>
        <p:nvSpPr>
          <p:cNvPr id="71" name="Shape 35">
            <a:extLst>
              <a:ext uri="{FF2B5EF4-FFF2-40B4-BE49-F238E27FC236}">
                <a16:creationId xmlns:a16="http://schemas.microsoft.com/office/drawing/2014/main" id="{71D67263-4300-B786-2A5B-D51796BFD0AD}"/>
              </a:ext>
            </a:extLst>
          </p:cNvPr>
          <p:cNvSpPr/>
          <p:nvPr/>
        </p:nvSpPr>
        <p:spPr>
          <a:xfrm>
            <a:off x="3424347" y="2469700"/>
            <a:ext cx="64008" cy="64008"/>
          </a:xfrm>
          <a:prstGeom prst="ellipse">
            <a:avLst/>
          </a:prstGeom>
          <a:solidFill>
            <a:srgbClr val="2B6777"/>
          </a:solidFill>
          <a:ln/>
        </p:spPr>
        <p:txBody>
          <a:bodyPr/>
          <a:lstStyle/>
          <a:p>
            <a:endParaRPr lang="ja-JP" altLang="en-US"/>
          </a:p>
        </p:txBody>
      </p:sp>
      <p:sp>
        <p:nvSpPr>
          <p:cNvPr id="73" name="Text 36">
            <a:extLst>
              <a:ext uri="{FF2B5EF4-FFF2-40B4-BE49-F238E27FC236}">
                <a16:creationId xmlns:a16="http://schemas.microsoft.com/office/drawing/2014/main" id="{7187536B-F96C-0974-A0F3-8B69F8F5981B}"/>
              </a:ext>
            </a:extLst>
          </p:cNvPr>
          <p:cNvSpPr/>
          <p:nvPr/>
        </p:nvSpPr>
        <p:spPr>
          <a:xfrm>
            <a:off x="777240" y="3516087"/>
            <a:ext cx="2971800" cy="320040"/>
          </a:xfrm>
          <a:prstGeom prst="rect">
            <a:avLst/>
          </a:prstGeom>
          <a:noFill/>
          <a:ln/>
        </p:spPr>
        <p:txBody>
          <a:bodyPr wrap="square" lIns="0" tIns="0" rIns="0" bIns="0" rtlCol="0" anchor="ctr"/>
          <a:lstStyle/>
          <a:p>
            <a:pPr marL="0" indent="0">
              <a:buNone/>
            </a:pPr>
            <a:r>
              <a:rPr lang="ja-JP" altLang="en-US" sz="1600" b="1" dirty="0">
                <a:solidFill>
                  <a:srgbClr val="FF0000"/>
                </a:solidFill>
                <a:ea typeface="Yu Gothic" pitchFamily="34" charset="-122"/>
                <a:cs typeface="Yu Gothic" pitchFamily="34" charset="-120"/>
              </a:rPr>
              <a:t>相関係数</a:t>
            </a:r>
            <a:r>
              <a:rPr lang="en-US" altLang="ja-JP" sz="1600" b="1" dirty="0">
                <a:solidFill>
                  <a:srgbClr val="FF0000"/>
                </a:solidFill>
                <a:ea typeface="Yu Gothic" pitchFamily="34" charset="-122"/>
                <a:cs typeface="Yu Gothic" pitchFamily="34" charset="-120"/>
              </a:rPr>
              <a:t>: </a:t>
            </a:r>
            <a:r>
              <a:rPr lang="en-US" altLang="ja-JP" sz="1600" b="1">
                <a:solidFill>
                  <a:srgbClr val="FF0000"/>
                </a:solidFill>
                <a:ea typeface="Yu Gothic" pitchFamily="34" charset="-122"/>
                <a:cs typeface="Yu Gothic" pitchFamily="34" charset="-120"/>
              </a:rPr>
              <a:t>○ </a:t>
            </a:r>
            <a:r>
              <a:rPr lang="ja-JP" altLang="en-US" sz="1600" b="1" dirty="0">
                <a:solidFill>
                  <a:srgbClr val="FF0000"/>
                </a:solidFill>
                <a:ea typeface="Yu Gothic" pitchFamily="34" charset="-122"/>
                <a:cs typeface="Yu Gothic" pitchFamily="34" charset="-120"/>
              </a:rPr>
              <a:t>検出できる</a:t>
            </a:r>
            <a:endParaRPr lang="en-US" altLang="ja-JP" sz="1600" dirty="0">
              <a:solidFill>
                <a:srgbClr val="FF0000"/>
              </a:solidFill>
            </a:endParaRPr>
          </a:p>
        </p:txBody>
      </p:sp>
      <p:sp>
        <p:nvSpPr>
          <p:cNvPr id="75" name="Shape 37">
            <a:extLst>
              <a:ext uri="{FF2B5EF4-FFF2-40B4-BE49-F238E27FC236}">
                <a16:creationId xmlns:a16="http://schemas.microsoft.com/office/drawing/2014/main" id="{30655C71-1080-9E9E-ACD1-47BDFD02BCD3}"/>
              </a:ext>
            </a:extLst>
          </p:cNvPr>
          <p:cNvSpPr/>
          <p:nvPr/>
        </p:nvSpPr>
        <p:spPr>
          <a:xfrm>
            <a:off x="425196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77" name="Text 38">
            <a:extLst>
              <a:ext uri="{FF2B5EF4-FFF2-40B4-BE49-F238E27FC236}">
                <a16:creationId xmlns:a16="http://schemas.microsoft.com/office/drawing/2014/main" id="{87A933C8-DC9D-CE0D-3638-2D70AF1EA101}"/>
              </a:ext>
            </a:extLst>
          </p:cNvPr>
          <p:cNvSpPr/>
          <p:nvPr/>
        </p:nvSpPr>
        <p:spPr>
          <a:xfrm>
            <a:off x="4480560" y="1778727"/>
            <a:ext cx="2971800" cy="365760"/>
          </a:xfrm>
          <a:prstGeom prst="rect">
            <a:avLst/>
          </a:prstGeom>
          <a:noFill/>
          <a:ln/>
        </p:spPr>
        <p:txBody>
          <a:bodyPr wrap="square" lIns="0" tIns="0" rIns="0" bIns="0" rtlCol="0" anchor="ctr"/>
          <a:lstStyle/>
          <a:p>
            <a:pPr marL="0" indent="0">
              <a:buNone/>
            </a:pPr>
            <a:r>
              <a:rPr lang="en-US" altLang="ja-JP" sz="2000" b="1">
                <a:solidFill>
                  <a:srgbClr val="1F2933"/>
                </a:solidFill>
                <a:ea typeface="Yu Gothic" pitchFamily="34" charset="-122"/>
                <a:cs typeface="Yu Gothic" pitchFamily="34" charset="-120"/>
              </a:rPr>
              <a:t>② </a:t>
            </a:r>
            <a:r>
              <a:rPr lang="ja-JP" altLang="en-US" sz="2000" b="1">
                <a:solidFill>
                  <a:srgbClr val="1F2933"/>
                </a:solidFill>
                <a:ea typeface="Yu Gothic" pitchFamily="34" charset="-122"/>
                <a:cs typeface="Yu Gothic" pitchFamily="34" charset="-120"/>
              </a:rPr>
              <a:t>非線形</a:t>
            </a:r>
            <a:r>
              <a:rPr lang="ja-JP" altLang="en-US" sz="2000" b="1" dirty="0">
                <a:solidFill>
                  <a:srgbClr val="1F2933"/>
                </a:solidFill>
                <a:ea typeface="Yu Gothic" pitchFamily="34" charset="-122"/>
                <a:cs typeface="Yu Gothic" pitchFamily="34" charset="-120"/>
              </a:rPr>
              <a:t>な関係</a:t>
            </a:r>
            <a:endParaRPr lang="en-US" altLang="ja-JP" sz="2000" dirty="0"/>
          </a:p>
        </p:txBody>
      </p:sp>
      <p:sp>
        <p:nvSpPr>
          <p:cNvPr id="79" name="Shape 39">
            <a:extLst>
              <a:ext uri="{FF2B5EF4-FFF2-40B4-BE49-F238E27FC236}">
                <a16:creationId xmlns:a16="http://schemas.microsoft.com/office/drawing/2014/main" id="{DD52092E-0F7E-D055-3117-B8218711B1A0}"/>
              </a:ext>
            </a:extLst>
          </p:cNvPr>
          <p:cNvSpPr/>
          <p:nvPr/>
        </p:nvSpPr>
        <p:spPr>
          <a:xfrm>
            <a:off x="4572000" y="2235927"/>
            <a:ext cx="0" cy="1143000"/>
          </a:xfrm>
          <a:prstGeom prst="line">
            <a:avLst/>
          </a:prstGeom>
          <a:noFill/>
          <a:ln w="12700">
            <a:solidFill>
              <a:srgbClr val="B7C3CC"/>
            </a:solidFill>
            <a:prstDash val="solid"/>
          </a:ln>
        </p:spPr>
        <p:txBody>
          <a:bodyPr/>
          <a:lstStyle/>
          <a:p>
            <a:endParaRPr lang="ja-JP" altLang="en-US"/>
          </a:p>
        </p:txBody>
      </p:sp>
      <p:sp>
        <p:nvSpPr>
          <p:cNvPr id="81" name="Shape 40">
            <a:extLst>
              <a:ext uri="{FF2B5EF4-FFF2-40B4-BE49-F238E27FC236}">
                <a16:creationId xmlns:a16="http://schemas.microsoft.com/office/drawing/2014/main" id="{92221F2E-1A4B-2BF8-B9C3-E2AD033A77D4}"/>
              </a:ext>
            </a:extLst>
          </p:cNvPr>
          <p:cNvSpPr/>
          <p:nvPr/>
        </p:nvSpPr>
        <p:spPr>
          <a:xfrm>
            <a:off x="4572000" y="3378927"/>
            <a:ext cx="2788920" cy="0"/>
          </a:xfrm>
          <a:prstGeom prst="line">
            <a:avLst/>
          </a:prstGeom>
          <a:noFill/>
          <a:ln w="12700">
            <a:solidFill>
              <a:srgbClr val="B7C3CC"/>
            </a:solidFill>
            <a:prstDash val="solid"/>
          </a:ln>
        </p:spPr>
        <p:txBody>
          <a:bodyPr/>
          <a:lstStyle/>
          <a:p>
            <a:endParaRPr lang="ja-JP" altLang="en-US"/>
          </a:p>
        </p:txBody>
      </p:sp>
      <p:sp>
        <p:nvSpPr>
          <p:cNvPr id="83" name="Shape 41">
            <a:extLst>
              <a:ext uri="{FF2B5EF4-FFF2-40B4-BE49-F238E27FC236}">
                <a16:creationId xmlns:a16="http://schemas.microsoft.com/office/drawing/2014/main" id="{1DB29DA8-CF50-8435-FF5E-5BD31846D222}"/>
              </a:ext>
            </a:extLst>
          </p:cNvPr>
          <p:cNvSpPr/>
          <p:nvPr/>
        </p:nvSpPr>
        <p:spPr>
          <a:xfrm>
            <a:off x="7171998" y="2525164"/>
            <a:ext cx="64008" cy="64008"/>
          </a:xfrm>
          <a:prstGeom prst="ellipse">
            <a:avLst/>
          </a:prstGeom>
          <a:solidFill>
            <a:srgbClr val="2B6777"/>
          </a:solidFill>
          <a:ln/>
        </p:spPr>
        <p:txBody>
          <a:bodyPr/>
          <a:lstStyle/>
          <a:p>
            <a:endParaRPr lang="ja-JP" altLang="en-US"/>
          </a:p>
        </p:txBody>
      </p:sp>
      <p:sp>
        <p:nvSpPr>
          <p:cNvPr id="85" name="Shape 42">
            <a:extLst>
              <a:ext uri="{FF2B5EF4-FFF2-40B4-BE49-F238E27FC236}">
                <a16:creationId xmlns:a16="http://schemas.microsoft.com/office/drawing/2014/main" id="{3BD85CDB-A914-95F7-BD94-A07367F15E5F}"/>
              </a:ext>
            </a:extLst>
          </p:cNvPr>
          <p:cNvSpPr/>
          <p:nvPr/>
        </p:nvSpPr>
        <p:spPr>
          <a:xfrm>
            <a:off x="7167980" y="2563536"/>
            <a:ext cx="64008" cy="64008"/>
          </a:xfrm>
          <a:prstGeom prst="ellipse">
            <a:avLst/>
          </a:prstGeom>
          <a:solidFill>
            <a:srgbClr val="2B6777"/>
          </a:solidFill>
          <a:ln/>
        </p:spPr>
        <p:txBody>
          <a:bodyPr/>
          <a:lstStyle/>
          <a:p>
            <a:endParaRPr lang="ja-JP" altLang="en-US"/>
          </a:p>
        </p:txBody>
      </p:sp>
      <p:sp>
        <p:nvSpPr>
          <p:cNvPr id="87" name="Shape 43">
            <a:extLst>
              <a:ext uri="{FF2B5EF4-FFF2-40B4-BE49-F238E27FC236}">
                <a16:creationId xmlns:a16="http://schemas.microsoft.com/office/drawing/2014/main" id="{8B3B0413-F892-E0FE-6479-05C77B86F4EF}"/>
              </a:ext>
            </a:extLst>
          </p:cNvPr>
          <p:cNvSpPr/>
          <p:nvPr/>
        </p:nvSpPr>
        <p:spPr>
          <a:xfrm>
            <a:off x="4849408" y="2743348"/>
            <a:ext cx="64008" cy="64008"/>
          </a:xfrm>
          <a:prstGeom prst="ellipse">
            <a:avLst/>
          </a:prstGeom>
          <a:solidFill>
            <a:srgbClr val="2B6777"/>
          </a:solidFill>
          <a:ln/>
        </p:spPr>
        <p:txBody>
          <a:bodyPr/>
          <a:lstStyle/>
          <a:p>
            <a:endParaRPr lang="ja-JP" altLang="en-US"/>
          </a:p>
        </p:txBody>
      </p:sp>
      <p:sp>
        <p:nvSpPr>
          <p:cNvPr id="89" name="Shape 44">
            <a:extLst>
              <a:ext uri="{FF2B5EF4-FFF2-40B4-BE49-F238E27FC236}">
                <a16:creationId xmlns:a16="http://schemas.microsoft.com/office/drawing/2014/main" id="{52355C5A-4165-1252-6E1F-79ED696E8A81}"/>
              </a:ext>
            </a:extLst>
          </p:cNvPr>
          <p:cNvSpPr/>
          <p:nvPr/>
        </p:nvSpPr>
        <p:spPr>
          <a:xfrm>
            <a:off x="5545250" y="3184558"/>
            <a:ext cx="64008" cy="64008"/>
          </a:xfrm>
          <a:prstGeom prst="ellipse">
            <a:avLst/>
          </a:prstGeom>
          <a:solidFill>
            <a:srgbClr val="2B6777"/>
          </a:solidFill>
          <a:ln/>
        </p:spPr>
        <p:txBody>
          <a:bodyPr/>
          <a:lstStyle/>
          <a:p>
            <a:endParaRPr lang="ja-JP" altLang="en-US"/>
          </a:p>
        </p:txBody>
      </p:sp>
      <p:sp>
        <p:nvSpPr>
          <p:cNvPr id="91" name="Shape 45">
            <a:extLst>
              <a:ext uri="{FF2B5EF4-FFF2-40B4-BE49-F238E27FC236}">
                <a16:creationId xmlns:a16="http://schemas.microsoft.com/office/drawing/2014/main" id="{73102FE3-E8BF-4167-EAAB-575C70933C43}"/>
              </a:ext>
            </a:extLst>
          </p:cNvPr>
          <p:cNvSpPr/>
          <p:nvPr/>
        </p:nvSpPr>
        <p:spPr>
          <a:xfrm>
            <a:off x="6246598" y="3162851"/>
            <a:ext cx="64008" cy="64008"/>
          </a:xfrm>
          <a:prstGeom prst="ellipse">
            <a:avLst/>
          </a:prstGeom>
          <a:solidFill>
            <a:srgbClr val="2B6777"/>
          </a:solidFill>
          <a:ln/>
        </p:spPr>
        <p:txBody>
          <a:bodyPr/>
          <a:lstStyle/>
          <a:p>
            <a:endParaRPr lang="ja-JP" altLang="en-US"/>
          </a:p>
        </p:txBody>
      </p:sp>
      <p:sp>
        <p:nvSpPr>
          <p:cNvPr id="93" name="Shape 46">
            <a:extLst>
              <a:ext uri="{FF2B5EF4-FFF2-40B4-BE49-F238E27FC236}">
                <a16:creationId xmlns:a16="http://schemas.microsoft.com/office/drawing/2014/main" id="{AF5F7281-42DA-256C-3AD2-BC222FC96216}"/>
              </a:ext>
            </a:extLst>
          </p:cNvPr>
          <p:cNvSpPr/>
          <p:nvPr/>
        </p:nvSpPr>
        <p:spPr>
          <a:xfrm>
            <a:off x="4756367" y="2561417"/>
            <a:ext cx="64008" cy="64008"/>
          </a:xfrm>
          <a:prstGeom prst="ellipse">
            <a:avLst/>
          </a:prstGeom>
          <a:solidFill>
            <a:srgbClr val="2B6777"/>
          </a:solidFill>
          <a:ln/>
        </p:spPr>
        <p:txBody>
          <a:bodyPr/>
          <a:lstStyle/>
          <a:p>
            <a:endParaRPr lang="ja-JP" altLang="en-US"/>
          </a:p>
        </p:txBody>
      </p:sp>
      <p:sp>
        <p:nvSpPr>
          <p:cNvPr id="95" name="Shape 47">
            <a:extLst>
              <a:ext uri="{FF2B5EF4-FFF2-40B4-BE49-F238E27FC236}">
                <a16:creationId xmlns:a16="http://schemas.microsoft.com/office/drawing/2014/main" id="{C10B1E63-02EC-FDCB-F57E-F9AFBC1D2E8E}"/>
              </a:ext>
            </a:extLst>
          </p:cNvPr>
          <p:cNvSpPr/>
          <p:nvPr/>
        </p:nvSpPr>
        <p:spPr>
          <a:xfrm>
            <a:off x="7147267" y="2571848"/>
            <a:ext cx="64008" cy="64008"/>
          </a:xfrm>
          <a:prstGeom prst="ellipse">
            <a:avLst/>
          </a:prstGeom>
          <a:solidFill>
            <a:srgbClr val="2B6777"/>
          </a:solidFill>
          <a:ln/>
        </p:spPr>
        <p:txBody>
          <a:bodyPr/>
          <a:lstStyle/>
          <a:p>
            <a:endParaRPr lang="ja-JP" altLang="en-US"/>
          </a:p>
        </p:txBody>
      </p:sp>
      <p:sp>
        <p:nvSpPr>
          <p:cNvPr id="97" name="Shape 48">
            <a:extLst>
              <a:ext uri="{FF2B5EF4-FFF2-40B4-BE49-F238E27FC236}">
                <a16:creationId xmlns:a16="http://schemas.microsoft.com/office/drawing/2014/main" id="{70B51FA6-6505-F195-E7BE-18EFA4FD1C01}"/>
              </a:ext>
            </a:extLst>
          </p:cNvPr>
          <p:cNvSpPr/>
          <p:nvPr/>
        </p:nvSpPr>
        <p:spPr>
          <a:xfrm>
            <a:off x="6510606" y="3132102"/>
            <a:ext cx="64008" cy="64008"/>
          </a:xfrm>
          <a:prstGeom prst="ellipse">
            <a:avLst/>
          </a:prstGeom>
          <a:solidFill>
            <a:srgbClr val="2B6777"/>
          </a:solidFill>
          <a:ln/>
        </p:spPr>
        <p:txBody>
          <a:bodyPr/>
          <a:lstStyle/>
          <a:p>
            <a:endParaRPr lang="ja-JP" altLang="en-US"/>
          </a:p>
        </p:txBody>
      </p:sp>
      <p:sp>
        <p:nvSpPr>
          <p:cNvPr id="99" name="Shape 49">
            <a:extLst>
              <a:ext uri="{FF2B5EF4-FFF2-40B4-BE49-F238E27FC236}">
                <a16:creationId xmlns:a16="http://schemas.microsoft.com/office/drawing/2014/main" id="{C6AF2E70-BB5B-0FE6-D62A-C1CBE084C3D4}"/>
              </a:ext>
            </a:extLst>
          </p:cNvPr>
          <p:cNvSpPr/>
          <p:nvPr/>
        </p:nvSpPr>
        <p:spPr>
          <a:xfrm>
            <a:off x="5991117" y="3217143"/>
            <a:ext cx="64008" cy="64008"/>
          </a:xfrm>
          <a:prstGeom prst="ellipse">
            <a:avLst/>
          </a:prstGeom>
          <a:solidFill>
            <a:srgbClr val="2B6777"/>
          </a:solidFill>
          <a:ln/>
        </p:spPr>
        <p:txBody>
          <a:bodyPr/>
          <a:lstStyle/>
          <a:p>
            <a:endParaRPr lang="ja-JP" altLang="en-US"/>
          </a:p>
        </p:txBody>
      </p:sp>
      <p:sp>
        <p:nvSpPr>
          <p:cNvPr id="101" name="Shape 50">
            <a:extLst>
              <a:ext uri="{FF2B5EF4-FFF2-40B4-BE49-F238E27FC236}">
                <a16:creationId xmlns:a16="http://schemas.microsoft.com/office/drawing/2014/main" id="{DD9D6EEF-E946-9169-B7DC-96855F8B5745}"/>
              </a:ext>
            </a:extLst>
          </p:cNvPr>
          <p:cNvSpPr/>
          <p:nvPr/>
        </p:nvSpPr>
        <p:spPr>
          <a:xfrm>
            <a:off x="4876319" y="2659157"/>
            <a:ext cx="64008" cy="64008"/>
          </a:xfrm>
          <a:prstGeom prst="ellipse">
            <a:avLst/>
          </a:prstGeom>
          <a:solidFill>
            <a:srgbClr val="2B6777"/>
          </a:solidFill>
          <a:ln/>
        </p:spPr>
        <p:txBody>
          <a:bodyPr/>
          <a:lstStyle/>
          <a:p>
            <a:endParaRPr lang="ja-JP" altLang="en-US"/>
          </a:p>
        </p:txBody>
      </p:sp>
      <p:sp>
        <p:nvSpPr>
          <p:cNvPr id="103" name="Shape 51">
            <a:extLst>
              <a:ext uri="{FF2B5EF4-FFF2-40B4-BE49-F238E27FC236}">
                <a16:creationId xmlns:a16="http://schemas.microsoft.com/office/drawing/2014/main" id="{2F473B24-7179-5AB5-2B63-26AD689EB229}"/>
              </a:ext>
            </a:extLst>
          </p:cNvPr>
          <p:cNvSpPr/>
          <p:nvPr/>
        </p:nvSpPr>
        <p:spPr>
          <a:xfrm>
            <a:off x="6109601" y="3193135"/>
            <a:ext cx="64008" cy="64008"/>
          </a:xfrm>
          <a:prstGeom prst="ellipse">
            <a:avLst/>
          </a:prstGeom>
          <a:solidFill>
            <a:srgbClr val="2B6777"/>
          </a:solidFill>
          <a:ln/>
        </p:spPr>
        <p:txBody>
          <a:bodyPr/>
          <a:lstStyle/>
          <a:p>
            <a:endParaRPr lang="ja-JP" altLang="en-US"/>
          </a:p>
        </p:txBody>
      </p:sp>
      <p:sp>
        <p:nvSpPr>
          <p:cNvPr id="105" name="Shape 52">
            <a:extLst>
              <a:ext uri="{FF2B5EF4-FFF2-40B4-BE49-F238E27FC236}">
                <a16:creationId xmlns:a16="http://schemas.microsoft.com/office/drawing/2014/main" id="{0526C959-CB32-1081-3248-C0B6FA3C2497}"/>
              </a:ext>
            </a:extLst>
          </p:cNvPr>
          <p:cNvSpPr/>
          <p:nvPr/>
        </p:nvSpPr>
        <p:spPr>
          <a:xfrm>
            <a:off x="5750360" y="3230180"/>
            <a:ext cx="64008" cy="64008"/>
          </a:xfrm>
          <a:prstGeom prst="ellipse">
            <a:avLst/>
          </a:prstGeom>
          <a:solidFill>
            <a:srgbClr val="2B6777"/>
          </a:solidFill>
          <a:ln/>
        </p:spPr>
        <p:txBody>
          <a:bodyPr/>
          <a:lstStyle/>
          <a:p>
            <a:endParaRPr lang="ja-JP" altLang="en-US"/>
          </a:p>
        </p:txBody>
      </p:sp>
      <p:sp>
        <p:nvSpPr>
          <p:cNvPr id="107" name="Shape 53">
            <a:extLst>
              <a:ext uri="{FF2B5EF4-FFF2-40B4-BE49-F238E27FC236}">
                <a16:creationId xmlns:a16="http://schemas.microsoft.com/office/drawing/2014/main" id="{1E247E54-61FF-7CBE-DA5F-0F15C34C19D2}"/>
              </a:ext>
            </a:extLst>
          </p:cNvPr>
          <p:cNvSpPr/>
          <p:nvPr/>
        </p:nvSpPr>
        <p:spPr>
          <a:xfrm>
            <a:off x="5479756" y="3144828"/>
            <a:ext cx="64008" cy="64008"/>
          </a:xfrm>
          <a:prstGeom prst="ellipse">
            <a:avLst/>
          </a:prstGeom>
          <a:solidFill>
            <a:srgbClr val="2B6777"/>
          </a:solidFill>
          <a:ln/>
        </p:spPr>
        <p:txBody>
          <a:bodyPr/>
          <a:lstStyle/>
          <a:p>
            <a:endParaRPr lang="ja-JP" altLang="en-US"/>
          </a:p>
        </p:txBody>
      </p:sp>
      <p:sp>
        <p:nvSpPr>
          <p:cNvPr id="109" name="Shape 54">
            <a:extLst>
              <a:ext uri="{FF2B5EF4-FFF2-40B4-BE49-F238E27FC236}">
                <a16:creationId xmlns:a16="http://schemas.microsoft.com/office/drawing/2014/main" id="{74AEB88E-27A8-AA34-97C9-325D48E0AB45}"/>
              </a:ext>
            </a:extLst>
          </p:cNvPr>
          <p:cNvSpPr/>
          <p:nvPr/>
        </p:nvSpPr>
        <p:spPr>
          <a:xfrm>
            <a:off x="5440699" y="3111751"/>
            <a:ext cx="64008" cy="64008"/>
          </a:xfrm>
          <a:prstGeom prst="ellipse">
            <a:avLst/>
          </a:prstGeom>
          <a:solidFill>
            <a:srgbClr val="2B6777"/>
          </a:solidFill>
          <a:ln/>
        </p:spPr>
        <p:txBody>
          <a:bodyPr/>
          <a:lstStyle/>
          <a:p>
            <a:endParaRPr lang="ja-JP" altLang="en-US"/>
          </a:p>
        </p:txBody>
      </p:sp>
      <p:sp>
        <p:nvSpPr>
          <p:cNvPr id="111" name="Shape 55">
            <a:extLst>
              <a:ext uri="{FF2B5EF4-FFF2-40B4-BE49-F238E27FC236}">
                <a16:creationId xmlns:a16="http://schemas.microsoft.com/office/drawing/2014/main" id="{5F367090-5C39-12F9-58E7-E571252665FA}"/>
              </a:ext>
            </a:extLst>
          </p:cNvPr>
          <p:cNvSpPr/>
          <p:nvPr/>
        </p:nvSpPr>
        <p:spPr>
          <a:xfrm>
            <a:off x="5363309" y="3103992"/>
            <a:ext cx="64008" cy="64008"/>
          </a:xfrm>
          <a:prstGeom prst="ellipse">
            <a:avLst/>
          </a:prstGeom>
          <a:solidFill>
            <a:srgbClr val="2B6777"/>
          </a:solidFill>
          <a:ln/>
        </p:spPr>
        <p:txBody>
          <a:bodyPr/>
          <a:lstStyle/>
          <a:p>
            <a:endParaRPr lang="ja-JP" altLang="en-US"/>
          </a:p>
        </p:txBody>
      </p:sp>
      <p:sp>
        <p:nvSpPr>
          <p:cNvPr id="113" name="Shape 56">
            <a:extLst>
              <a:ext uri="{FF2B5EF4-FFF2-40B4-BE49-F238E27FC236}">
                <a16:creationId xmlns:a16="http://schemas.microsoft.com/office/drawing/2014/main" id="{7A18EA87-6529-3B35-4448-1E069A582C4C}"/>
              </a:ext>
            </a:extLst>
          </p:cNvPr>
          <p:cNvSpPr/>
          <p:nvPr/>
        </p:nvSpPr>
        <p:spPr>
          <a:xfrm>
            <a:off x="6891406" y="2791793"/>
            <a:ext cx="64008" cy="64008"/>
          </a:xfrm>
          <a:prstGeom prst="ellipse">
            <a:avLst/>
          </a:prstGeom>
          <a:solidFill>
            <a:srgbClr val="2B6777"/>
          </a:solidFill>
          <a:ln/>
        </p:spPr>
        <p:txBody>
          <a:bodyPr/>
          <a:lstStyle/>
          <a:p>
            <a:endParaRPr lang="ja-JP" altLang="en-US"/>
          </a:p>
        </p:txBody>
      </p:sp>
      <p:sp>
        <p:nvSpPr>
          <p:cNvPr id="115" name="Shape 57">
            <a:extLst>
              <a:ext uri="{FF2B5EF4-FFF2-40B4-BE49-F238E27FC236}">
                <a16:creationId xmlns:a16="http://schemas.microsoft.com/office/drawing/2014/main" id="{B821663B-33F2-CCE5-814A-15E547A351FA}"/>
              </a:ext>
            </a:extLst>
          </p:cNvPr>
          <p:cNvSpPr/>
          <p:nvPr/>
        </p:nvSpPr>
        <p:spPr>
          <a:xfrm>
            <a:off x="7312215" y="2295940"/>
            <a:ext cx="64008" cy="64008"/>
          </a:xfrm>
          <a:prstGeom prst="ellipse">
            <a:avLst/>
          </a:prstGeom>
          <a:solidFill>
            <a:srgbClr val="2B6777"/>
          </a:solidFill>
          <a:ln/>
        </p:spPr>
        <p:txBody>
          <a:bodyPr/>
          <a:lstStyle/>
          <a:p>
            <a:endParaRPr lang="ja-JP" altLang="en-US"/>
          </a:p>
        </p:txBody>
      </p:sp>
      <p:sp>
        <p:nvSpPr>
          <p:cNvPr id="117" name="Shape 58">
            <a:extLst>
              <a:ext uri="{FF2B5EF4-FFF2-40B4-BE49-F238E27FC236}">
                <a16:creationId xmlns:a16="http://schemas.microsoft.com/office/drawing/2014/main" id="{89ABEE30-E5F6-87C3-D2F4-DEABEFCE7704}"/>
              </a:ext>
            </a:extLst>
          </p:cNvPr>
          <p:cNvSpPr/>
          <p:nvPr/>
        </p:nvSpPr>
        <p:spPr>
          <a:xfrm>
            <a:off x="5744507" y="3232924"/>
            <a:ext cx="64008" cy="64008"/>
          </a:xfrm>
          <a:prstGeom prst="ellipse">
            <a:avLst/>
          </a:prstGeom>
          <a:solidFill>
            <a:srgbClr val="2B6777"/>
          </a:solidFill>
          <a:ln/>
        </p:spPr>
        <p:txBody>
          <a:bodyPr/>
          <a:lstStyle/>
          <a:p>
            <a:endParaRPr lang="ja-JP" altLang="en-US"/>
          </a:p>
        </p:txBody>
      </p:sp>
      <p:sp>
        <p:nvSpPr>
          <p:cNvPr id="119" name="Shape 59">
            <a:extLst>
              <a:ext uri="{FF2B5EF4-FFF2-40B4-BE49-F238E27FC236}">
                <a16:creationId xmlns:a16="http://schemas.microsoft.com/office/drawing/2014/main" id="{227DC2A8-C455-9723-63F9-D88F28F3546F}"/>
              </a:ext>
            </a:extLst>
          </p:cNvPr>
          <p:cNvSpPr/>
          <p:nvPr/>
        </p:nvSpPr>
        <p:spPr>
          <a:xfrm>
            <a:off x="5365320" y="3144975"/>
            <a:ext cx="64008" cy="64008"/>
          </a:xfrm>
          <a:prstGeom prst="ellipse">
            <a:avLst/>
          </a:prstGeom>
          <a:solidFill>
            <a:srgbClr val="2B6777"/>
          </a:solidFill>
          <a:ln/>
        </p:spPr>
        <p:txBody>
          <a:bodyPr/>
          <a:lstStyle/>
          <a:p>
            <a:endParaRPr lang="ja-JP" altLang="en-US"/>
          </a:p>
        </p:txBody>
      </p:sp>
      <p:sp>
        <p:nvSpPr>
          <p:cNvPr id="121" name="Shape 60">
            <a:extLst>
              <a:ext uri="{FF2B5EF4-FFF2-40B4-BE49-F238E27FC236}">
                <a16:creationId xmlns:a16="http://schemas.microsoft.com/office/drawing/2014/main" id="{2B647854-81E4-E9F9-0B28-95D78207EAD7}"/>
              </a:ext>
            </a:extLst>
          </p:cNvPr>
          <p:cNvSpPr/>
          <p:nvPr/>
        </p:nvSpPr>
        <p:spPr>
          <a:xfrm>
            <a:off x="6483097" y="3131737"/>
            <a:ext cx="64008" cy="64008"/>
          </a:xfrm>
          <a:prstGeom prst="ellipse">
            <a:avLst/>
          </a:prstGeom>
          <a:solidFill>
            <a:srgbClr val="2B6777"/>
          </a:solidFill>
          <a:ln/>
        </p:spPr>
        <p:txBody>
          <a:bodyPr/>
          <a:lstStyle/>
          <a:p>
            <a:endParaRPr lang="ja-JP" altLang="en-US"/>
          </a:p>
        </p:txBody>
      </p:sp>
      <p:sp>
        <p:nvSpPr>
          <p:cNvPr id="123" name="Shape 61">
            <a:extLst>
              <a:ext uri="{FF2B5EF4-FFF2-40B4-BE49-F238E27FC236}">
                <a16:creationId xmlns:a16="http://schemas.microsoft.com/office/drawing/2014/main" id="{B40C26C9-E051-31DF-35BE-3B66FFBCB03D}"/>
              </a:ext>
            </a:extLst>
          </p:cNvPr>
          <p:cNvSpPr/>
          <p:nvPr/>
        </p:nvSpPr>
        <p:spPr>
          <a:xfrm>
            <a:off x="6731927" y="2902684"/>
            <a:ext cx="64008" cy="64008"/>
          </a:xfrm>
          <a:prstGeom prst="ellipse">
            <a:avLst/>
          </a:prstGeom>
          <a:solidFill>
            <a:srgbClr val="2B6777"/>
          </a:solidFill>
          <a:ln/>
        </p:spPr>
        <p:txBody>
          <a:bodyPr/>
          <a:lstStyle/>
          <a:p>
            <a:endParaRPr lang="ja-JP" altLang="en-US"/>
          </a:p>
        </p:txBody>
      </p:sp>
      <p:sp>
        <p:nvSpPr>
          <p:cNvPr id="125" name="Shape 62">
            <a:extLst>
              <a:ext uri="{FF2B5EF4-FFF2-40B4-BE49-F238E27FC236}">
                <a16:creationId xmlns:a16="http://schemas.microsoft.com/office/drawing/2014/main" id="{52DDF342-B1FC-2361-B6AE-B1F3AFB191C0}"/>
              </a:ext>
            </a:extLst>
          </p:cNvPr>
          <p:cNvSpPr/>
          <p:nvPr/>
        </p:nvSpPr>
        <p:spPr>
          <a:xfrm>
            <a:off x="4801154" y="2639227"/>
            <a:ext cx="64008" cy="64008"/>
          </a:xfrm>
          <a:prstGeom prst="ellipse">
            <a:avLst/>
          </a:prstGeom>
          <a:solidFill>
            <a:srgbClr val="2B6777"/>
          </a:solidFill>
          <a:ln/>
        </p:spPr>
        <p:txBody>
          <a:bodyPr/>
          <a:lstStyle/>
          <a:p>
            <a:endParaRPr lang="ja-JP" altLang="en-US"/>
          </a:p>
        </p:txBody>
      </p:sp>
      <p:sp>
        <p:nvSpPr>
          <p:cNvPr id="127" name="Shape 63">
            <a:extLst>
              <a:ext uri="{FF2B5EF4-FFF2-40B4-BE49-F238E27FC236}">
                <a16:creationId xmlns:a16="http://schemas.microsoft.com/office/drawing/2014/main" id="{0B895BD4-2F62-D2B2-F2DF-1AC4D4C78893}"/>
              </a:ext>
            </a:extLst>
          </p:cNvPr>
          <p:cNvSpPr/>
          <p:nvPr/>
        </p:nvSpPr>
        <p:spPr>
          <a:xfrm>
            <a:off x="6832351" y="2909180"/>
            <a:ext cx="64008" cy="64008"/>
          </a:xfrm>
          <a:prstGeom prst="ellipse">
            <a:avLst/>
          </a:prstGeom>
          <a:solidFill>
            <a:srgbClr val="2B6777"/>
          </a:solidFill>
          <a:ln/>
        </p:spPr>
        <p:txBody>
          <a:bodyPr/>
          <a:lstStyle/>
          <a:p>
            <a:endParaRPr lang="ja-JP" altLang="en-US"/>
          </a:p>
        </p:txBody>
      </p:sp>
      <p:sp>
        <p:nvSpPr>
          <p:cNvPr id="129" name="Shape 64">
            <a:extLst>
              <a:ext uri="{FF2B5EF4-FFF2-40B4-BE49-F238E27FC236}">
                <a16:creationId xmlns:a16="http://schemas.microsoft.com/office/drawing/2014/main" id="{3235C267-0CC9-15CE-B8DC-96C5E7C53CED}"/>
              </a:ext>
            </a:extLst>
          </p:cNvPr>
          <p:cNvSpPr/>
          <p:nvPr/>
        </p:nvSpPr>
        <p:spPr>
          <a:xfrm>
            <a:off x="7252908" y="2454373"/>
            <a:ext cx="64008" cy="64008"/>
          </a:xfrm>
          <a:prstGeom prst="ellipse">
            <a:avLst/>
          </a:prstGeom>
          <a:solidFill>
            <a:srgbClr val="2B6777"/>
          </a:solidFill>
          <a:ln/>
        </p:spPr>
        <p:txBody>
          <a:bodyPr/>
          <a:lstStyle/>
          <a:p>
            <a:endParaRPr lang="ja-JP" altLang="en-US"/>
          </a:p>
        </p:txBody>
      </p:sp>
      <p:sp>
        <p:nvSpPr>
          <p:cNvPr id="131" name="Shape 65">
            <a:extLst>
              <a:ext uri="{FF2B5EF4-FFF2-40B4-BE49-F238E27FC236}">
                <a16:creationId xmlns:a16="http://schemas.microsoft.com/office/drawing/2014/main" id="{29B449DE-F6A1-FF0C-E2C3-514AE32C064F}"/>
              </a:ext>
            </a:extLst>
          </p:cNvPr>
          <p:cNvSpPr/>
          <p:nvPr/>
        </p:nvSpPr>
        <p:spPr>
          <a:xfrm>
            <a:off x="6518539" y="3068222"/>
            <a:ext cx="64008" cy="64008"/>
          </a:xfrm>
          <a:prstGeom prst="ellipse">
            <a:avLst/>
          </a:prstGeom>
          <a:solidFill>
            <a:srgbClr val="2B6777"/>
          </a:solidFill>
          <a:ln/>
        </p:spPr>
        <p:txBody>
          <a:bodyPr/>
          <a:lstStyle/>
          <a:p>
            <a:endParaRPr lang="ja-JP" altLang="en-US"/>
          </a:p>
        </p:txBody>
      </p:sp>
      <p:sp>
        <p:nvSpPr>
          <p:cNvPr id="133" name="Shape 66">
            <a:extLst>
              <a:ext uri="{FF2B5EF4-FFF2-40B4-BE49-F238E27FC236}">
                <a16:creationId xmlns:a16="http://schemas.microsoft.com/office/drawing/2014/main" id="{FD80D504-2909-09FC-EACF-6BD5CB1D29C5}"/>
              </a:ext>
            </a:extLst>
          </p:cNvPr>
          <p:cNvSpPr/>
          <p:nvPr/>
        </p:nvSpPr>
        <p:spPr>
          <a:xfrm>
            <a:off x="5162433" y="2978161"/>
            <a:ext cx="64008" cy="64008"/>
          </a:xfrm>
          <a:prstGeom prst="ellipse">
            <a:avLst/>
          </a:prstGeom>
          <a:solidFill>
            <a:srgbClr val="2B6777"/>
          </a:solidFill>
          <a:ln/>
        </p:spPr>
        <p:txBody>
          <a:bodyPr/>
          <a:lstStyle/>
          <a:p>
            <a:endParaRPr lang="ja-JP" altLang="en-US"/>
          </a:p>
        </p:txBody>
      </p:sp>
      <p:sp>
        <p:nvSpPr>
          <p:cNvPr id="135" name="Shape 67">
            <a:extLst>
              <a:ext uri="{FF2B5EF4-FFF2-40B4-BE49-F238E27FC236}">
                <a16:creationId xmlns:a16="http://schemas.microsoft.com/office/drawing/2014/main" id="{DCEDA99C-EF3D-76AC-4DF7-EECF2FFC4CC0}"/>
              </a:ext>
            </a:extLst>
          </p:cNvPr>
          <p:cNvSpPr/>
          <p:nvPr/>
        </p:nvSpPr>
        <p:spPr>
          <a:xfrm>
            <a:off x="4995810" y="2813135"/>
            <a:ext cx="64008" cy="64008"/>
          </a:xfrm>
          <a:prstGeom prst="ellipse">
            <a:avLst/>
          </a:prstGeom>
          <a:solidFill>
            <a:srgbClr val="2B6777"/>
          </a:solidFill>
          <a:ln/>
        </p:spPr>
        <p:txBody>
          <a:bodyPr/>
          <a:lstStyle/>
          <a:p>
            <a:endParaRPr lang="ja-JP" altLang="en-US"/>
          </a:p>
        </p:txBody>
      </p:sp>
      <p:sp>
        <p:nvSpPr>
          <p:cNvPr id="137" name="Shape 68">
            <a:extLst>
              <a:ext uri="{FF2B5EF4-FFF2-40B4-BE49-F238E27FC236}">
                <a16:creationId xmlns:a16="http://schemas.microsoft.com/office/drawing/2014/main" id="{760E4567-A75C-9D90-C3E8-4699BB1C9987}"/>
              </a:ext>
            </a:extLst>
          </p:cNvPr>
          <p:cNvSpPr/>
          <p:nvPr/>
        </p:nvSpPr>
        <p:spPr>
          <a:xfrm>
            <a:off x="5476881" y="3188059"/>
            <a:ext cx="64008" cy="64008"/>
          </a:xfrm>
          <a:prstGeom prst="ellipse">
            <a:avLst/>
          </a:prstGeom>
          <a:solidFill>
            <a:srgbClr val="2B6777"/>
          </a:solidFill>
          <a:ln/>
        </p:spPr>
        <p:txBody>
          <a:bodyPr/>
          <a:lstStyle/>
          <a:p>
            <a:endParaRPr lang="ja-JP" altLang="en-US"/>
          </a:p>
        </p:txBody>
      </p:sp>
      <p:sp>
        <p:nvSpPr>
          <p:cNvPr id="139" name="Text 69">
            <a:extLst>
              <a:ext uri="{FF2B5EF4-FFF2-40B4-BE49-F238E27FC236}">
                <a16:creationId xmlns:a16="http://schemas.microsoft.com/office/drawing/2014/main" id="{EA3F16C6-4DF6-FE4F-70AE-F80B415B10C2}"/>
              </a:ext>
            </a:extLst>
          </p:cNvPr>
          <p:cNvSpPr/>
          <p:nvPr/>
        </p:nvSpPr>
        <p:spPr>
          <a:xfrm>
            <a:off x="4480560" y="3516087"/>
            <a:ext cx="2971800" cy="320040"/>
          </a:xfrm>
          <a:prstGeom prst="rect">
            <a:avLst/>
          </a:prstGeom>
          <a:noFill/>
          <a:ln/>
        </p:spPr>
        <p:txBody>
          <a:bodyPr wrap="square" lIns="0" tIns="0" rIns="0" bIns="0" rtlCol="0" anchor="ctr"/>
          <a:lstStyle/>
          <a:p>
            <a:pPr marL="0" indent="0">
              <a:buNone/>
            </a:pPr>
            <a:r>
              <a:rPr lang="ja-JP" altLang="en-US" sz="1600" b="1" dirty="0">
                <a:solidFill>
                  <a:srgbClr val="0070C0"/>
                </a:solidFill>
                <a:ea typeface="Yu Gothic" pitchFamily="34" charset="-122"/>
                <a:cs typeface="Yu Gothic" pitchFamily="34" charset="-120"/>
              </a:rPr>
              <a:t>相関係数</a:t>
            </a:r>
            <a:r>
              <a:rPr lang="en-US" altLang="ja-JP" sz="1600" b="1" dirty="0">
                <a:solidFill>
                  <a:srgbClr val="0070C0"/>
                </a:solidFill>
                <a:ea typeface="Yu Gothic" pitchFamily="34" charset="-122"/>
                <a:cs typeface="Yu Gothic" pitchFamily="34" charset="-120"/>
              </a:rPr>
              <a:t>: ✕ </a:t>
            </a:r>
            <a:r>
              <a:rPr lang="ja-JP" altLang="en-US" sz="1600" b="1" dirty="0">
                <a:solidFill>
                  <a:srgbClr val="0070C0"/>
                </a:solidFill>
                <a:ea typeface="Yu Gothic" pitchFamily="34" charset="-122"/>
                <a:cs typeface="Yu Gothic" pitchFamily="34" charset="-120"/>
              </a:rPr>
              <a:t>「</a:t>
            </a:r>
            <a:r>
              <a:rPr lang="ja-JP" altLang="en-US" sz="1600" b="1">
                <a:solidFill>
                  <a:srgbClr val="0070C0"/>
                </a:solidFill>
                <a:ea typeface="Yu Gothic" pitchFamily="34" charset="-122"/>
                <a:cs typeface="Yu Gothic" pitchFamily="34" charset="-120"/>
              </a:rPr>
              <a:t>無相関」</a:t>
            </a:r>
            <a:r>
              <a:rPr lang="ja-JP" altLang="en-US" sz="1600" b="1" dirty="0">
                <a:solidFill>
                  <a:srgbClr val="0070C0"/>
                </a:solidFill>
                <a:ea typeface="Yu Gothic" pitchFamily="34" charset="-122"/>
                <a:cs typeface="Yu Gothic" pitchFamily="34" charset="-120"/>
              </a:rPr>
              <a:t>と誤認</a:t>
            </a:r>
            <a:endParaRPr lang="en-US" altLang="ja-JP" sz="1600" dirty="0">
              <a:solidFill>
                <a:srgbClr val="0070C0"/>
              </a:solidFill>
            </a:endParaRPr>
          </a:p>
        </p:txBody>
      </p:sp>
      <p:sp>
        <p:nvSpPr>
          <p:cNvPr id="141" name="Shape 70">
            <a:extLst>
              <a:ext uri="{FF2B5EF4-FFF2-40B4-BE49-F238E27FC236}">
                <a16:creationId xmlns:a16="http://schemas.microsoft.com/office/drawing/2014/main" id="{DEDDE2A2-B804-78C8-4F1B-38A1E5234E71}"/>
              </a:ext>
            </a:extLst>
          </p:cNvPr>
          <p:cNvSpPr/>
          <p:nvPr/>
        </p:nvSpPr>
        <p:spPr>
          <a:xfrm>
            <a:off x="795528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143" name="Text 71">
            <a:extLst>
              <a:ext uri="{FF2B5EF4-FFF2-40B4-BE49-F238E27FC236}">
                <a16:creationId xmlns:a16="http://schemas.microsoft.com/office/drawing/2014/main" id="{CAB7246A-4744-1FAA-E97D-D52CBDF4B548}"/>
              </a:ext>
            </a:extLst>
          </p:cNvPr>
          <p:cNvSpPr/>
          <p:nvPr/>
        </p:nvSpPr>
        <p:spPr>
          <a:xfrm>
            <a:off x="8183880" y="1778727"/>
            <a:ext cx="2971800" cy="365760"/>
          </a:xfrm>
          <a:prstGeom prst="rect">
            <a:avLst/>
          </a:prstGeom>
          <a:noFill/>
          <a:ln/>
        </p:spPr>
        <p:txBody>
          <a:bodyPr wrap="square" lIns="0" tIns="0" rIns="0" bIns="0" rtlCol="0" anchor="ctr"/>
          <a:lstStyle/>
          <a:p>
            <a:pPr marL="0" indent="0">
              <a:buNone/>
            </a:pPr>
            <a:r>
              <a:rPr lang="en-US" altLang="ja-JP" sz="2000" b="1" dirty="0">
                <a:solidFill>
                  <a:srgbClr val="1F2933"/>
                </a:solidFill>
                <a:ea typeface="Yu Gothic" pitchFamily="34" charset="-122"/>
                <a:cs typeface="Yu Gothic" pitchFamily="34" charset="-120"/>
              </a:rPr>
              <a:t>③ </a:t>
            </a:r>
            <a:r>
              <a:rPr lang="ja-JP" altLang="en-US" sz="2000" b="1">
                <a:solidFill>
                  <a:srgbClr val="1F2933"/>
                </a:solidFill>
                <a:ea typeface="Yu Gothic" pitchFamily="34" charset="-122"/>
                <a:cs typeface="Yu Gothic" pitchFamily="34" charset="-120"/>
              </a:rPr>
              <a:t>極端な値でのみ連動</a:t>
            </a:r>
            <a:endParaRPr lang="en-US" altLang="ja-JP" sz="2000" dirty="0"/>
          </a:p>
        </p:txBody>
      </p:sp>
      <p:sp>
        <p:nvSpPr>
          <p:cNvPr id="145" name="Shape 72">
            <a:extLst>
              <a:ext uri="{FF2B5EF4-FFF2-40B4-BE49-F238E27FC236}">
                <a16:creationId xmlns:a16="http://schemas.microsoft.com/office/drawing/2014/main" id="{B58260B5-0F4C-CA0F-AD04-AB77410DA8DC}"/>
              </a:ext>
            </a:extLst>
          </p:cNvPr>
          <p:cNvSpPr/>
          <p:nvPr/>
        </p:nvSpPr>
        <p:spPr>
          <a:xfrm>
            <a:off x="8275320" y="2235927"/>
            <a:ext cx="0" cy="1143000"/>
          </a:xfrm>
          <a:prstGeom prst="line">
            <a:avLst/>
          </a:prstGeom>
          <a:noFill/>
          <a:ln w="12700">
            <a:solidFill>
              <a:srgbClr val="B7C3CC"/>
            </a:solidFill>
            <a:prstDash val="solid"/>
          </a:ln>
        </p:spPr>
        <p:txBody>
          <a:bodyPr/>
          <a:lstStyle/>
          <a:p>
            <a:endParaRPr lang="ja-JP" altLang="en-US"/>
          </a:p>
        </p:txBody>
      </p:sp>
      <p:sp>
        <p:nvSpPr>
          <p:cNvPr id="147" name="Shape 73">
            <a:extLst>
              <a:ext uri="{FF2B5EF4-FFF2-40B4-BE49-F238E27FC236}">
                <a16:creationId xmlns:a16="http://schemas.microsoft.com/office/drawing/2014/main" id="{5F2199D6-0B67-9057-F395-4CADFD7CA272}"/>
              </a:ext>
            </a:extLst>
          </p:cNvPr>
          <p:cNvSpPr/>
          <p:nvPr/>
        </p:nvSpPr>
        <p:spPr>
          <a:xfrm>
            <a:off x="8275320" y="3378927"/>
            <a:ext cx="2788920" cy="0"/>
          </a:xfrm>
          <a:prstGeom prst="line">
            <a:avLst/>
          </a:prstGeom>
          <a:noFill/>
          <a:ln w="12700">
            <a:solidFill>
              <a:srgbClr val="B7C3CC"/>
            </a:solidFill>
            <a:prstDash val="solid"/>
          </a:ln>
        </p:spPr>
        <p:txBody>
          <a:bodyPr/>
          <a:lstStyle/>
          <a:p>
            <a:endParaRPr lang="ja-JP" altLang="en-US"/>
          </a:p>
        </p:txBody>
      </p:sp>
      <p:sp>
        <p:nvSpPr>
          <p:cNvPr id="149" name="Shape 74">
            <a:extLst>
              <a:ext uri="{FF2B5EF4-FFF2-40B4-BE49-F238E27FC236}">
                <a16:creationId xmlns:a16="http://schemas.microsoft.com/office/drawing/2014/main" id="{A8DF8862-8E09-5D98-D7B0-B09E22DC19CB}"/>
              </a:ext>
            </a:extLst>
          </p:cNvPr>
          <p:cNvSpPr/>
          <p:nvPr/>
        </p:nvSpPr>
        <p:spPr>
          <a:xfrm>
            <a:off x="9997277" y="2333220"/>
            <a:ext cx="64008" cy="64008"/>
          </a:xfrm>
          <a:prstGeom prst="ellipse">
            <a:avLst/>
          </a:prstGeom>
          <a:solidFill>
            <a:srgbClr val="2B6777"/>
          </a:solidFill>
          <a:ln/>
        </p:spPr>
        <p:txBody>
          <a:bodyPr/>
          <a:lstStyle/>
          <a:p>
            <a:endParaRPr lang="ja-JP" altLang="en-US"/>
          </a:p>
        </p:txBody>
      </p:sp>
      <p:sp>
        <p:nvSpPr>
          <p:cNvPr id="151" name="Shape 75">
            <a:extLst>
              <a:ext uri="{FF2B5EF4-FFF2-40B4-BE49-F238E27FC236}">
                <a16:creationId xmlns:a16="http://schemas.microsoft.com/office/drawing/2014/main" id="{497262FA-47A9-31B5-4D4F-BCE061079689}"/>
              </a:ext>
            </a:extLst>
          </p:cNvPr>
          <p:cNvSpPr/>
          <p:nvPr/>
        </p:nvSpPr>
        <p:spPr>
          <a:xfrm>
            <a:off x="9153558" y="2441179"/>
            <a:ext cx="64008" cy="64008"/>
          </a:xfrm>
          <a:prstGeom prst="ellipse">
            <a:avLst/>
          </a:prstGeom>
          <a:solidFill>
            <a:srgbClr val="2B6777"/>
          </a:solidFill>
          <a:ln/>
        </p:spPr>
        <p:txBody>
          <a:bodyPr/>
          <a:lstStyle/>
          <a:p>
            <a:endParaRPr lang="ja-JP" altLang="en-US"/>
          </a:p>
        </p:txBody>
      </p:sp>
      <p:sp>
        <p:nvSpPr>
          <p:cNvPr id="153" name="Shape 76">
            <a:extLst>
              <a:ext uri="{FF2B5EF4-FFF2-40B4-BE49-F238E27FC236}">
                <a16:creationId xmlns:a16="http://schemas.microsoft.com/office/drawing/2014/main" id="{CFA11A8B-4960-CCC0-E15C-2D13A9A9AB05}"/>
              </a:ext>
            </a:extLst>
          </p:cNvPr>
          <p:cNvSpPr/>
          <p:nvPr/>
        </p:nvSpPr>
        <p:spPr>
          <a:xfrm>
            <a:off x="9339210" y="3196741"/>
            <a:ext cx="64008" cy="64008"/>
          </a:xfrm>
          <a:prstGeom prst="ellipse">
            <a:avLst/>
          </a:prstGeom>
          <a:solidFill>
            <a:srgbClr val="2B6777"/>
          </a:solidFill>
          <a:ln/>
        </p:spPr>
        <p:txBody>
          <a:bodyPr/>
          <a:lstStyle/>
          <a:p>
            <a:endParaRPr lang="ja-JP" altLang="en-US"/>
          </a:p>
        </p:txBody>
      </p:sp>
      <p:sp>
        <p:nvSpPr>
          <p:cNvPr id="155" name="Shape 77">
            <a:extLst>
              <a:ext uri="{FF2B5EF4-FFF2-40B4-BE49-F238E27FC236}">
                <a16:creationId xmlns:a16="http://schemas.microsoft.com/office/drawing/2014/main" id="{5D7D0253-D59A-990E-1E44-F601848B9514}"/>
              </a:ext>
            </a:extLst>
          </p:cNvPr>
          <p:cNvSpPr/>
          <p:nvPr/>
        </p:nvSpPr>
        <p:spPr>
          <a:xfrm>
            <a:off x="10652112" y="2924344"/>
            <a:ext cx="64008" cy="64008"/>
          </a:xfrm>
          <a:prstGeom prst="ellipse">
            <a:avLst/>
          </a:prstGeom>
          <a:solidFill>
            <a:srgbClr val="2B6777"/>
          </a:solidFill>
          <a:ln/>
        </p:spPr>
        <p:txBody>
          <a:bodyPr/>
          <a:lstStyle/>
          <a:p>
            <a:endParaRPr lang="ja-JP" altLang="en-US"/>
          </a:p>
        </p:txBody>
      </p:sp>
      <p:sp>
        <p:nvSpPr>
          <p:cNvPr id="157" name="Shape 78">
            <a:extLst>
              <a:ext uri="{FF2B5EF4-FFF2-40B4-BE49-F238E27FC236}">
                <a16:creationId xmlns:a16="http://schemas.microsoft.com/office/drawing/2014/main" id="{E0E53822-7B8E-2AB4-160C-FC9BD92C3F46}"/>
              </a:ext>
            </a:extLst>
          </p:cNvPr>
          <p:cNvSpPr/>
          <p:nvPr/>
        </p:nvSpPr>
        <p:spPr>
          <a:xfrm>
            <a:off x="8269884" y="2504049"/>
            <a:ext cx="64008" cy="64008"/>
          </a:xfrm>
          <a:prstGeom prst="ellipse">
            <a:avLst/>
          </a:prstGeom>
          <a:solidFill>
            <a:srgbClr val="2B6777"/>
          </a:solidFill>
          <a:ln/>
        </p:spPr>
        <p:txBody>
          <a:bodyPr/>
          <a:lstStyle/>
          <a:p>
            <a:endParaRPr lang="ja-JP" altLang="en-US"/>
          </a:p>
        </p:txBody>
      </p:sp>
      <p:sp>
        <p:nvSpPr>
          <p:cNvPr id="159" name="Shape 79">
            <a:extLst>
              <a:ext uri="{FF2B5EF4-FFF2-40B4-BE49-F238E27FC236}">
                <a16:creationId xmlns:a16="http://schemas.microsoft.com/office/drawing/2014/main" id="{1E7433A8-039C-3F9E-6802-9DE2F908E761}"/>
              </a:ext>
            </a:extLst>
          </p:cNvPr>
          <p:cNvSpPr/>
          <p:nvPr/>
        </p:nvSpPr>
        <p:spPr>
          <a:xfrm>
            <a:off x="10015016" y="2345743"/>
            <a:ext cx="64008" cy="64008"/>
          </a:xfrm>
          <a:prstGeom prst="ellipse">
            <a:avLst/>
          </a:prstGeom>
          <a:solidFill>
            <a:srgbClr val="2B6777"/>
          </a:solidFill>
          <a:ln/>
        </p:spPr>
        <p:txBody>
          <a:bodyPr/>
          <a:lstStyle/>
          <a:p>
            <a:endParaRPr lang="ja-JP" altLang="en-US"/>
          </a:p>
        </p:txBody>
      </p:sp>
      <p:sp>
        <p:nvSpPr>
          <p:cNvPr id="161" name="Shape 80">
            <a:extLst>
              <a:ext uri="{FF2B5EF4-FFF2-40B4-BE49-F238E27FC236}">
                <a16:creationId xmlns:a16="http://schemas.microsoft.com/office/drawing/2014/main" id="{FDE69EAF-0E87-99A3-FD7E-79A94DCCC0B6}"/>
              </a:ext>
            </a:extLst>
          </p:cNvPr>
          <p:cNvSpPr/>
          <p:nvPr/>
        </p:nvSpPr>
        <p:spPr>
          <a:xfrm>
            <a:off x="10776114" y="3108049"/>
            <a:ext cx="64008" cy="64008"/>
          </a:xfrm>
          <a:prstGeom prst="ellipse">
            <a:avLst/>
          </a:prstGeom>
          <a:solidFill>
            <a:srgbClr val="2B6777"/>
          </a:solidFill>
          <a:ln/>
        </p:spPr>
        <p:txBody>
          <a:bodyPr/>
          <a:lstStyle/>
          <a:p>
            <a:endParaRPr lang="ja-JP" altLang="en-US"/>
          </a:p>
        </p:txBody>
      </p:sp>
      <p:sp>
        <p:nvSpPr>
          <p:cNvPr id="163" name="Shape 81">
            <a:extLst>
              <a:ext uri="{FF2B5EF4-FFF2-40B4-BE49-F238E27FC236}">
                <a16:creationId xmlns:a16="http://schemas.microsoft.com/office/drawing/2014/main" id="{21903B88-79F3-5564-AE43-6BABA244FEB2}"/>
              </a:ext>
            </a:extLst>
          </p:cNvPr>
          <p:cNvSpPr/>
          <p:nvPr/>
        </p:nvSpPr>
        <p:spPr>
          <a:xfrm>
            <a:off x="9927636" y="2787719"/>
            <a:ext cx="64008" cy="64008"/>
          </a:xfrm>
          <a:prstGeom prst="ellipse">
            <a:avLst/>
          </a:prstGeom>
          <a:solidFill>
            <a:srgbClr val="2B6777"/>
          </a:solidFill>
          <a:ln/>
        </p:spPr>
        <p:txBody>
          <a:bodyPr/>
          <a:lstStyle/>
          <a:p>
            <a:endParaRPr lang="ja-JP" altLang="en-US"/>
          </a:p>
        </p:txBody>
      </p:sp>
      <p:sp>
        <p:nvSpPr>
          <p:cNvPr id="165" name="Shape 82">
            <a:extLst>
              <a:ext uri="{FF2B5EF4-FFF2-40B4-BE49-F238E27FC236}">
                <a16:creationId xmlns:a16="http://schemas.microsoft.com/office/drawing/2014/main" id="{EEBD032D-F1FB-732F-2A5C-26D98E657B80}"/>
              </a:ext>
            </a:extLst>
          </p:cNvPr>
          <p:cNvSpPr/>
          <p:nvPr/>
        </p:nvSpPr>
        <p:spPr>
          <a:xfrm>
            <a:off x="8756543" y="3292660"/>
            <a:ext cx="64008" cy="64008"/>
          </a:xfrm>
          <a:prstGeom prst="ellipse">
            <a:avLst/>
          </a:prstGeom>
          <a:solidFill>
            <a:srgbClr val="2B6777"/>
          </a:solidFill>
          <a:ln/>
        </p:spPr>
        <p:txBody>
          <a:bodyPr/>
          <a:lstStyle/>
          <a:p>
            <a:endParaRPr lang="ja-JP" altLang="en-US"/>
          </a:p>
        </p:txBody>
      </p:sp>
      <p:sp>
        <p:nvSpPr>
          <p:cNvPr id="167" name="Shape 83">
            <a:extLst>
              <a:ext uri="{FF2B5EF4-FFF2-40B4-BE49-F238E27FC236}">
                <a16:creationId xmlns:a16="http://schemas.microsoft.com/office/drawing/2014/main" id="{C26F6B7B-960E-1C7F-0410-3849CE9A6E40}"/>
              </a:ext>
            </a:extLst>
          </p:cNvPr>
          <p:cNvSpPr/>
          <p:nvPr/>
        </p:nvSpPr>
        <p:spPr>
          <a:xfrm>
            <a:off x="10211043" y="2537256"/>
            <a:ext cx="64008" cy="64008"/>
          </a:xfrm>
          <a:prstGeom prst="ellipse">
            <a:avLst/>
          </a:prstGeom>
          <a:solidFill>
            <a:srgbClr val="2B6777"/>
          </a:solidFill>
          <a:ln/>
        </p:spPr>
        <p:txBody>
          <a:bodyPr/>
          <a:lstStyle/>
          <a:p>
            <a:endParaRPr lang="ja-JP" altLang="en-US"/>
          </a:p>
        </p:txBody>
      </p:sp>
      <p:sp>
        <p:nvSpPr>
          <p:cNvPr id="169" name="Shape 84">
            <a:extLst>
              <a:ext uri="{FF2B5EF4-FFF2-40B4-BE49-F238E27FC236}">
                <a16:creationId xmlns:a16="http://schemas.microsoft.com/office/drawing/2014/main" id="{2236FA5B-00B9-1B63-DDE5-8C08CC1CF123}"/>
              </a:ext>
            </a:extLst>
          </p:cNvPr>
          <p:cNvSpPr/>
          <p:nvPr/>
        </p:nvSpPr>
        <p:spPr>
          <a:xfrm>
            <a:off x="9056264" y="3032044"/>
            <a:ext cx="64008" cy="64008"/>
          </a:xfrm>
          <a:prstGeom prst="ellipse">
            <a:avLst/>
          </a:prstGeom>
          <a:solidFill>
            <a:srgbClr val="2B6777"/>
          </a:solidFill>
          <a:ln/>
        </p:spPr>
        <p:txBody>
          <a:bodyPr/>
          <a:lstStyle/>
          <a:p>
            <a:endParaRPr lang="ja-JP" altLang="en-US"/>
          </a:p>
        </p:txBody>
      </p:sp>
      <p:sp>
        <p:nvSpPr>
          <p:cNvPr id="171" name="Shape 85">
            <a:extLst>
              <a:ext uri="{FF2B5EF4-FFF2-40B4-BE49-F238E27FC236}">
                <a16:creationId xmlns:a16="http://schemas.microsoft.com/office/drawing/2014/main" id="{87785A19-3045-7C6A-5474-B96AE2CC1B3B}"/>
              </a:ext>
            </a:extLst>
          </p:cNvPr>
          <p:cNvSpPr/>
          <p:nvPr/>
        </p:nvSpPr>
        <p:spPr>
          <a:xfrm>
            <a:off x="9182066" y="3313654"/>
            <a:ext cx="64008" cy="64008"/>
          </a:xfrm>
          <a:prstGeom prst="ellipse">
            <a:avLst/>
          </a:prstGeom>
          <a:solidFill>
            <a:srgbClr val="2B6777"/>
          </a:solidFill>
          <a:ln/>
        </p:spPr>
        <p:txBody>
          <a:bodyPr/>
          <a:lstStyle/>
          <a:p>
            <a:endParaRPr lang="ja-JP" altLang="en-US"/>
          </a:p>
        </p:txBody>
      </p:sp>
      <p:sp>
        <p:nvSpPr>
          <p:cNvPr id="173" name="Shape 86">
            <a:extLst>
              <a:ext uri="{FF2B5EF4-FFF2-40B4-BE49-F238E27FC236}">
                <a16:creationId xmlns:a16="http://schemas.microsoft.com/office/drawing/2014/main" id="{BCF771CF-7F2E-700C-AD1C-B13BF40FB660}"/>
              </a:ext>
            </a:extLst>
          </p:cNvPr>
          <p:cNvSpPr/>
          <p:nvPr/>
        </p:nvSpPr>
        <p:spPr>
          <a:xfrm>
            <a:off x="8859376" y="2211329"/>
            <a:ext cx="64008" cy="64008"/>
          </a:xfrm>
          <a:prstGeom prst="ellipse">
            <a:avLst/>
          </a:prstGeom>
          <a:solidFill>
            <a:srgbClr val="2B6777"/>
          </a:solidFill>
          <a:ln/>
        </p:spPr>
        <p:txBody>
          <a:bodyPr/>
          <a:lstStyle/>
          <a:p>
            <a:endParaRPr lang="ja-JP" altLang="en-US"/>
          </a:p>
        </p:txBody>
      </p:sp>
      <p:sp>
        <p:nvSpPr>
          <p:cNvPr id="175" name="Shape 87">
            <a:extLst>
              <a:ext uri="{FF2B5EF4-FFF2-40B4-BE49-F238E27FC236}">
                <a16:creationId xmlns:a16="http://schemas.microsoft.com/office/drawing/2014/main" id="{916EF12D-69C2-56CC-EEFA-07B19030F41E}"/>
              </a:ext>
            </a:extLst>
          </p:cNvPr>
          <p:cNvSpPr/>
          <p:nvPr/>
        </p:nvSpPr>
        <p:spPr>
          <a:xfrm>
            <a:off x="9839559" y="2216994"/>
            <a:ext cx="64008" cy="64008"/>
          </a:xfrm>
          <a:prstGeom prst="ellipse">
            <a:avLst/>
          </a:prstGeom>
          <a:solidFill>
            <a:srgbClr val="2B6777"/>
          </a:solidFill>
          <a:ln/>
        </p:spPr>
        <p:txBody>
          <a:bodyPr/>
          <a:lstStyle/>
          <a:p>
            <a:endParaRPr lang="ja-JP" altLang="en-US"/>
          </a:p>
        </p:txBody>
      </p:sp>
      <p:sp>
        <p:nvSpPr>
          <p:cNvPr id="177" name="Shape 88">
            <a:extLst>
              <a:ext uri="{FF2B5EF4-FFF2-40B4-BE49-F238E27FC236}">
                <a16:creationId xmlns:a16="http://schemas.microsoft.com/office/drawing/2014/main" id="{E761AFA9-AD26-DDBA-01D2-F2F63A2C5600}"/>
              </a:ext>
            </a:extLst>
          </p:cNvPr>
          <p:cNvSpPr/>
          <p:nvPr/>
        </p:nvSpPr>
        <p:spPr>
          <a:xfrm>
            <a:off x="8700326" y="3151660"/>
            <a:ext cx="64008" cy="64008"/>
          </a:xfrm>
          <a:prstGeom prst="ellipse">
            <a:avLst/>
          </a:prstGeom>
          <a:solidFill>
            <a:srgbClr val="2B6777"/>
          </a:solidFill>
          <a:ln/>
        </p:spPr>
        <p:txBody>
          <a:bodyPr/>
          <a:lstStyle/>
          <a:p>
            <a:endParaRPr lang="ja-JP" altLang="en-US"/>
          </a:p>
        </p:txBody>
      </p:sp>
      <p:sp>
        <p:nvSpPr>
          <p:cNvPr id="179" name="Shape 89">
            <a:extLst>
              <a:ext uri="{FF2B5EF4-FFF2-40B4-BE49-F238E27FC236}">
                <a16:creationId xmlns:a16="http://schemas.microsoft.com/office/drawing/2014/main" id="{5E8C9297-31EB-841F-014B-E9C82DC21EA7}"/>
              </a:ext>
            </a:extLst>
          </p:cNvPr>
          <p:cNvSpPr/>
          <p:nvPr/>
        </p:nvSpPr>
        <p:spPr>
          <a:xfrm>
            <a:off x="9807800" y="3012591"/>
            <a:ext cx="64008" cy="64008"/>
          </a:xfrm>
          <a:prstGeom prst="ellipse">
            <a:avLst/>
          </a:prstGeom>
          <a:solidFill>
            <a:srgbClr val="2B6777"/>
          </a:solidFill>
          <a:ln/>
        </p:spPr>
        <p:txBody>
          <a:bodyPr/>
          <a:lstStyle/>
          <a:p>
            <a:endParaRPr lang="ja-JP" altLang="en-US"/>
          </a:p>
        </p:txBody>
      </p:sp>
      <p:sp>
        <p:nvSpPr>
          <p:cNvPr id="181" name="Shape 90">
            <a:extLst>
              <a:ext uri="{FF2B5EF4-FFF2-40B4-BE49-F238E27FC236}">
                <a16:creationId xmlns:a16="http://schemas.microsoft.com/office/drawing/2014/main" id="{B91BCC0E-7A40-34DC-5599-05D880C0D8EB}"/>
              </a:ext>
            </a:extLst>
          </p:cNvPr>
          <p:cNvSpPr/>
          <p:nvPr/>
        </p:nvSpPr>
        <p:spPr>
          <a:xfrm>
            <a:off x="9343981" y="2850391"/>
            <a:ext cx="64008" cy="64008"/>
          </a:xfrm>
          <a:prstGeom prst="ellipse">
            <a:avLst/>
          </a:prstGeom>
          <a:solidFill>
            <a:srgbClr val="2B6777"/>
          </a:solidFill>
          <a:ln/>
        </p:spPr>
        <p:txBody>
          <a:bodyPr/>
          <a:lstStyle/>
          <a:p>
            <a:endParaRPr lang="ja-JP" altLang="en-US"/>
          </a:p>
        </p:txBody>
      </p:sp>
      <p:sp>
        <p:nvSpPr>
          <p:cNvPr id="183" name="Shape 91">
            <a:extLst>
              <a:ext uri="{FF2B5EF4-FFF2-40B4-BE49-F238E27FC236}">
                <a16:creationId xmlns:a16="http://schemas.microsoft.com/office/drawing/2014/main" id="{0A3135CE-F4E4-950B-7604-E7B856641A35}"/>
              </a:ext>
            </a:extLst>
          </p:cNvPr>
          <p:cNvSpPr/>
          <p:nvPr/>
        </p:nvSpPr>
        <p:spPr>
          <a:xfrm>
            <a:off x="9410076" y="2562669"/>
            <a:ext cx="64008" cy="64008"/>
          </a:xfrm>
          <a:prstGeom prst="ellipse">
            <a:avLst/>
          </a:prstGeom>
          <a:solidFill>
            <a:srgbClr val="2B6777"/>
          </a:solidFill>
          <a:ln/>
        </p:spPr>
        <p:txBody>
          <a:bodyPr/>
          <a:lstStyle/>
          <a:p>
            <a:endParaRPr lang="ja-JP" altLang="en-US"/>
          </a:p>
        </p:txBody>
      </p:sp>
      <p:sp>
        <p:nvSpPr>
          <p:cNvPr id="185" name="Shape 92">
            <a:extLst>
              <a:ext uri="{FF2B5EF4-FFF2-40B4-BE49-F238E27FC236}">
                <a16:creationId xmlns:a16="http://schemas.microsoft.com/office/drawing/2014/main" id="{08A6DF61-0352-0A73-0B1D-BC20A3B3C51D}"/>
              </a:ext>
            </a:extLst>
          </p:cNvPr>
          <p:cNvSpPr/>
          <p:nvPr/>
        </p:nvSpPr>
        <p:spPr>
          <a:xfrm>
            <a:off x="9354739" y="2962737"/>
            <a:ext cx="64008" cy="64008"/>
          </a:xfrm>
          <a:prstGeom prst="ellipse">
            <a:avLst/>
          </a:prstGeom>
          <a:solidFill>
            <a:srgbClr val="2B6777"/>
          </a:solidFill>
          <a:ln/>
        </p:spPr>
        <p:txBody>
          <a:bodyPr/>
          <a:lstStyle/>
          <a:p>
            <a:endParaRPr lang="ja-JP" altLang="en-US"/>
          </a:p>
        </p:txBody>
      </p:sp>
      <p:sp>
        <p:nvSpPr>
          <p:cNvPr id="187" name="Shape 93">
            <a:extLst>
              <a:ext uri="{FF2B5EF4-FFF2-40B4-BE49-F238E27FC236}">
                <a16:creationId xmlns:a16="http://schemas.microsoft.com/office/drawing/2014/main" id="{09D325FA-0D74-36CD-4094-917C894B625A}"/>
              </a:ext>
            </a:extLst>
          </p:cNvPr>
          <p:cNvSpPr/>
          <p:nvPr/>
        </p:nvSpPr>
        <p:spPr>
          <a:xfrm>
            <a:off x="10741188" y="2972800"/>
            <a:ext cx="64008" cy="64008"/>
          </a:xfrm>
          <a:prstGeom prst="ellipse">
            <a:avLst/>
          </a:prstGeom>
          <a:solidFill>
            <a:srgbClr val="2B6777"/>
          </a:solidFill>
          <a:ln/>
        </p:spPr>
        <p:txBody>
          <a:bodyPr/>
          <a:lstStyle/>
          <a:p>
            <a:endParaRPr lang="ja-JP" altLang="en-US"/>
          </a:p>
        </p:txBody>
      </p:sp>
      <p:sp>
        <p:nvSpPr>
          <p:cNvPr id="189" name="Shape 94">
            <a:extLst>
              <a:ext uri="{FF2B5EF4-FFF2-40B4-BE49-F238E27FC236}">
                <a16:creationId xmlns:a16="http://schemas.microsoft.com/office/drawing/2014/main" id="{EA2DCC43-0B66-9149-BB06-A080F955E7AC}"/>
              </a:ext>
            </a:extLst>
          </p:cNvPr>
          <p:cNvSpPr/>
          <p:nvPr/>
        </p:nvSpPr>
        <p:spPr>
          <a:xfrm>
            <a:off x="9624564" y="2648699"/>
            <a:ext cx="64008" cy="64008"/>
          </a:xfrm>
          <a:prstGeom prst="ellipse">
            <a:avLst/>
          </a:prstGeom>
          <a:solidFill>
            <a:srgbClr val="2B6777"/>
          </a:solidFill>
          <a:ln/>
        </p:spPr>
        <p:txBody>
          <a:bodyPr/>
          <a:lstStyle/>
          <a:p>
            <a:endParaRPr lang="ja-JP" altLang="en-US"/>
          </a:p>
        </p:txBody>
      </p:sp>
      <p:sp>
        <p:nvSpPr>
          <p:cNvPr id="191" name="Shape 95">
            <a:extLst>
              <a:ext uri="{FF2B5EF4-FFF2-40B4-BE49-F238E27FC236}">
                <a16:creationId xmlns:a16="http://schemas.microsoft.com/office/drawing/2014/main" id="{8AE9FDD5-20B9-5F2D-5B9C-B12D669BF418}"/>
              </a:ext>
            </a:extLst>
          </p:cNvPr>
          <p:cNvSpPr/>
          <p:nvPr/>
        </p:nvSpPr>
        <p:spPr>
          <a:xfrm>
            <a:off x="9767076" y="2673355"/>
            <a:ext cx="64008" cy="64008"/>
          </a:xfrm>
          <a:prstGeom prst="ellipse">
            <a:avLst/>
          </a:prstGeom>
          <a:solidFill>
            <a:srgbClr val="2B6777"/>
          </a:solidFill>
          <a:ln/>
        </p:spPr>
        <p:txBody>
          <a:bodyPr/>
          <a:lstStyle/>
          <a:p>
            <a:endParaRPr lang="ja-JP" altLang="en-US"/>
          </a:p>
        </p:txBody>
      </p:sp>
      <p:sp>
        <p:nvSpPr>
          <p:cNvPr id="193" name="Shape 96">
            <a:extLst>
              <a:ext uri="{FF2B5EF4-FFF2-40B4-BE49-F238E27FC236}">
                <a16:creationId xmlns:a16="http://schemas.microsoft.com/office/drawing/2014/main" id="{E0356B09-8653-75DE-E9F3-74E54C25061A}"/>
              </a:ext>
            </a:extLst>
          </p:cNvPr>
          <p:cNvSpPr/>
          <p:nvPr/>
        </p:nvSpPr>
        <p:spPr>
          <a:xfrm>
            <a:off x="10549980" y="2381004"/>
            <a:ext cx="64008" cy="64008"/>
          </a:xfrm>
          <a:prstGeom prst="ellipse">
            <a:avLst/>
          </a:prstGeom>
          <a:solidFill>
            <a:srgbClr val="2B6777"/>
          </a:solidFill>
          <a:ln/>
        </p:spPr>
        <p:txBody>
          <a:bodyPr/>
          <a:lstStyle/>
          <a:p>
            <a:endParaRPr lang="ja-JP" altLang="en-US"/>
          </a:p>
        </p:txBody>
      </p:sp>
      <p:sp>
        <p:nvSpPr>
          <p:cNvPr id="195" name="Shape 97">
            <a:extLst>
              <a:ext uri="{FF2B5EF4-FFF2-40B4-BE49-F238E27FC236}">
                <a16:creationId xmlns:a16="http://schemas.microsoft.com/office/drawing/2014/main" id="{D9C31DD1-B4B7-51D4-2384-8C24988F772B}"/>
              </a:ext>
            </a:extLst>
          </p:cNvPr>
          <p:cNvSpPr/>
          <p:nvPr/>
        </p:nvSpPr>
        <p:spPr>
          <a:xfrm>
            <a:off x="10585328" y="2382102"/>
            <a:ext cx="64008" cy="64008"/>
          </a:xfrm>
          <a:prstGeom prst="ellipse">
            <a:avLst/>
          </a:prstGeom>
          <a:solidFill>
            <a:srgbClr val="2B6777"/>
          </a:solidFill>
          <a:ln/>
        </p:spPr>
        <p:txBody>
          <a:bodyPr/>
          <a:lstStyle/>
          <a:p>
            <a:endParaRPr lang="ja-JP" altLang="en-US"/>
          </a:p>
        </p:txBody>
      </p:sp>
      <p:sp>
        <p:nvSpPr>
          <p:cNvPr id="197" name="Shape 98">
            <a:extLst>
              <a:ext uri="{FF2B5EF4-FFF2-40B4-BE49-F238E27FC236}">
                <a16:creationId xmlns:a16="http://schemas.microsoft.com/office/drawing/2014/main" id="{64C4490B-33B7-E0E2-1ED4-554C62333351}"/>
              </a:ext>
            </a:extLst>
          </p:cNvPr>
          <p:cNvSpPr/>
          <p:nvPr/>
        </p:nvSpPr>
        <p:spPr>
          <a:xfrm>
            <a:off x="10791996" y="2404887"/>
            <a:ext cx="64008" cy="64008"/>
          </a:xfrm>
          <a:prstGeom prst="ellipse">
            <a:avLst/>
          </a:prstGeom>
          <a:solidFill>
            <a:srgbClr val="2B6777"/>
          </a:solidFill>
          <a:ln/>
        </p:spPr>
        <p:txBody>
          <a:bodyPr/>
          <a:lstStyle/>
          <a:p>
            <a:endParaRPr lang="ja-JP" altLang="en-US"/>
          </a:p>
        </p:txBody>
      </p:sp>
      <p:sp>
        <p:nvSpPr>
          <p:cNvPr id="199" name="Shape 99">
            <a:extLst>
              <a:ext uri="{FF2B5EF4-FFF2-40B4-BE49-F238E27FC236}">
                <a16:creationId xmlns:a16="http://schemas.microsoft.com/office/drawing/2014/main" id="{53737FC8-708E-6715-8A4E-96668F02BE50}"/>
              </a:ext>
            </a:extLst>
          </p:cNvPr>
          <p:cNvSpPr/>
          <p:nvPr/>
        </p:nvSpPr>
        <p:spPr>
          <a:xfrm>
            <a:off x="10513109" y="2296509"/>
            <a:ext cx="64008" cy="64008"/>
          </a:xfrm>
          <a:prstGeom prst="ellipse">
            <a:avLst/>
          </a:prstGeom>
          <a:solidFill>
            <a:srgbClr val="2B6777"/>
          </a:solidFill>
          <a:ln/>
        </p:spPr>
        <p:txBody>
          <a:bodyPr/>
          <a:lstStyle/>
          <a:p>
            <a:endParaRPr lang="ja-JP" altLang="en-US"/>
          </a:p>
        </p:txBody>
      </p:sp>
      <p:sp>
        <p:nvSpPr>
          <p:cNvPr id="201" name="Shape 100">
            <a:extLst>
              <a:ext uri="{FF2B5EF4-FFF2-40B4-BE49-F238E27FC236}">
                <a16:creationId xmlns:a16="http://schemas.microsoft.com/office/drawing/2014/main" id="{4DB3BFCE-1937-45C8-6C04-B083FD0BBFFF}"/>
              </a:ext>
            </a:extLst>
          </p:cNvPr>
          <p:cNvSpPr/>
          <p:nvPr/>
        </p:nvSpPr>
        <p:spPr>
          <a:xfrm>
            <a:off x="10593943" y="2426828"/>
            <a:ext cx="64008" cy="64008"/>
          </a:xfrm>
          <a:prstGeom prst="ellipse">
            <a:avLst/>
          </a:prstGeom>
          <a:solidFill>
            <a:srgbClr val="2B6777"/>
          </a:solidFill>
          <a:ln/>
        </p:spPr>
        <p:txBody>
          <a:bodyPr/>
          <a:lstStyle/>
          <a:p>
            <a:endParaRPr lang="ja-JP" altLang="en-US"/>
          </a:p>
        </p:txBody>
      </p:sp>
      <p:sp>
        <p:nvSpPr>
          <p:cNvPr id="203" name="Shape 101">
            <a:extLst>
              <a:ext uri="{FF2B5EF4-FFF2-40B4-BE49-F238E27FC236}">
                <a16:creationId xmlns:a16="http://schemas.microsoft.com/office/drawing/2014/main" id="{24190A98-73A6-1AE3-A7A6-5858347E40AE}"/>
              </a:ext>
            </a:extLst>
          </p:cNvPr>
          <p:cNvSpPr/>
          <p:nvPr/>
        </p:nvSpPr>
        <p:spPr>
          <a:xfrm>
            <a:off x="10593703" y="2445687"/>
            <a:ext cx="64008" cy="64008"/>
          </a:xfrm>
          <a:prstGeom prst="ellipse">
            <a:avLst/>
          </a:prstGeom>
          <a:solidFill>
            <a:srgbClr val="2B6777"/>
          </a:solidFill>
          <a:ln/>
        </p:spPr>
        <p:txBody>
          <a:bodyPr/>
          <a:lstStyle/>
          <a:p>
            <a:endParaRPr lang="ja-JP" altLang="en-US"/>
          </a:p>
        </p:txBody>
      </p:sp>
      <p:sp>
        <p:nvSpPr>
          <p:cNvPr id="205" name="Shape 102">
            <a:extLst>
              <a:ext uri="{FF2B5EF4-FFF2-40B4-BE49-F238E27FC236}">
                <a16:creationId xmlns:a16="http://schemas.microsoft.com/office/drawing/2014/main" id="{297C2E2C-B1B7-FB12-EDA5-47D4CB0630C4}"/>
              </a:ext>
            </a:extLst>
          </p:cNvPr>
          <p:cNvSpPr/>
          <p:nvPr/>
        </p:nvSpPr>
        <p:spPr>
          <a:xfrm>
            <a:off x="10740814" y="2407906"/>
            <a:ext cx="64008" cy="64008"/>
          </a:xfrm>
          <a:prstGeom prst="ellipse">
            <a:avLst/>
          </a:prstGeom>
          <a:solidFill>
            <a:srgbClr val="2B6777"/>
          </a:solidFill>
          <a:ln/>
        </p:spPr>
        <p:txBody>
          <a:bodyPr/>
          <a:lstStyle/>
          <a:p>
            <a:endParaRPr lang="ja-JP" altLang="en-US"/>
          </a:p>
        </p:txBody>
      </p:sp>
      <p:sp>
        <p:nvSpPr>
          <p:cNvPr id="207" name="Shape 103">
            <a:extLst>
              <a:ext uri="{FF2B5EF4-FFF2-40B4-BE49-F238E27FC236}">
                <a16:creationId xmlns:a16="http://schemas.microsoft.com/office/drawing/2014/main" id="{F0C5178E-1C9B-1588-F3C9-8A13D7A9F3BD}"/>
              </a:ext>
            </a:extLst>
          </p:cNvPr>
          <p:cNvSpPr/>
          <p:nvPr/>
        </p:nvSpPr>
        <p:spPr>
          <a:xfrm>
            <a:off x="10687266" y="2368531"/>
            <a:ext cx="64008" cy="64008"/>
          </a:xfrm>
          <a:prstGeom prst="ellipse">
            <a:avLst/>
          </a:prstGeom>
          <a:solidFill>
            <a:srgbClr val="2B6777"/>
          </a:solidFill>
          <a:ln/>
        </p:spPr>
        <p:txBody>
          <a:bodyPr/>
          <a:lstStyle/>
          <a:p>
            <a:endParaRPr lang="ja-JP" altLang="en-US"/>
          </a:p>
        </p:txBody>
      </p:sp>
      <p:sp>
        <p:nvSpPr>
          <p:cNvPr id="209" name="Text 104">
            <a:extLst>
              <a:ext uri="{FF2B5EF4-FFF2-40B4-BE49-F238E27FC236}">
                <a16:creationId xmlns:a16="http://schemas.microsoft.com/office/drawing/2014/main" id="{B24D0AC4-1A8F-58DC-3DD2-904DD0DA79D0}"/>
              </a:ext>
            </a:extLst>
          </p:cNvPr>
          <p:cNvSpPr/>
          <p:nvPr/>
        </p:nvSpPr>
        <p:spPr>
          <a:xfrm>
            <a:off x="8183880" y="3516087"/>
            <a:ext cx="2971800" cy="320040"/>
          </a:xfrm>
          <a:prstGeom prst="rect">
            <a:avLst/>
          </a:prstGeom>
          <a:noFill/>
          <a:ln/>
        </p:spPr>
        <p:txBody>
          <a:bodyPr wrap="square" lIns="0" tIns="0" rIns="0" bIns="0" rtlCol="0" anchor="ctr"/>
          <a:lstStyle/>
          <a:p>
            <a:pPr marL="0" indent="0">
              <a:buNone/>
            </a:pPr>
            <a:r>
              <a:rPr lang="ja-JP" altLang="en-US" sz="1600" b="1" dirty="0">
                <a:solidFill>
                  <a:srgbClr val="0070C0"/>
                </a:solidFill>
                <a:ea typeface="Yu Gothic" pitchFamily="34" charset="-122"/>
                <a:cs typeface="Yu Gothic" pitchFamily="34" charset="-120"/>
              </a:rPr>
              <a:t>相関係数</a:t>
            </a:r>
            <a:r>
              <a:rPr lang="en-US" altLang="ja-JP" sz="1600" b="1" dirty="0">
                <a:solidFill>
                  <a:srgbClr val="0070C0"/>
                </a:solidFill>
                <a:ea typeface="Yu Gothic" pitchFamily="34" charset="-122"/>
                <a:cs typeface="Yu Gothic" pitchFamily="34" charset="-120"/>
              </a:rPr>
              <a:t>: </a:t>
            </a:r>
            <a:r>
              <a:rPr lang="en-US" altLang="ja-JP" sz="1600" b="1">
                <a:solidFill>
                  <a:srgbClr val="0070C0"/>
                </a:solidFill>
                <a:ea typeface="Yu Gothic" pitchFamily="34" charset="-122"/>
                <a:cs typeface="Yu Gothic" pitchFamily="34" charset="-120"/>
              </a:rPr>
              <a:t>✕ </a:t>
            </a:r>
            <a:r>
              <a:rPr lang="ja-JP" altLang="en-US" sz="1600" b="1" dirty="0">
                <a:solidFill>
                  <a:srgbClr val="0070C0"/>
                </a:solidFill>
                <a:ea typeface="Yu Gothic" pitchFamily="34" charset="-122"/>
                <a:cs typeface="Yu Gothic" pitchFamily="34" charset="-120"/>
              </a:rPr>
              <a:t>見逃してしまう</a:t>
            </a:r>
            <a:endParaRPr lang="en-US" altLang="ja-JP" sz="1600" dirty="0">
              <a:solidFill>
                <a:srgbClr val="0070C0"/>
              </a:solidFill>
            </a:endParaRPr>
          </a:p>
        </p:txBody>
      </p:sp>
      <p:sp>
        <p:nvSpPr>
          <p:cNvPr id="211" name="Shape 105">
            <a:extLst>
              <a:ext uri="{FF2B5EF4-FFF2-40B4-BE49-F238E27FC236}">
                <a16:creationId xmlns:a16="http://schemas.microsoft.com/office/drawing/2014/main" id="{E13685EA-85A4-290E-7FFF-4532F2CBA268}"/>
              </a:ext>
            </a:extLst>
          </p:cNvPr>
          <p:cNvSpPr/>
          <p:nvPr/>
        </p:nvSpPr>
        <p:spPr>
          <a:xfrm>
            <a:off x="548640" y="4293326"/>
            <a:ext cx="4754880" cy="1802674"/>
          </a:xfrm>
          <a:prstGeom prst="roundRect">
            <a:avLst>
              <a:gd name="adj" fmla="val 5714"/>
            </a:avLst>
          </a:prstGeom>
          <a:solidFill>
            <a:srgbClr val="FFF6F2"/>
          </a:solidFill>
          <a:ln w="12700">
            <a:solidFill>
              <a:srgbClr val="E0562B"/>
            </a:solidFill>
            <a:prstDash val="solid"/>
          </a:ln>
        </p:spPr>
        <p:txBody>
          <a:bodyPr/>
          <a:lstStyle/>
          <a:p>
            <a:endParaRPr lang="ja-JP" altLang="en-US"/>
          </a:p>
        </p:txBody>
      </p:sp>
      <p:sp>
        <p:nvSpPr>
          <p:cNvPr id="213" name="Text 106">
            <a:extLst>
              <a:ext uri="{FF2B5EF4-FFF2-40B4-BE49-F238E27FC236}">
                <a16:creationId xmlns:a16="http://schemas.microsoft.com/office/drawing/2014/main" id="{F3E15109-8766-2B2C-4273-ED758A362D1E}"/>
              </a:ext>
            </a:extLst>
          </p:cNvPr>
          <p:cNvSpPr/>
          <p:nvPr/>
        </p:nvSpPr>
        <p:spPr>
          <a:xfrm>
            <a:off x="777240" y="4384767"/>
            <a:ext cx="4297680" cy="320040"/>
          </a:xfrm>
          <a:prstGeom prst="rect">
            <a:avLst/>
          </a:prstGeom>
          <a:noFill/>
          <a:ln/>
        </p:spPr>
        <p:txBody>
          <a:bodyPr wrap="square" lIns="0" tIns="0" rIns="0" bIns="0" rtlCol="0" anchor="ctr"/>
          <a:lstStyle/>
          <a:p>
            <a:pPr marL="0" indent="0" algn="ctr">
              <a:buNone/>
            </a:pPr>
            <a:r>
              <a:rPr lang="ja-JP" altLang="en-US" sz="2000" b="1" noProof="0" dirty="0">
                <a:solidFill>
                  <a:srgbClr val="E0562B"/>
                </a:solidFill>
                <a:ea typeface="Yu Gothic" pitchFamily="34" charset="-122"/>
                <a:cs typeface="Yu Gothic" pitchFamily="34" charset="-120"/>
              </a:rPr>
              <a:t>相関係数</a:t>
            </a:r>
            <a:r>
              <a:rPr lang="ja-JP" sz="2000" b="1" noProof="0" dirty="0">
                <a:solidFill>
                  <a:srgbClr val="E0562B"/>
                </a:solidFill>
                <a:ea typeface="Yu Gothic" pitchFamily="34" charset="-122"/>
                <a:cs typeface="Yu Gothic" pitchFamily="34" charset="-120"/>
              </a:rPr>
              <a:t>(</a:t>
            </a:r>
            <a:r>
              <a:rPr lang="ja-JP" altLang="en-US" sz="2000" b="1" dirty="0">
                <a:solidFill>
                  <a:srgbClr val="E0562B"/>
                </a:solidFill>
                <a:ea typeface="Yu Gothic" pitchFamily="34" charset="-122"/>
                <a:cs typeface="Yu Gothic" pitchFamily="34" charset="-120"/>
              </a:rPr>
              <a:t>ピアソン相関</a:t>
            </a:r>
            <a:r>
              <a:rPr lang="ja-JP" sz="2000" b="1" noProof="0" dirty="0">
                <a:solidFill>
                  <a:srgbClr val="E0562B"/>
                </a:solidFill>
                <a:ea typeface="Yu Gothic" pitchFamily="34" charset="-122"/>
                <a:cs typeface="Yu Gothic" pitchFamily="34" charset="-120"/>
              </a:rPr>
              <a:t>)</a:t>
            </a:r>
            <a:r>
              <a:rPr lang="ja-JP" altLang="en-US" sz="2000" b="1" dirty="0">
                <a:solidFill>
                  <a:srgbClr val="E0562B"/>
                </a:solidFill>
                <a:ea typeface="Yu Gothic" pitchFamily="34" charset="-122"/>
                <a:cs typeface="Yu Gothic" pitchFamily="34" charset="-120"/>
              </a:rPr>
              <a:t>の限界</a:t>
            </a:r>
            <a:endParaRPr lang="en-US" altLang="ja-JP" sz="2000" b="1" dirty="0"/>
          </a:p>
        </p:txBody>
      </p:sp>
      <p:sp>
        <p:nvSpPr>
          <p:cNvPr id="217" name="Shape 108">
            <a:extLst>
              <a:ext uri="{FF2B5EF4-FFF2-40B4-BE49-F238E27FC236}">
                <a16:creationId xmlns:a16="http://schemas.microsoft.com/office/drawing/2014/main" id="{7231D107-202A-923A-1BF1-B3F07F39B15F}"/>
              </a:ext>
            </a:extLst>
          </p:cNvPr>
          <p:cNvSpPr/>
          <p:nvPr/>
        </p:nvSpPr>
        <p:spPr>
          <a:xfrm>
            <a:off x="5440680" y="4659087"/>
            <a:ext cx="640080" cy="320040"/>
          </a:xfrm>
          <a:prstGeom prst="rightArrow">
            <a:avLst/>
          </a:prstGeom>
          <a:solidFill>
            <a:srgbClr val="5C6B7A"/>
          </a:solidFill>
          <a:ln/>
        </p:spPr>
        <p:txBody>
          <a:bodyPr/>
          <a:lstStyle/>
          <a:p>
            <a:endParaRPr lang="ja-JP" altLang="en-US"/>
          </a:p>
        </p:txBody>
      </p:sp>
      <p:sp>
        <p:nvSpPr>
          <p:cNvPr id="219" name="Shape 109">
            <a:extLst>
              <a:ext uri="{FF2B5EF4-FFF2-40B4-BE49-F238E27FC236}">
                <a16:creationId xmlns:a16="http://schemas.microsoft.com/office/drawing/2014/main" id="{9E952590-AD1C-99DA-F481-00AC2166688D}"/>
              </a:ext>
            </a:extLst>
          </p:cNvPr>
          <p:cNvSpPr/>
          <p:nvPr/>
        </p:nvSpPr>
        <p:spPr>
          <a:xfrm>
            <a:off x="6217920" y="4293326"/>
            <a:ext cx="5422392" cy="1802674"/>
          </a:xfrm>
          <a:prstGeom prst="roundRect">
            <a:avLst>
              <a:gd name="adj" fmla="val 5714"/>
            </a:avLst>
          </a:prstGeom>
          <a:solidFill>
            <a:srgbClr val="E7F2EC"/>
          </a:solidFill>
          <a:ln w="12700">
            <a:solidFill>
              <a:srgbClr val="2E7D5B"/>
            </a:solidFill>
            <a:prstDash val="solid"/>
          </a:ln>
        </p:spPr>
        <p:txBody>
          <a:bodyPr/>
          <a:lstStyle/>
          <a:p>
            <a:endParaRPr lang="ja-JP" altLang="en-US" dirty="0"/>
          </a:p>
        </p:txBody>
      </p:sp>
      <p:sp>
        <p:nvSpPr>
          <p:cNvPr id="221" name="Text 110">
            <a:extLst>
              <a:ext uri="{FF2B5EF4-FFF2-40B4-BE49-F238E27FC236}">
                <a16:creationId xmlns:a16="http://schemas.microsoft.com/office/drawing/2014/main" id="{14DB4CA5-3BA7-DF79-99EF-9DF27CCDE6D4}"/>
              </a:ext>
            </a:extLst>
          </p:cNvPr>
          <p:cNvSpPr/>
          <p:nvPr/>
        </p:nvSpPr>
        <p:spPr>
          <a:xfrm>
            <a:off x="6446520" y="4384767"/>
            <a:ext cx="4937760" cy="320040"/>
          </a:xfrm>
          <a:prstGeom prst="rect">
            <a:avLst/>
          </a:prstGeom>
          <a:noFill/>
          <a:ln/>
        </p:spPr>
        <p:txBody>
          <a:bodyPr wrap="square" lIns="0" tIns="0" rIns="0" bIns="0" rtlCol="0" anchor="ctr"/>
          <a:lstStyle/>
          <a:p>
            <a:pPr marL="0" indent="0" algn="ctr">
              <a:buNone/>
            </a:pPr>
            <a:r>
              <a:rPr lang="ja-JP" altLang="en-US" sz="2000" b="1" dirty="0">
                <a:solidFill>
                  <a:srgbClr val="2E7D5B"/>
                </a:solidFill>
                <a:ea typeface="Yu Gothic" pitchFamily="34" charset="-122"/>
                <a:cs typeface="Yu Gothic" pitchFamily="34" charset="-120"/>
              </a:rPr>
              <a:t>コピュラで捉えられること</a:t>
            </a:r>
            <a:endParaRPr lang="en-US" altLang="ja-JP" sz="2000" b="1" dirty="0"/>
          </a:p>
        </p:txBody>
      </p:sp>
      <p:sp>
        <p:nvSpPr>
          <p:cNvPr id="229" name="テキスト ボックス 228">
            <a:extLst>
              <a:ext uri="{FF2B5EF4-FFF2-40B4-BE49-F238E27FC236}">
                <a16:creationId xmlns:a16="http://schemas.microsoft.com/office/drawing/2014/main" id="{79C789E6-CD8F-E23C-8913-BDC3FCE2B41F}"/>
              </a:ext>
            </a:extLst>
          </p:cNvPr>
          <p:cNvSpPr txBox="1"/>
          <p:nvPr/>
        </p:nvSpPr>
        <p:spPr>
          <a:xfrm>
            <a:off x="635927" y="4724670"/>
            <a:ext cx="4423891" cy="1200329"/>
          </a:xfrm>
          <a:prstGeom prst="rect">
            <a:avLst/>
          </a:prstGeom>
          <a:noFill/>
        </p:spPr>
        <p:txBody>
          <a:bodyPr wrap="square">
            <a:spAutoFit/>
          </a:bodyPr>
          <a:lstStyle/>
          <a:p>
            <a:pPr marL="0" indent="0">
              <a:buNone/>
            </a:pPr>
            <a:r>
              <a:rPr lang="ja-JP" altLang="ja-JP" noProof="0" dirty="0">
                <a:solidFill>
                  <a:srgbClr val="1F2933"/>
                </a:solidFill>
                <a:ea typeface="Yu Gothic" pitchFamily="34" charset="-122"/>
                <a:cs typeface="Yu Gothic" pitchFamily="34" charset="-120"/>
              </a:rPr>
              <a:t>「線形な関係の強さ」しか測れない指標のため、②</a:t>
            </a:r>
            <a:r>
              <a:rPr lang="ja-JP" altLang="en-US" noProof="0" dirty="0">
                <a:solidFill>
                  <a:srgbClr val="1F2933"/>
                </a:solidFill>
                <a:ea typeface="Yu Gothic" pitchFamily="34" charset="-122"/>
                <a:cs typeface="Yu Gothic" pitchFamily="34" charset="-120"/>
              </a:rPr>
              <a:t>や</a:t>
            </a:r>
            <a:r>
              <a:rPr lang="ja-JP" altLang="ja-JP" noProof="0" dirty="0">
                <a:solidFill>
                  <a:srgbClr val="1F2933"/>
                </a:solidFill>
                <a:ea typeface="Yu Gothic" pitchFamily="34" charset="-122"/>
                <a:cs typeface="Yu Gothic" pitchFamily="34" charset="-120"/>
              </a:rPr>
              <a:t>③のような関係を「関係なし」と見誤り、拡張時に壊してしまう恐れがある</a:t>
            </a:r>
            <a:endParaRPr lang="ja-JP" altLang="ja-JP" noProof="0" dirty="0"/>
          </a:p>
        </p:txBody>
      </p:sp>
      <p:sp>
        <p:nvSpPr>
          <p:cNvPr id="230" name="テキスト ボックス 229">
            <a:extLst>
              <a:ext uri="{FF2B5EF4-FFF2-40B4-BE49-F238E27FC236}">
                <a16:creationId xmlns:a16="http://schemas.microsoft.com/office/drawing/2014/main" id="{2E7230DC-B851-C216-920B-2257660EE100}"/>
              </a:ext>
            </a:extLst>
          </p:cNvPr>
          <p:cNvSpPr txBox="1"/>
          <p:nvPr/>
        </p:nvSpPr>
        <p:spPr>
          <a:xfrm>
            <a:off x="6362645" y="4716358"/>
            <a:ext cx="5130545" cy="1200329"/>
          </a:xfrm>
          <a:prstGeom prst="rect">
            <a:avLst/>
          </a:prstGeom>
          <a:noFill/>
        </p:spPr>
        <p:txBody>
          <a:bodyPr wrap="square" rtlCol="0">
            <a:spAutoFit/>
          </a:bodyPr>
          <a:lstStyle/>
          <a:p>
            <a:r>
              <a:rPr lang="ja-JP" altLang="en-US" dirty="0">
                <a:solidFill>
                  <a:srgbClr val="1F2933"/>
                </a:solidFill>
                <a:ea typeface="Yu Gothic" pitchFamily="34" charset="-122"/>
                <a:cs typeface="Yu Gothic" pitchFamily="34" charset="-120"/>
              </a:rPr>
              <a:t>変数の分布の形に関係なく、</a:t>
            </a:r>
            <a:endParaRPr lang="en-US" altLang="ja-JP" dirty="0">
              <a:solidFill>
                <a:srgbClr val="1F2933"/>
              </a:solidFill>
              <a:ea typeface="Yu Gothic" pitchFamily="34" charset="-122"/>
              <a:cs typeface="Yu Gothic" pitchFamily="34" charset="-120"/>
            </a:endParaRPr>
          </a:p>
          <a:p>
            <a:r>
              <a:rPr lang="ja-JP" altLang="en-US" dirty="0">
                <a:solidFill>
                  <a:srgbClr val="1F2933"/>
                </a:solidFill>
                <a:ea typeface="Yu Gothic" pitchFamily="34" charset="-122"/>
                <a:cs typeface="Yu Gothic" pitchFamily="34" charset="-120"/>
              </a:rPr>
              <a:t>①線形 ②非線形 ③極端な値どうしの連動</a:t>
            </a:r>
            <a:endParaRPr lang="en-US" altLang="ja-JP" dirty="0">
              <a:solidFill>
                <a:srgbClr val="1F2933"/>
              </a:solidFill>
              <a:ea typeface="Yu Gothic" pitchFamily="34" charset="-122"/>
              <a:cs typeface="Yu Gothic" pitchFamily="34" charset="-120"/>
            </a:endParaRPr>
          </a:p>
          <a:p>
            <a:r>
              <a:rPr lang="ja-JP" altLang="en-US" dirty="0">
                <a:solidFill>
                  <a:srgbClr val="1F2933"/>
                </a:solidFill>
                <a:ea typeface="Yu Gothic" pitchFamily="34" charset="-122"/>
                <a:cs typeface="Yu Gothic" pitchFamily="34" charset="-120"/>
              </a:rPr>
              <a:t>まで含めた依存構造を直接捉えられる</a:t>
            </a:r>
            <a:endParaRPr lang="en-US" altLang="ja-JP" dirty="0"/>
          </a:p>
          <a:p>
            <a:endParaRPr kumimoji="1" lang="ja-JP" altLang="en-US" dirty="0"/>
          </a:p>
        </p:txBody>
      </p:sp>
    </p:spTree>
    <p:extLst>
      <p:ext uri="{BB962C8B-B14F-4D97-AF65-F5344CB8AC3E}">
        <p14:creationId xmlns:p14="http://schemas.microsoft.com/office/powerpoint/2010/main" val="4034522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14D1EF-BEB0-79E4-29D3-A187C14C9AA3}"/>
              </a:ext>
            </a:extLst>
          </p:cNvPr>
          <p:cNvSpPr>
            <a:spLocks noGrp="1"/>
          </p:cNvSpPr>
          <p:nvPr>
            <p:ph type="title"/>
          </p:nvPr>
        </p:nvSpPr>
        <p:spPr/>
        <p:txBody>
          <a:bodyPr/>
          <a:lstStyle/>
          <a:p>
            <a:r>
              <a:rPr kumimoji="1" lang="ja-JP" altLang="en-US"/>
              <a:t>コピュラとは</a:t>
            </a:r>
          </a:p>
        </p:txBody>
      </p:sp>
      <p:sp>
        <p:nvSpPr>
          <p:cNvPr id="3" name="スライド番号プレースホルダー 2">
            <a:extLst>
              <a:ext uri="{FF2B5EF4-FFF2-40B4-BE49-F238E27FC236}">
                <a16:creationId xmlns:a16="http://schemas.microsoft.com/office/drawing/2014/main" id="{B06F6B67-E294-9240-84F7-8E47ED6CE47A}"/>
              </a:ext>
            </a:extLst>
          </p:cNvPr>
          <p:cNvSpPr>
            <a:spLocks noGrp="1"/>
          </p:cNvSpPr>
          <p:nvPr>
            <p:ph type="sldNum" sz="quarter" idx="12"/>
          </p:nvPr>
        </p:nvSpPr>
        <p:spPr/>
        <p:txBody>
          <a:bodyPr/>
          <a:lstStyle/>
          <a:p>
            <a:fld id="{766CFED1-DF6F-7E4C-BB21-72E6FAF4BC7E}" type="slidenum">
              <a:rPr kumimoji="1" lang="ja-JP" altLang="en-US" smtClean="0"/>
              <a:t>5</a:t>
            </a:fld>
            <a:endParaRPr kumimoji="1" lang="ja-JP" altLang="en-US"/>
          </a:p>
        </p:txBody>
      </p:sp>
    </p:spTree>
    <p:extLst>
      <p:ext uri="{BB962C8B-B14F-4D97-AF65-F5344CB8AC3E}">
        <p14:creationId xmlns:p14="http://schemas.microsoft.com/office/powerpoint/2010/main" val="1666369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090C32-A98D-E09F-9428-1FC36C35660D}"/>
              </a:ext>
            </a:extLst>
          </p:cNvPr>
          <p:cNvSpPr>
            <a:spLocks noGrp="1"/>
          </p:cNvSpPr>
          <p:nvPr>
            <p:ph type="title"/>
          </p:nvPr>
        </p:nvSpPr>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F562DD4E-0D06-CD6F-08F4-6788A1E4CE92}"/>
              </a:ext>
            </a:extLst>
          </p:cNvPr>
          <p:cNvSpPr>
            <a:spLocks noGrp="1"/>
          </p:cNvSpPr>
          <p:nvPr>
            <p:ph type="sldNum" sz="quarter" idx="12"/>
          </p:nvPr>
        </p:nvSpPr>
        <p:spPr/>
        <p:txBody>
          <a:bodyPr/>
          <a:lstStyle/>
          <a:p>
            <a:fld id="{766CFED1-DF6F-7E4C-BB21-72E6FAF4BC7E}" type="slidenum">
              <a:rPr kumimoji="1" lang="ja-JP" altLang="en-US" smtClean="0"/>
              <a:t>6</a:t>
            </a:fld>
            <a:endParaRPr kumimoji="1" lang="ja-JP" altLang="en-US"/>
          </a:p>
        </p:txBody>
      </p:sp>
    </p:spTree>
    <p:extLst>
      <p:ext uri="{BB962C8B-B14F-4D97-AF65-F5344CB8AC3E}">
        <p14:creationId xmlns:p14="http://schemas.microsoft.com/office/powerpoint/2010/main" val="3568186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2708D3-963F-C0E8-A388-36A9D991FD19}"/>
              </a:ext>
            </a:extLst>
          </p:cNvPr>
          <p:cNvSpPr>
            <a:spLocks noGrp="1"/>
          </p:cNvSpPr>
          <p:nvPr>
            <p:ph type="title"/>
          </p:nvPr>
        </p:nvSpPr>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68CDE13A-8C82-2E94-2DCA-D58B77B3BB37}"/>
              </a:ext>
            </a:extLst>
          </p:cNvPr>
          <p:cNvSpPr>
            <a:spLocks noGrp="1"/>
          </p:cNvSpPr>
          <p:nvPr>
            <p:ph type="sldNum" sz="quarter" idx="12"/>
          </p:nvPr>
        </p:nvSpPr>
        <p:spPr/>
        <p:txBody>
          <a:bodyPr/>
          <a:lstStyle/>
          <a:p>
            <a:fld id="{766CFED1-DF6F-7E4C-BB21-72E6FAF4BC7E}" type="slidenum">
              <a:rPr kumimoji="1" lang="ja-JP" altLang="en-US" smtClean="0"/>
              <a:t>7</a:t>
            </a:fld>
            <a:endParaRPr kumimoji="1" lang="ja-JP" altLang="en-US"/>
          </a:p>
        </p:txBody>
      </p:sp>
    </p:spTree>
    <p:extLst>
      <p:ext uri="{BB962C8B-B14F-4D97-AF65-F5344CB8AC3E}">
        <p14:creationId xmlns:p14="http://schemas.microsoft.com/office/powerpoint/2010/main" val="2652212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E1EF39-7660-E804-E81B-38D3203E376E}"/>
              </a:ext>
            </a:extLst>
          </p:cNvPr>
          <p:cNvSpPr>
            <a:spLocks noGrp="1"/>
          </p:cNvSpPr>
          <p:nvPr>
            <p:ph type="title"/>
          </p:nvPr>
        </p:nvSpPr>
        <p:spPr/>
        <p:txBody>
          <a:bodyPr/>
          <a:lstStyle/>
          <a:p>
            <a:r>
              <a:rPr kumimoji="1" lang="ja-JP" altLang="en-US" dirty="0"/>
              <a:t>提案モデル</a:t>
            </a:r>
          </a:p>
        </p:txBody>
      </p:sp>
      <p:sp>
        <p:nvSpPr>
          <p:cNvPr id="3" name="スライド番号プレースホルダー 2">
            <a:extLst>
              <a:ext uri="{FF2B5EF4-FFF2-40B4-BE49-F238E27FC236}">
                <a16:creationId xmlns:a16="http://schemas.microsoft.com/office/drawing/2014/main" id="{F55D7A00-75CC-E4BC-8888-63353722476B}"/>
              </a:ext>
            </a:extLst>
          </p:cNvPr>
          <p:cNvSpPr>
            <a:spLocks noGrp="1"/>
          </p:cNvSpPr>
          <p:nvPr>
            <p:ph type="sldNum" sz="quarter" idx="12"/>
          </p:nvPr>
        </p:nvSpPr>
        <p:spPr/>
        <p:txBody>
          <a:bodyPr/>
          <a:lstStyle/>
          <a:p>
            <a:fld id="{766CFED1-DF6F-7E4C-BB21-72E6FAF4BC7E}" type="slidenum">
              <a:rPr kumimoji="1" lang="ja-JP" altLang="en-US" smtClean="0"/>
              <a:t>8</a:t>
            </a:fld>
            <a:endParaRPr kumimoji="1" lang="ja-JP" altLang="en-US"/>
          </a:p>
        </p:txBody>
      </p:sp>
      <p:sp>
        <p:nvSpPr>
          <p:cNvPr id="5" name="四角形: 角を丸くする 4">
            <a:extLst>
              <a:ext uri="{FF2B5EF4-FFF2-40B4-BE49-F238E27FC236}">
                <a16:creationId xmlns:a16="http://schemas.microsoft.com/office/drawing/2014/main" id="{D1080F94-11A5-7FAE-9561-42BA96681FD8}"/>
              </a:ext>
            </a:extLst>
          </p:cNvPr>
          <p:cNvSpPr/>
          <p:nvPr/>
        </p:nvSpPr>
        <p:spPr>
          <a:xfrm>
            <a:off x="326876" y="1031576"/>
            <a:ext cx="11469807" cy="1093841"/>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8FD66912-CED6-7696-3F0C-A20775E56B72}"/>
              </a:ext>
            </a:extLst>
          </p:cNvPr>
          <p:cNvSpPr txBox="1"/>
          <p:nvPr/>
        </p:nvSpPr>
        <p:spPr>
          <a:xfrm>
            <a:off x="571718" y="1142466"/>
            <a:ext cx="11049250" cy="400110"/>
          </a:xfrm>
          <a:prstGeom prst="rect">
            <a:avLst/>
          </a:prstGeom>
          <a:noFill/>
          <a:ln>
            <a:noFill/>
          </a:ln>
        </p:spPr>
        <p:txBody>
          <a:bodyPr wrap="square" rtlCol="0">
            <a:spAutoFit/>
          </a:bodyPr>
          <a:lstStyle/>
          <a:p>
            <a:r>
              <a:rPr kumimoji="1" lang="en-US" altLang="ja-JP" sz="2000" b="1" dirty="0"/>
              <a:t>[</a:t>
            </a:r>
            <a:r>
              <a:rPr kumimoji="1" lang="ja-JP" altLang="en-US" sz="2000" b="1" dirty="0"/>
              <a:t>第</a:t>
            </a:r>
            <a:r>
              <a:rPr kumimoji="1" lang="en-US" altLang="ja-JP" sz="2000" b="1" dirty="0"/>
              <a:t>1</a:t>
            </a:r>
            <a:r>
              <a:rPr kumimoji="1" lang="ja-JP" altLang="en-US" sz="2000" b="1" dirty="0"/>
              <a:t>段階</a:t>
            </a:r>
            <a:r>
              <a:rPr kumimoji="1" lang="en-US" altLang="ja-JP" sz="2000" b="1" dirty="0"/>
              <a:t>]</a:t>
            </a:r>
            <a:r>
              <a:rPr lang="ja-JP" altLang="en-US" sz="2000" b="1" dirty="0"/>
              <a:t>　　　</a:t>
            </a:r>
            <a:r>
              <a:rPr kumimoji="1" lang="ja-JP" altLang="en-US" sz="2000" b="1" dirty="0"/>
              <a:t>事前学習</a:t>
            </a:r>
          </a:p>
        </p:txBody>
      </p:sp>
      <p:sp>
        <p:nvSpPr>
          <p:cNvPr id="9" name="四角形: 角を丸くする 8">
            <a:extLst>
              <a:ext uri="{FF2B5EF4-FFF2-40B4-BE49-F238E27FC236}">
                <a16:creationId xmlns:a16="http://schemas.microsoft.com/office/drawing/2014/main" id="{0C0ACDC1-C94B-D813-2CBC-76EC7674ACC3}"/>
              </a:ext>
            </a:extLst>
          </p:cNvPr>
          <p:cNvSpPr/>
          <p:nvPr/>
        </p:nvSpPr>
        <p:spPr>
          <a:xfrm>
            <a:off x="361096" y="2338357"/>
            <a:ext cx="11469807" cy="159819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33EBF3BF-0CC8-78F7-ACF6-AE0AF4E23F1E}"/>
              </a:ext>
            </a:extLst>
          </p:cNvPr>
          <p:cNvSpPr txBox="1"/>
          <p:nvPr/>
        </p:nvSpPr>
        <p:spPr>
          <a:xfrm>
            <a:off x="571374" y="2492355"/>
            <a:ext cx="11049250" cy="400110"/>
          </a:xfrm>
          <a:prstGeom prst="rect">
            <a:avLst/>
          </a:prstGeom>
          <a:noFill/>
          <a:ln>
            <a:noFill/>
          </a:ln>
        </p:spPr>
        <p:txBody>
          <a:bodyPr wrap="square" rtlCol="0">
            <a:spAutoFit/>
          </a:bodyPr>
          <a:lstStyle/>
          <a:p>
            <a:r>
              <a:rPr kumimoji="1" lang="en-US" altLang="ja-JP" sz="2000" b="1" dirty="0"/>
              <a:t>[</a:t>
            </a:r>
            <a:r>
              <a:rPr kumimoji="1" lang="ja-JP" altLang="en-US" sz="2000" b="1" dirty="0"/>
              <a:t>第</a:t>
            </a:r>
            <a:r>
              <a:rPr kumimoji="1" lang="en-US" altLang="ja-JP" sz="2000" b="1" dirty="0"/>
              <a:t>2</a:t>
            </a:r>
            <a:r>
              <a:rPr kumimoji="1" lang="ja-JP" altLang="en-US" sz="2000" b="1" dirty="0"/>
              <a:t>段階</a:t>
            </a:r>
            <a:r>
              <a:rPr kumimoji="1" lang="en-US" altLang="ja-JP" sz="2000" b="1" dirty="0"/>
              <a:t>]</a:t>
            </a:r>
            <a:r>
              <a:rPr kumimoji="1" lang="ja-JP" altLang="en-US" sz="2000" b="1" dirty="0"/>
              <a:t>　　　自己教師あり学習</a:t>
            </a:r>
          </a:p>
        </p:txBody>
      </p:sp>
      <p:sp>
        <p:nvSpPr>
          <p:cNvPr id="13" name="テキスト ボックス 12">
            <a:extLst>
              <a:ext uri="{FF2B5EF4-FFF2-40B4-BE49-F238E27FC236}">
                <a16:creationId xmlns:a16="http://schemas.microsoft.com/office/drawing/2014/main" id="{89846D5D-1769-3665-F9B4-E521DA9A7EE5}"/>
              </a:ext>
            </a:extLst>
          </p:cNvPr>
          <p:cNvSpPr txBox="1"/>
          <p:nvPr/>
        </p:nvSpPr>
        <p:spPr>
          <a:xfrm>
            <a:off x="566281" y="1585647"/>
            <a:ext cx="11049250" cy="369332"/>
          </a:xfrm>
          <a:prstGeom prst="rect">
            <a:avLst/>
          </a:prstGeom>
          <a:noFill/>
          <a:ln>
            <a:noFill/>
          </a:ln>
        </p:spPr>
        <p:txBody>
          <a:bodyPr wrap="square" rtlCol="0">
            <a:spAutoFit/>
          </a:bodyPr>
          <a:lstStyle/>
          <a:p>
            <a:r>
              <a:rPr lang="ja-JP" altLang="ja-JP" dirty="0"/>
              <a:t>データ全体の「変数間の連動ルール（非線形な相関）」を</a:t>
            </a:r>
            <a:r>
              <a:rPr lang="ja-JP" altLang="en-US" dirty="0"/>
              <a:t>コピュラを用いて</a:t>
            </a:r>
            <a:r>
              <a:rPr lang="ja-JP" altLang="ja-JP" dirty="0"/>
              <a:t>統計的</a:t>
            </a:r>
            <a:r>
              <a:rPr lang="ja-JP" altLang="en-US" dirty="0"/>
              <a:t>に</a:t>
            </a:r>
            <a:r>
              <a:rPr lang="ja-JP" altLang="ja-JP" dirty="0"/>
              <a:t>学習</a:t>
            </a:r>
            <a:r>
              <a:rPr lang="ja-JP" altLang="en-US" dirty="0"/>
              <a:t>させる</a:t>
            </a:r>
            <a:endParaRPr kumimoji="1" lang="ja-JP" altLang="en-US" dirty="0"/>
          </a:p>
        </p:txBody>
      </p:sp>
      <p:sp>
        <p:nvSpPr>
          <p:cNvPr id="15" name="テキスト ボックス 14">
            <a:extLst>
              <a:ext uri="{FF2B5EF4-FFF2-40B4-BE49-F238E27FC236}">
                <a16:creationId xmlns:a16="http://schemas.microsoft.com/office/drawing/2014/main" id="{31B91A33-BF8B-AE3B-2F03-A9AC628FFB30}"/>
              </a:ext>
            </a:extLst>
          </p:cNvPr>
          <p:cNvSpPr txBox="1"/>
          <p:nvPr/>
        </p:nvSpPr>
        <p:spPr>
          <a:xfrm>
            <a:off x="605938" y="4638151"/>
            <a:ext cx="11049250" cy="646331"/>
          </a:xfrm>
          <a:prstGeom prst="rect">
            <a:avLst/>
          </a:prstGeom>
          <a:noFill/>
          <a:ln>
            <a:noFill/>
          </a:ln>
        </p:spPr>
        <p:txBody>
          <a:bodyPr wrap="square" rtlCol="0">
            <a:spAutoFit/>
          </a:bodyPr>
          <a:lstStyle/>
          <a:p>
            <a:r>
              <a:rPr lang="ja-JP" altLang="en-US" dirty="0"/>
              <a:t>自己教師あり学習の事前学習済み「</a:t>
            </a:r>
            <a:r>
              <a:rPr lang="en-US" altLang="ja-JP" dirty="0"/>
              <a:t>Encoder</a:t>
            </a:r>
            <a:r>
              <a:rPr lang="ja-JP" altLang="en-US" dirty="0"/>
              <a:t>」を</a:t>
            </a:r>
            <a:r>
              <a:rPr kumimoji="1" lang="ja-JP" altLang="en-US" dirty="0"/>
              <a:t>ベースに、少数のラベル付きデータで予測タスクを学習。</a:t>
            </a:r>
            <a:endParaRPr kumimoji="1" lang="en-US" altLang="ja-JP" dirty="0"/>
          </a:p>
          <a:p>
            <a:r>
              <a:rPr lang="ja-JP" altLang="en-US" dirty="0"/>
              <a:t>同時に、ラベルなしデータに対してマスク適用と補完によるデータ拡張を行い、予測を安定させる</a:t>
            </a:r>
            <a:endParaRPr kumimoji="1" lang="ja-JP" altLang="en-US" dirty="0"/>
          </a:p>
        </p:txBody>
      </p:sp>
      <p:sp>
        <p:nvSpPr>
          <p:cNvPr id="17" name="四角形: 角を丸くする 6">
            <a:extLst>
              <a:ext uri="{FF2B5EF4-FFF2-40B4-BE49-F238E27FC236}">
                <a16:creationId xmlns:a16="http://schemas.microsoft.com/office/drawing/2014/main" id="{65D4500E-425B-ADCE-713D-370E678D1F62}"/>
              </a:ext>
            </a:extLst>
          </p:cNvPr>
          <p:cNvSpPr/>
          <p:nvPr/>
        </p:nvSpPr>
        <p:spPr>
          <a:xfrm>
            <a:off x="361096" y="5570197"/>
            <a:ext cx="11469807" cy="680538"/>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459CD66E-D4AE-8A66-488F-78DC91AB84AB}"/>
              </a:ext>
            </a:extLst>
          </p:cNvPr>
          <p:cNvSpPr txBox="1"/>
          <p:nvPr/>
        </p:nvSpPr>
        <p:spPr>
          <a:xfrm>
            <a:off x="605938" y="5717882"/>
            <a:ext cx="11049250" cy="400110"/>
          </a:xfrm>
          <a:prstGeom prst="rect">
            <a:avLst/>
          </a:prstGeom>
          <a:noFill/>
          <a:ln>
            <a:noFill/>
          </a:ln>
        </p:spPr>
        <p:txBody>
          <a:bodyPr wrap="square" rtlCol="0">
            <a:spAutoFit/>
          </a:bodyPr>
          <a:lstStyle/>
          <a:p>
            <a:r>
              <a:rPr kumimoji="1" lang="en-US" altLang="ja-JP" sz="2000" b="1" dirty="0"/>
              <a:t>[</a:t>
            </a:r>
            <a:r>
              <a:rPr kumimoji="1" lang="ja-JP" altLang="en-US" sz="2000" b="1" dirty="0"/>
              <a:t>第</a:t>
            </a:r>
            <a:r>
              <a:rPr lang="ja-JP" altLang="en-US" sz="2000" b="1" dirty="0"/>
              <a:t>４</a:t>
            </a:r>
            <a:r>
              <a:rPr kumimoji="1" lang="ja-JP" altLang="en-US" sz="2000" b="1" dirty="0"/>
              <a:t>段階</a:t>
            </a:r>
            <a:r>
              <a:rPr kumimoji="1" lang="en-US" altLang="ja-JP" sz="2000" b="1" dirty="0"/>
              <a:t>]</a:t>
            </a:r>
            <a:r>
              <a:rPr kumimoji="1" lang="ja-JP" altLang="en-US" sz="2000" b="1" dirty="0"/>
              <a:t>　　　多層パーセプトロン（</a:t>
            </a:r>
            <a:r>
              <a:rPr kumimoji="1" lang="en-US" altLang="ja-JP" sz="2000" b="1" dirty="0"/>
              <a:t>MLP</a:t>
            </a:r>
            <a:r>
              <a:rPr kumimoji="1" lang="ja-JP" altLang="en-US" sz="2000" b="1" dirty="0"/>
              <a:t>）</a:t>
            </a:r>
            <a:r>
              <a:rPr lang="ja-JP" altLang="en-US" sz="2000" b="1" dirty="0"/>
              <a:t>を使用して，最終予測をする</a:t>
            </a:r>
            <a:endParaRPr kumimoji="1" lang="ja-JP" altLang="en-US" sz="2000" b="1" dirty="0"/>
          </a:p>
        </p:txBody>
      </p:sp>
      <p:sp>
        <p:nvSpPr>
          <p:cNvPr id="21" name="四角形: 角を丸くする 20">
            <a:extLst>
              <a:ext uri="{FF2B5EF4-FFF2-40B4-BE49-F238E27FC236}">
                <a16:creationId xmlns:a16="http://schemas.microsoft.com/office/drawing/2014/main" id="{9E1D8EED-9C93-62EE-1ADA-EBEDED7C472D}"/>
              </a:ext>
            </a:extLst>
          </p:cNvPr>
          <p:cNvSpPr/>
          <p:nvPr/>
        </p:nvSpPr>
        <p:spPr>
          <a:xfrm>
            <a:off x="383740" y="4063266"/>
            <a:ext cx="11469807" cy="1284698"/>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6D9818C0-CB0A-56AD-6E57-0861F86E2BF1}"/>
              </a:ext>
            </a:extLst>
          </p:cNvPr>
          <p:cNvSpPr txBox="1"/>
          <p:nvPr/>
        </p:nvSpPr>
        <p:spPr>
          <a:xfrm>
            <a:off x="628582" y="4174560"/>
            <a:ext cx="11049250" cy="400110"/>
          </a:xfrm>
          <a:prstGeom prst="rect">
            <a:avLst/>
          </a:prstGeom>
          <a:noFill/>
          <a:ln>
            <a:noFill/>
          </a:ln>
        </p:spPr>
        <p:txBody>
          <a:bodyPr wrap="square" rtlCol="0">
            <a:spAutoFit/>
          </a:bodyPr>
          <a:lstStyle/>
          <a:p>
            <a:r>
              <a:rPr kumimoji="1" lang="en-US" altLang="ja-JP" sz="2000" b="1" dirty="0"/>
              <a:t>[</a:t>
            </a:r>
            <a:r>
              <a:rPr kumimoji="1" lang="ja-JP" altLang="en-US" sz="2000" b="1" dirty="0"/>
              <a:t>第３段階</a:t>
            </a:r>
            <a:r>
              <a:rPr kumimoji="1" lang="en-US" altLang="ja-JP" sz="2000" b="1" dirty="0"/>
              <a:t>]</a:t>
            </a:r>
            <a:r>
              <a:rPr lang="ja-JP" altLang="en-US" sz="2000" b="1" dirty="0"/>
              <a:t>　　　半</a:t>
            </a:r>
            <a:r>
              <a:rPr kumimoji="1" lang="ja-JP" altLang="en-US" sz="2000" b="1" dirty="0"/>
              <a:t>教師あり学習</a:t>
            </a:r>
          </a:p>
        </p:txBody>
      </p:sp>
      <p:sp>
        <p:nvSpPr>
          <p:cNvPr id="25" name="テキスト ボックス 24">
            <a:extLst>
              <a:ext uri="{FF2B5EF4-FFF2-40B4-BE49-F238E27FC236}">
                <a16:creationId xmlns:a16="http://schemas.microsoft.com/office/drawing/2014/main" id="{E31AD24D-3AFA-AD82-FEB7-E3675D19B97E}"/>
              </a:ext>
            </a:extLst>
          </p:cNvPr>
          <p:cNvSpPr txBox="1"/>
          <p:nvPr/>
        </p:nvSpPr>
        <p:spPr>
          <a:xfrm>
            <a:off x="594018" y="3033431"/>
            <a:ext cx="11049250" cy="646331"/>
          </a:xfrm>
          <a:prstGeom prst="rect">
            <a:avLst/>
          </a:prstGeom>
          <a:noFill/>
          <a:ln>
            <a:noFill/>
          </a:ln>
        </p:spPr>
        <p:txBody>
          <a:bodyPr wrap="square" rtlCol="0">
            <a:spAutoFit/>
          </a:bodyPr>
          <a:lstStyle/>
          <a:p>
            <a:r>
              <a:rPr kumimoji="1" lang="ja-JP" altLang="en-US" dirty="0"/>
              <a:t>大量のラベルなしデータ</a:t>
            </a:r>
            <a:r>
              <a:rPr lang="ja-JP" altLang="en-US" dirty="0"/>
              <a:t>の一部をマスキングし，その値を</a:t>
            </a:r>
            <a:r>
              <a:rPr lang="ja-JP" altLang="en-US" b="1" dirty="0">
                <a:solidFill>
                  <a:srgbClr val="FF0000"/>
                </a:solidFill>
              </a:rPr>
              <a:t>コピュラ</a:t>
            </a:r>
            <a:r>
              <a:rPr lang="ja-JP" altLang="en-US" dirty="0"/>
              <a:t>を用いて残りの変数から算出し，自然な値をサンプリングして穴埋めをする．</a:t>
            </a:r>
            <a:endParaRPr lang="en-US" altLang="ja-JP" dirty="0"/>
          </a:p>
        </p:txBody>
      </p:sp>
    </p:spTree>
    <p:extLst>
      <p:ext uri="{BB962C8B-B14F-4D97-AF65-F5344CB8AC3E}">
        <p14:creationId xmlns:p14="http://schemas.microsoft.com/office/powerpoint/2010/main" val="2129221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15367E5-72BD-0454-08DF-5E95803005F5}"/>
              </a:ext>
            </a:extLst>
          </p:cNvPr>
          <p:cNvSpPr>
            <a:spLocks noGrp="1"/>
          </p:cNvSpPr>
          <p:nvPr>
            <p:ph type="sldNum" sz="quarter" idx="12"/>
          </p:nvPr>
        </p:nvSpPr>
        <p:spPr/>
        <p:txBody>
          <a:bodyPr/>
          <a:lstStyle/>
          <a:p>
            <a:fld id="{766CFED1-DF6F-7E4C-BB21-72E6FAF4BC7E}" type="slidenum">
              <a:rPr kumimoji="1" lang="ja-JP" altLang="en-US" smtClean="0"/>
              <a:t>9</a:t>
            </a:fld>
            <a:endParaRPr kumimoji="1" lang="ja-JP" altLang="en-US"/>
          </a:p>
        </p:txBody>
      </p:sp>
      <p:sp>
        <p:nvSpPr>
          <p:cNvPr id="3" name="テキスト ボックス 2">
            <a:extLst>
              <a:ext uri="{FF2B5EF4-FFF2-40B4-BE49-F238E27FC236}">
                <a16:creationId xmlns:a16="http://schemas.microsoft.com/office/drawing/2014/main" id="{8A673C65-F0F0-E1BA-7F5E-BF9ADDD81911}"/>
              </a:ext>
            </a:extLst>
          </p:cNvPr>
          <p:cNvSpPr txBox="1"/>
          <p:nvPr/>
        </p:nvSpPr>
        <p:spPr>
          <a:xfrm>
            <a:off x="1289957" y="2967335"/>
            <a:ext cx="9879628" cy="923330"/>
          </a:xfrm>
          <a:prstGeom prst="rect">
            <a:avLst/>
          </a:prstGeom>
          <a:noFill/>
        </p:spPr>
        <p:txBody>
          <a:bodyPr wrap="none" rtlCol="0">
            <a:spAutoFit/>
          </a:bodyPr>
          <a:lstStyle/>
          <a:p>
            <a:r>
              <a:rPr kumimoji="1" lang="ja-JP" altLang="en-US" sz="5400" b="1" dirty="0"/>
              <a:t>ご清聴ありがとうございました</a:t>
            </a:r>
          </a:p>
        </p:txBody>
      </p:sp>
    </p:spTree>
    <p:extLst>
      <p:ext uri="{BB962C8B-B14F-4D97-AF65-F5344CB8AC3E}">
        <p14:creationId xmlns:p14="http://schemas.microsoft.com/office/powerpoint/2010/main" val="314459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8301ED4-9280-C962-0201-C9884AB89EF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688408A-D1E8-02D1-C682-690BF906E10D}"/>
              </a:ext>
            </a:extLst>
          </p:cNvPr>
          <p:cNvSpPr>
            <a:spLocks noGrp="1"/>
          </p:cNvSpPr>
          <p:nvPr>
            <p:ph type="title"/>
          </p:nvPr>
        </p:nvSpPr>
        <p:spPr/>
        <p:txBody>
          <a:bodyPr/>
          <a:lstStyle/>
          <a:p>
            <a:r>
              <a:rPr kumimoji="1" lang="ja-JP" altLang="en-US" dirty="0"/>
              <a:t>先行研究１</a:t>
            </a:r>
          </a:p>
        </p:txBody>
      </p:sp>
      <p:sp>
        <p:nvSpPr>
          <p:cNvPr id="3" name="スライド番号プレースホルダー 2">
            <a:extLst>
              <a:ext uri="{FF2B5EF4-FFF2-40B4-BE49-F238E27FC236}">
                <a16:creationId xmlns:a16="http://schemas.microsoft.com/office/drawing/2014/main" id="{7A208D75-1A7D-E882-657D-B23403D8B7A1}"/>
              </a:ext>
            </a:extLst>
          </p:cNvPr>
          <p:cNvSpPr>
            <a:spLocks noGrp="1"/>
          </p:cNvSpPr>
          <p:nvPr>
            <p:ph type="sldNum" sz="quarter" idx="12"/>
          </p:nvPr>
        </p:nvSpPr>
        <p:spPr/>
        <p:txBody>
          <a:bodyPr/>
          <a:lstStyle/>
          <a:p>
            <a:fld id="{766CFED1-DF6F-7E4C-BB21-72E6FAF4BC7E}" type="slidenum">
              <a:rPr kumimoji="1" lang="ja-JP" altLang="en-US" smtClean="0"/>
              <a:t>10</a:t>
            </a:fld>
            <a:endParaRPr kumimoji="1" lang="ja-JP" altLang="en-US"/>
          </a:p>
        </p:txBody>
      </p:sp>
      <p:sp>
        <p:nvSpPr>
          <p:cNvPr id="4" name="四角形: 角を丸くする 5">
            <a:extLst>
              <a:ext uri="{FF2B5EF4-FFF2-40B4-BE49-F238E27FC236}">
                <a16:creationId xmlns:a16="http://schemas.microsoft.com/office/drawing/2014/main" id="{0435156B-3078-3F5C-A306-7B9D0CF7D2FD}"/>
              </a:ext>
            </a:extLst>
          </p:cNvPr>
          <p:cNvSpPr/>
          <p:nvPr/>
        </p:nvSpPr>
        <p:spPr>
          <a:xfrm>
            <a:off x="1406669" y="2111338"/>
            <a:ext cx="4190942" cy="2562817"/>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あああああ</a:t>
            </a:r>
          </a:p>
        </p:txBody>
      </p:sp>
      <p:sp>
        <p:nvSpPr>
          <p:cNvPr id="5" name="テキスト ボックス 4">
            <a:extLst>
              <a:ext uri="{FF2B5EF4-FFF2-40B4-BE49-F238E27FC236}">
                <a16:creationId xmlns:a16="http://schemas.microsoft.com/office/drawing/2014/main" id="{4FF200D7-770D-A267-5ED6-C62F0A72921F}"/>
              </a:ext>
            </a:extLst>
          </p:cNvPr>
          <p:cNvSpPr txBox="1"/>
          <p:nvPr/>
        </p:nvSpPr>
        <p:spPr>
          <a:xfrm>
            <a:off x="1596709" y="3406818"/>
            <a:ext cx="4000902" cy="971676"/>
          </a:xfrm>
          <a:prstGeom prst="rect">
            <a:avLst/>
          </a:prstGeom>
          <a:noFill/>
        </p:spPr>
        <p:txBody>
          <a:bodyPr wrap="square" rtlCol="0">
            <a:spAutoFit/>
          </a:bodyPr>
          <a:lstStyle/>
          <a:p>
            <a:pPr>
              <a:lnSpc>
                <a:spcPct val="150000"/>
              </a:lnSpc>
            </a:pPr>
            <a:r>
              <a:rPr kumimoji="1" lang="ja-JP" altLang="en-US" sz="2000" b="1"/>
              <a:t>新しいプレテキストタスク</a:t>
            </a:r>
            <a:endParaRPr kumimoji="1" lang="en-US" altLang="ja-JP" sz="2000" b="1"/>
          </a:p>
          <a:p>
            <a:pPr>
              <a:lnSpc>
                <a:spcPct val="150000"/>
              </a:lnSpc>
            </a:pPr>
            <a:r>
              <a:rPr kumimoji="1" lang="ja-JP" altLang="en-US" sz="2000" b="1"/>
              <a:t>「マスクベクトル推定」の導入</a:t>
            </a:r>
          </a:p>
        </p:txBody>
      </p:sp>
      <p:sp>
        <p:nvSpPr>
          <p:cNvPr id="6" name="テキスト ボックス 5">
            <a:extLst>
              <a:ext uri="{FF2B5EF4-FFF2-40B4-BE49-F238E27FC236}">
                <a16:creationId xmlns:a16="http://schemas.microsoft.com/office/drawing/2014/main" id="{23779959-645D-6808-5FA5-F07010FBB0E3}"/>
              </a:ext>
            </a:extLst>
          </p:cNvPr>
          <p:cNvSpPr txBox="1"/>
          <p:nvPr/>
        </p:nvSpPr>
        <p:spPr>
          <a:xfrm>
            <a:off x="1891385" y="5707915"/>
            <a:ext cx="8930821" cy="830997"/>
          </a:xfrm>
          <a:prstGeom prst="rect">
            <a:avLst/>
          </a:prstGeom>
          <a:noFill/>
        </p:spPr>
        <p:txBody>
          <a:bodyPr wrap="square" rtlCol="0">
            <a:spAutoFit/>
          </a:bodyPr>
          <a:lstStyle/>
          <a:p>
            <a:pPr algn="ctr"/>
            <a:r>
              <a:rPr kumimoji="1" lang="ja-JP" altLang="en-US" sz="2400" b="1"/>
              <a:t>この２つの学習を組み込んだテーブルデータにおける</a:t>
            </a:r>
            <a:endParaRPr kumimoji="1" lang="en-US" altLang="ja-JP" sz="2400" b="1"/>
          </a:p>
          <a:p>
            <a:pPr algn="ctr"/>
            <a:r>
              <a:rPr kumimoji="1" lang="ja-JP" altLang="en-US" sz="2400" b="1"/>
              <a:t>有効な</a:t>
            </a:r>
            <a:r>
              <a:rPr lang="ja-JP" altLang="en-US" sz="2400" b="1"/>
              <a:t>フレームワーク</a:t>
            </a:r>
            <a:endParaRPr kumimoji="1" lang="ja-JP" altLang="en-US" sz="2400" b="1"/>
          </a:p>
        </p:txBody>
      </p:sp>
      <p:pic>
        <p:nvPicPr>
          <p:cNvPr id="7" name="グラフィックス 6" descr="バッジ 単色塗りつぶし">
            <a:extLst>
              <a:ext uri="{FF2B5EF4-FFF2-40B4-BE49-F238E27FC236}">
                <a16:creationId xmlns:a16="http://schemas.microsoft.com/office/drawing/2014/main" id="{97D82C3C-1E24-A008-F8A9-06BFCB17C4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99957" y="2164395"/>
            <a:ext cx="626362" cy="626362"/>
          </a:xfrm>
          <a:prstGeom prst="rect">
            <a:avLst/>
          </a:prstGeom>
        </p:spPr>
      </p:pic>
      <p:pic>
        <p:nvPicPr>
          <p:cNvPr id="8" name="グラフィックス 7" descr="バッジ 1 単色塗りつぶし">
            <a:extLst>
              <a:ext uri="{FF2B5EF4-FFF2-40B4-BE49-F238E27FC236}">
                <a16:creationId xmlns:a16="http://schemas.microsoft.com/office/drawing/2014/main" id="{B4AB1027-7AD4-D633-85C3-AAE269FEC6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66870" y="2150365"/>
            <a:ext cx="626362" cy="626362"/>
          </a:xfrm>
          <a:prstGeom prst="rect">
            <a:avLst/>
          </a:prstGeom>
        </p:spPr>
      </p:pic>
      <p:sp>
        <p:nvSpPr>
          <p:cNvPr id="9" name="テキスト ボックス 8">
            <a:extLst>
              <a:ext uri="{FF2B5EF4-FFF2-40B4-BE49-F238E27FC236}">
                <a16:creationId xmlns:a16="http://schemas.microsoft.com/office/drawing/2014/main" id="{7C74ED51-067E-71D4-063D-4E9F1EA9220E}"/>
              </a:ext>
            </a:extLst>
          </p:cNvPr>
          <p:cNvSpPr txBox="1"/>
          <p:nvPr/>
        </p:nvSpPr>
        <p:spPr>
          <a:xfrm>
            <a:off x="2256612" y="2815714"/>
            <a:ext cx="2646878" cy="461665"/>
          </a:xfrm>
          <a:prstGeom prst="rect">
            <a:avLst/>
          </a:prstGeom>
          <a:noFill/>
        </p:spPr>
        <p:txBody>
          <a:bodyPr wrap="none" rtlCol="0">
            <a:spAutoFit/>
          </a:bodyPr>
          <a:lstStyle/>
          <a:p>
            <a:r>
              <a:rPr kumimoji="1" lang="ja-JP" altLang="en-US" sz="2400" b="1" u="sng"/>
              <a:t>自己教師あり学習</a:t>
            </a:r>
          </a:p>
        </p:txBody>
      </p:sp>
      <p:sp>
        <p:nvSpPr>
          <p:cNvPr id="10" name="四角形: 角を丸くする 5">
            <a:extLst>
              <a:ext uri="{FF2B5EF4-FFF2-40B4-BE49-F238E27FC236}">
                <a16:creationId xmlns:a16="http://schemas.microsoft.com/office/drawing/2014/main" id="{6F0C8D3E-B1B8-4A6A-CB5D-A04808BDA54E}"/>
              </a:ext>
            </a:extLst>
          </p:cNvPr>
          <p:cNvSpPr/>
          <p:nvPr/>
        </p:nvSpPr>
        <p:spPr>
          <a:xfrm>
            <a:off x="6956855" y="2125409"/>
            <a:ext cx="4559642" cy="2562817"/>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F67A87A1-681D-5682-2697-7BDE82585E59}"/>
              </a:ext>
            </a:extLst>
          </p:cNvPr>
          <p:cNvSpPr txBox="1"/>
          <p:nvPr/>
        </p:nvSpPr>
        <p:spPr>
          <a:xfrm>
            <a:off x="7341893" y="3420889"/>
            <a:ext cx="3952182" cy="971676"/>
          </a:xfrm>
          <a:prstGeom prst="rect">
            <a:avLst/>
          </a:prstGeom>
          <a:noFill/>
        </p:spPr>
        <p:txBody>
          <a:bodyPr wrap="square" rtlCol="0">
            <a:spAutoFit/>
          </a:bodyPr>
          <a:lstStyle/>
          <a:p>
            <a:pPr>
              <a:lnSpc>
                <a:spcPct val="150000"/>
              </a:lnSpc>
            </a:pPr>
            <a:r>
              <a:rPr kumimoji="1" lang="ja-JP" altLang="en-US" sz="2000" b="1"/>
              <a:t>事前学習で学習済みのエンコーダを用いた新しい整合性正則化</a:t>
            </a:r>
            <a:endParaRPr kumimoji="1" lang="en-US" altLang="ja-JP" sz="2000" b="1"/>
          </a:p>
        </p:txBody>
      </p:sp>
      <p:sp>
        <p:nvSpPr>
          <p:cNvPr id="12" name="テキスト ボックス 11">
            <a:extLst>
              <a:ext uri="{FF2B5EF4-FFF2-40B4-BE49-F238E27FC236}">
                <a16:creationId xmlns:a16="http://schemas.microsoft.com/office/drawing/2014/main" id="{E9C66FE3-F528-54D1-DB55-0BFAAF77A59D}"/>
              </a:ext>
            </a:extLst>
          </p:cNvPr>
          <p:cNvSpPr txBox="1"/>
          <p:nvPr/>
        </p:nvSpPr>
        <p:spPr>
          <a:xfrm>
            <a:off x="7952859" y="2829743"/>
            <a:ext cx="2339102" cy="461665"/>
          </a:xfrm>
          <a:prstGeom prst="rect">
            <a:avLst/>
          </a:prstGeom>
          <a:noFill/>
        </p:spPr>
        <p:txBody>
          <a:bodyPr wrap="none" rtlCol="0">
            <a:spAutoFit/>
          </a:bodyPr>
          <a:lstStyle/>
          <a:p>
            <a:r>
              <a:rPr lang="ja-JP" altLang="en-US" sz="2400" b="1" u="sng"/>
              <a:t>半</a:t>
            </a:r>
            <a:r>
              <a:rPr kumimoji="1" lang="ja-JP" altLang="en-US" sz="2400" b="1" u="sng"/>
              <a:t>教師あり学習</a:t>
            </a:r>
          </a:p>
        </p:txBody>
      </p:sp>
      <p:sp>
        <p:nvSpPr>
          <p:cNvPr id="13" name="右中かっこ 12">
            <a:extLst>
              <a:ext uri="{FF2B5EF4-FFF2-40B4-BE49-F238E27FC236}">
                <a16:creationId xmlns:a16="http://schemas.microsoft.com/office/drawing/2014/main" id="{8A393CB5-5DC1-C924-FEA9-96DC53C2F24A}"/>
              </a:ext>
            </a:extLst>
          </p:cNvPr>
          <p:cNvSpPr/>
          <p:nvPr/>
        </p:nvSpPr>
        <p:spPr>
          <a:xfrm rot="5400000">
            <a:off x="6181836" y="12175"/>
            <a:ext cx="523322" cy="10280953"/>
          </a:xfrm>
          <a:prstGeom prst="rightBrace">
            <a:avLst>
              <a:gd name="adj1" fmla="val 0"/>
              <a:gd name="adj2" fmla="val 50000"/>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14" name="加算記号 13">
            <a:extLst>
              <a:ext uri="{FF2B5EF4-FFF2-40B4-BE49-F238E27FC236}">
                <a16:creationId xmlns:a16="http://schemas.microsoft.com/office/drawing/2014/main" id="{0DD40778-AFD4-45BA-A1AB-CDEEF3D46AC4}"/>
              </a:ext>
            </a:extLst>
          </p:cNvPr>
          <p:cNvSpPr/>
          <p:nvPr/>
        </p:nvSpPr>
        <p:spPr>
          <a:xfrm>
            <a:off x="5820033" y="2949618"/>
            <a:ext cx="914400" cy="914400"/>
          </a:xfrm>
          <a:prstGeom prst="mathPlus">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6D93B2AC-47C9-E759-BAA6-C856561C267C}"/>
              </a:ext>
            </a:extLst>
          </p:cNvPr>
          <p:cNvSpPr txBox="1"/>
          <p:nvPr/>
        </p:nvSpPr>
        <p:spPr>
          <a:xfrm>
            <a:off x="608027" y="1077578"/>
            <a:ext cx="10975945" cy="830997"/>
          </a:xfrm>
          <a:prstGeom prst="rect">
            <a:avLst/>
          </a:prstGeom>
          <a:noFill/>
        </p:spPr>
        <p:txBody>
          <a:bodyPr wrap="square" rtlCol="0">
            <a:spAutoFit/>
          </a:bodyPr>
          <a:lstStyle/>
          <a:p>
            <a:pPr algn="ctr"/>
            <a:r>
              <a:rPr kumimoji="1" lang="ja-JP" altLang="en-US" sz="2400" b="1" dirty="0"/>
              <a:t>テーブルデータのための新しい</a:t>
            </a:r>
            <a:endParaRPr kumimoji="1" lang="en-US" altLang="ja-JP" sz="2400" b="1" dirty="0"/>
          </a:p>
          <a:p>
            <a:pPr algn="ctr"/>
            <a:r>
              <a:rPr kumimoji="1" lang="ja-JP" altLang="en-US" sz="2400" b="1" dirty="0"/>
              <a:t>自己教師あり学習と半教師り学習のフレームワークを提案</a:t>
            </a:r>
          </a:p>
        </p:txBody>
      </p:sp>
      <p:sp>
        <p:nvSpPr>
          <p:cNvPr id="17" name="テキスト ボックス 16">
            <a:extLst>
              <a:ext uri="{FF2B5EF4-FFF2-40B4-BE49-F238E27FC236}">
                <a16:creationId xmlns:a16="http://schemas.microsoft.com/office/drawing/2014/main" id="{98388F11-EB18-DF05-13FB-7DCFA591E381}"/>
              </a:ext>
            </a:extLst>
          </p:cNvPr>
          <p:cNvSpPr txBox="1"/>
          <p:nvPr/>
        </p:nvSpPr>
        <p:spPr>
          <a:xfrm>
            <a:off x="174964" y="6485257"/>
            <a:ext cx="11341533" cy="430887"/>
          </a:xfrm>
          <a:prstGeom prst="rect">
            <a:avLst/>
          </a:prstGeom>
          <a:noFill/>
        </p:spPr>
        <p:txBody>
          <a:bodyPr wrap="square">
            <a:spAutoFit/>
          </a:bodyPr>
          <a:lstStyle/>
          <a:p>
            <a:r>
              <a:rPr lang="ja-JP" altLang="ja-JP" sz="1050" dirty="0"/>
              <a:t>Yoon, J., Zhang, Y., Jordon, J., &amp; van der Schaar, M. (2020). VIME: Extending the success of self-and semi-supervised learning to tabular domain. </a:t>
            </a:r>
            <a:r>
              <a:rPr lang="ja-JP" altLang="ja-JP" sz="1050" i="1" dirty="0"/>
              <a:t>Advances in Neural Information Processing Systems (NeurIPS)</a:t>
            </a:r>
            <a:r>
              <a:rPr lang="ja-JP" altLang="ja-JP" sz="1050" dirty="0"/>
              <a:t>, 33, 11033-11043.</a:t>
            </a:r>
            <a:endParaRPr lang="ja-JP" altLang="en-US" sz="1050" dirty="0"/>
          </a:p>
        </p:txBody>
      </p:sp>
    </p:spTree>
    <p:extLst>
      <p:ext uri="{BB962C8B-B14F-4D97-AF65-F5344CB8AC3E}">
        <p14:creationId xmlns:p14="http://schemas.microsoft.com/office/powerpoint/2010/main" val="128889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8A4E69F2-E7A6-6A33-C1C3-4EB6E23649AD}"/>
              </a:ext>
            </a:extLst>
          </p:cNvPr>
          <p:cNvSpPr>
            <a:spLocks noGrp="1"/>
          </p:cNvSpPr>
          <p:nvPr>
            <p:ph type="title"/>
          </p:nvPr>
        </p:nvSpPr>
        <p:spPr/>
        <p:txBody>
          <a:bodyPr/>
          <a:lstStyle/>
          <a:p>
            <a:r>
              <a:rPr lang="ja-JP" altLang="en-US" dirty="0"/>
              <a:t>先行研究１</a:t>
            </a:r>
          </a:p>
        </p:txBody>
      </p:sp>
      <p:sp>
        <p:nvSpPr>
          <p:cNvPr id="2" name="スライド番号プレースホルダー 1">
            <a:extLst>
              <a:ext uri="{FF2B5EF4-FFF2-40B4-BE49-F238E27FC236}">
                <a16:creationId xmlns:a16="http://schemas.microsoft.com/office/drawing/2014/main" id="{6B247915-469A-AC83-B8C6-06FD2AC2E95A}"/>
              </a:ext>
            </a:extLst>
          </p:cNvPr>
          <p:cNvSpPr>
            <a:spLocks noGrp="1"/>
          </p:cNvSpPr>
          <p:nvPr>
            <p:ph type="sldNum" sz="quarter" idx="12"/>
          </p:nvPr>
        </p:nvSpPr>
        <p:spPr/>
        <p:txBody>
          <a:bodyPr/>
          <a:lstStyle/>
          <a:p>
            <a:fld id="{766CFED1-DF6F-7E4C-BB21-72E6FAF4BC7E}" type="slidenum">
              <a:rPr kumimoji="1" lang="ja-JP" altLang="en-US" smtClean="0"/>
              <a:t>11</a:t>
            </a:fld>
            <a:endParaRPr kumimoji="1" lang="ja-JP" altLang="en-US"/>
          </a:p>
        </p:txBody>
      </p:sp>
      <p:sp>
        <p:nvSpPr>
          <p:cNvPr id="4" name="テキスト ボックス 3">
            <a:extLst>
              <a:ext uri="{FF2B5EF4-FFF2-40B4-BE49-F238E27FC236}">
                <a16:creationId xmlns:a16="http://schemas.microsoft.com/office/drawing/2014/main" id="{A7DEA1DA-945B-E666-04A8-9C44560B4F9C}"/>
              </a:ext>
            </a:extLst>
          </p:cNvPr>
          <p:cNvSpPr txBox="1"/>
          <p:nvPr/>
        </p:nvSpPr>
        <p:spPr>
          <a:xfrm>
            <a:off x="600501" y="1146412"/>
            <a:ext cx="11264622" cy="461665"/>
          </a:xfrm>
          <a:prstGeom prst="rect">
            <a:avLst/>
          </a:prstGeom>
          <a:noFill/>
        </p:spPr>
        <p:txBody>
          <a:bodyPr wrap="none" rtlCol="0">
            <a:spAutoFit/>
          </a:bodyPr>
          <a:lstStyle/>
          <a:p>
            <a:r>
              <a:rPr kumimoji="1" lang="ja-JP" altLang="en-US" sz="2400" b="1"/>
              <a:t>自己教師あり学習と半教師あり学習を体系的に組み合わせた統合フレームワーク</a:t>
            </a:r>
          </a:p>
        </p:txBody>
      </p:sp>
      <p:sp>
        <p:nvSpPr>
          <p:cNvPr id="5" name="四角形: 角を丸くする 4">
            <a:extLst>
              <a:ext uri="{FF2B5EF4-FFF2-40B4-BE49-F238E27FC236}">
                <a16:creationId xmlns:a16="http://schemas.microsoft.com/office/drawing/2014/main" id="{F61B9830-CBFE-7343-537C-7B2612897EF9}"/>
              </a:ext>
            </a:extLst>
          </p:cNvPr>
          <p:cNvSpPr/>
          <p:nvPr/>
        </p:nvSpPr>
        <p:spPr>
          <a:xfrm>
            <a:off x="361096" y="1830801"/>
            <a:ext cx="11469807" cy="159819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1924532C-D29A-2330-65AB-DD2693A9C215}"/>
              </a:ext>
            </a:extLst>
          </p:cNvPr>
          <p:cNvSpPr txBox="1"/>
          <p:nvPr/>
        </p:nvSpPr>
        <p:spPr>
          <a:xfrm>
            <a:off x="605938" y="1941692"/>
            <a:ext cx="11049250" cy="400110"/>
          </a:xfrm>
          <a:prstGeom prst="rect">
            <a:avLst/>
          </a:prstGeom>
          <a:noFill/>
        </p:spPr>
        <p:txBody>
          <a:bodyPr wrap="square" rtlCol="0">
            <a:spAutoFit/>
          </a:bodyPr>
          <a:lstStyle/>
          <a:p>
            <a:r>
              <a:rPr kumimoji="1" lang="en-US" altLang="ja-JP" sz="2000" b="1"/>
              <a:t>[</a:t>
            </a:r>
            <a:r>
              <a:rPr kumimoji="1" lang="ja-JP" altLang="en-US" sz="2000" b="1"/>
              <a:t>第</a:t>
            </a:r>
            <a:r>
              <a:rPr kumimoji="1" lang="en-US" altLang="ja-JP" sz="2000" b="1"/>
              <a:t>1</a:t>
            </a:r>
            <a:r>
              <a:rPr kumimoji="1" lang="ja-JP" altLang="en-US" sz="2000" b="1"/>
              <a:t>段階</a:t>
            </a:r>
            <a:r>
              <a:rPr kumimoji="1" lang="en-US" altLang="ja-JP" sz="2000" b="1"/>
              <a:t>]</a:t>
            </a:r>
            <a:r>
              <a:rPr lang="ja-JP" altLang="en-US" sz="2000" b="1"/>
              <a:t>　　　</a:t>
            </a:r>
            <a:r>
              <a:rPr kumimoji="1" lang="ja-JP" altLang="en-US" sz="2000" b="1"/>
              <a:t>自己教師あり学習（事前学習）</a:t>
            </a:r>
          </a:p>
        </p:txBody>
      </p:sp>
      <p:sp>
        <p:nvSpPr>
          <p:cNvPr id="7" name="四角形: 角を丸くする 6">
            <a:extLst>
              <a:ext uri="{FF2B5EF4-FFF2-40B4-BE49-F238E27FC236}">
                <a16:creationId xmlns:a16="http://schemas.microsoft.com/office/drawing/2014/main" id="{F6DC29CF-E294-A672-DE31-E64B06EA1259}"/>
              </a:ext>
            </a:extLst>
          </p:cNvPr>
          <p:cNvSpPr/>
          <p:nvPr/>
        </p:nvSpPr>
        <p:spPr>
          <a:xfrm>
            <a:off x="395316" y="3506077"/>
            <a:ext cx="11469807" cy="1598199"/>
          </a:xfrm>
          <a:prstGeom prst="round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285F0EF7-8E76-7526-5347-DBAA0A3A08F0}"/>
              </a:ext>
            </a:extLst>
          </p:cNvPr>
          <p:cNvSpPr txBox="1"/>
          <p:nvPr/>
        </p:nvSpPr>
        <p:spPr>
          <a:xfrm>
            <a:off x="605594" y="3660075"/>
            <a:ext cx="11049250" cy="400110"/>
          </a:xfrm>
          <a:prstGeom prst="rect">
            <a:avLst/>
          </a:prstGeom>
          <a:noFill/>
        </p:spPr>
        <p:txBody>
          <a:bodyPr wrap="square" rtlCol="0">
            <a:spAutoFit/>
          </a:bodyPr>
          <a:lstStyle/>
          <a:p>
            <a:r>
              <a:rPr kumimoji="1" lang="en-US" altLang="ja-JP" sz="2000" b="1" dirty="0">
                <a:solidFill>
                  <a:schemeClr val="bg2">
                    <a:lumMod val="75000"/>
                  </a:schemeClr>
                </a:solidFill>
              </a:rPr>
              <a:t>[</a:t>
            </a:r>
            <a:r>
              <a:rPr kumimoji="1" lang="ja-JP" altLang="en-US" sz="2000" b="1">
                <a:solidFill>
                  <a:schemeClr val="bg2">
                    <a:lumMod val="75000"/>
                  </a:schemeClr>
                </a:solidFill>
              </a:rPr>
              <a:t>第</a:t>
            </a:r>
            <a:r>
              <a:rPr kumimoji="1" lang="en-US" altLang="ja-JP" sz="2000" b="1" dirty="0">
                <a:solidFill>
                  <a:schemeClr val="bg2">
                    <a:lumMod val="75000"/>
                  </a:schemeClr>
                </a:solidFill>
              </a:rPr>
              <a:t>2</a:t>
            </a:r>
            <a:r>
              <a:rPr kumimoji="1" lang="ja-JP" altLang="en-US" sz="2000" b="1">
                <a:solidFill>
                  <a:schemeClr val="bg2">
                    <a:lumMod val="75000"/>
                  </a:schemeClr>
                </a:solidFill>
              </a:rPr>
              <a:t>段階</a:t>
            </a:r>
            <a:r>
              <a:rPr kumimoji="1" lang="en-US" altLang="ja-JP" sz="2000" b="1" dirty="0">
                <a:solidFill>
                  <a:schemeClr val="bg2">
                    <a:lumMod val="75000"/>
                  </a:schemeClr>
                </a:solidFill>
              </a:rPr>
              <a:t>]</a:t>
            </a:r>
            <a:r>
              <a:rPr kumimoji="1" lang="ja-JP" altLang="en-US" sz="2000" b="1">
                <a:solidFill>
                  <a:schemeClr val="bg2">
                    <a:lumMod val="75000"/>
                  </a:schemeClr>
                </a:solidFill>
              </a:rPr>
              <a:t>　　　半教師あり学習</a:t>
            </a:r>
          </a:p>
        </p:txBody>
      </p:sp>
      <p:sp>
        <p:nvSpPr>
          <p:cNvPr id="9" name="テキスト ボックス 8">
            <a:extLst>
              <a:ext uri="{FF2B5EF4-FFF2-40B4-BE49-F238E27FC236}">
                <a16:creationId xmlns:a16="http://schemas.microsoft.com/office/drawing/2014/main" id="{9EB02E97-9123-CC8A-7F85-05249294C003}"/>
              </a:ext>
            </a:extLst>
          </p:cNvPr>
          <p:cNvSpPr txBox="1"/>
          <p:nvPr/>
        </p:nvSpPr>
        <p:spPr>
          <a:xfrm>
            <a:off x="600501" y="2562297"/>
            <a:ext cx="11049250" cy="646331"/>
          </a:xfrm>
          <a:prstGeom prst="rect">
            <a:avLst/>
          </a:prstGeom>
          <a:noFill/>
        </p:spPr>
        <p:txBody>
          <a:bodyPr wrap="square" rtlCol="0">
            <a:spAutoFit/>
          </a:bodyPr>
          <a:lstStyle/>
          <a:p>
            <a:r>
              <a:rPr kumimoji="1" lang="ja-JP" altLang="en-US"/>
              <a:t>大量のラベルなしデータから、マスクベクトル推定＋値の補完タスクを通じて、表データの構造や相関を理解した「</a:t>
            </a:r>
            <a:r>
              <a:rPr lang="en-US" altLang="ja-JP" dirty="0"/>
              <a:t>Encoder</a:t>
            </a:r>
            <a:r>
              <a:rPr kumimoji="1" lang="ja-JP" altLang="en-US"/>
              <a:t>」を構築</a:t>
            </a:r>
          </a:p>
        </p:txBody>
      </p:sp>
      <p:sp>
        <p:nvSpPr>
          <p:cNvPr id="10" name="テキスト ボックス 9">
            <a:extLst>
              <a:ext uri="{FF2B5EF4-FFF2-40B4-BE49-F238E27FC236}">
                <a16:creationId xmlns:a16="http://schemas.microsoft.com/office/drawing/2014/main" id="{45194816-83C8-E914-D10B-CF5BB3AA1FF2}"/>
              </a:ext>
            </a:extLst>
          </p:cNvPr>
          <p:cNvSpPr txBox="1"/>
          <p:nvPr/>
        </p:nvSpPr>
        <p:spPr>
          <a:xfrm>
            <a:off x="634721" y="4127969"/>
            <a:ext cx="11049250" cy="646331"/>
          </a:xfrm>
          <a:prstGeom prst="rect">
            <a:avLst/>
          </a:prstGeom>
          <a:noFill/>
        </p:spPr>
        <p:txBody>
          <a:bodyPr wrap="square" rtlCol="0">
            <a:spAutoFit/>
          </a:bodyPr>
          <a:lstStyle/>
          <a:p>
            <a:r>
              <a:rPr kumimoji="1" lang="ja-JP" altLang="en-US">
                <a:solidFill>
                  <a:schemeClr val="bg2">
                    <a:lumMod val="75000"/>
                  </a:schemeClr>
                </a:solidFill>
              </a:rPr>
              <a:t>事前学習済み</a:t>
            </a:r>
            <a:r>
              <a:rPr lang="ja-JP" altLang="en-US">
                <a:solidFill>
                  <a:schemeClr val="bg2">
                    <a:lumMod val="75000"/>
                  </a:schemeClr>
                </a:solidFill>
              </a:rPr>
              <a:t>「</a:t>
            </a:r>
            <a:r>
              <a:rPr lang="en-US" altLang="ja-JP" dirty="0">
                <a:solidFill>
                  <a:schemeClr val="bg2">
                    <a:lumMod val="75000"/>
                  </a:schemeClr>
                </a:solidFill>
              </a:rPr>
              <a:t>Encoder</a:t>
            </a:r>
            <a:r>
              <a:rPr lang="ja-JP" altLang="en-US">
                <a:solidFill>
                  <a:schemeClr val="bg2">
                    <a:lumMod val="75000"/>
                  </a:schemeClr>
                </a:solidFill>
              </a:rPr>
              <a:t>」</a:t>
            </a:r>
            <a:r>
              <a:rPr kumimoji="1" lang="ja-JP" altLang="en-US">
                <a:solidFill>
                  <a:schemeClr val="bg2">
                    <a:lumMod val="75000"/>
                  </a:schemeClr>
                </a:solidFill>
              </a:rPr>
              <a:t>をベースに、少数のラベル付きデータで予測タスクを学習。</a:t>
            </a:r>
            <a:endParaRPr kumimoji="1" lang="en-US" altLang="ja-JP" dirty="0">
              <a:solidFill>
                <a:schemeClr val="bg2">
                  <a:lumMod val="75000"/>
                </a:schemeClr>
              </a:solidFill>
            </a:endParaRPr>
          </a:p>
          <a:p>
            <a:r>
              <a:rPr lang="ja-JP" altLang="en-US">
                <a:solidFill>
                  <a:schemeClr val="bg2">
                    <a:lumMod val="75000"/>
                  </a:schemeClr>
                </a:solidFill>
              </a:rPr>
              <a:t>同時に、ラベルなしデータに対してマスク適用と補完によるデータ拡張を行い、予測を安定させる</a:t>
            </a:r>
            <a:endParaRPr kumimoji="1" lang="ja-JP" altLang="en-US">
              <a:solidFill>
                <a:schemeClr val="bg2">
                  <a:lumMod val="75000"/>
                </a:schemeClr>
              </a:solidFill>
            </a:endParaRPr>
          </a:p>
        </p:txBody>
      </p:sp>
      <p:sp>
        <p:nvSpPr>
          <p:cNvPr id="11" name="四角形: 角を丸くする 6">
            <a:extLst>
              <a:ext uri="{FF2B5EF4-FFF2-40B4-BE49-F238E27FC236}">
                <a16:creationId xmlns:a16="http://schemas.microsoft.com/office/drawing/2014/main" id="{1B6E267C-0DB8-CF94-99DF-800CCA9A5A58}"/>
              </a:ext>
            </a:extLst>
          </p:cNvPr>
          <p:cNvSpPr/>
          <p:nvPr/>
        </p:nvSpPr>
        <p:spPr>
          <a:xfrm>
            <a:off x="395316" y="5181353"/>
            <a:ext cx="11469807" cy="845021"/>
          </a:xfrm>
          <a:prstGeom prst="round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E3405C53-C4EB-BB75-4DED-6585985BE9D0}"/>
              </a:ext>
            </a:extLst>
          </p:cNvPr>
          <p:cNvSpPr txBox="1"/>
          <p:nvPr/>
        </p:nvSpPr>
        <p:spPr>
          <a:xfrm>
            <a:off x="640158" y="5370692"/>
            <a:ext cx="11049250" cy="400110"/>
          </a:xfrm>
          <a:prstGeom prst="rect">
            <a:avLst/>
          </a:prstGeom>
          <a:noFill/>
        </p:spPr>
        <p:txBody>
          <a:bodyPr wrap="square" rtlCol="0">
            <a:spAutoFit/>
          </a:bodyPr>
          <a:lstStyle/>
          <a:p>
            <a:r>
              <a:rPr kumimoji="1" lang="en-US" altLang="ja-JP" sz="2000" b="1" dirty="0">
                <a:solidFill>
                  <a:schemeClr val="bg2">
                    <a:lumMod val="75000"/>
                  </a:schemeClr>
                </a:solidFill>
              </a:rPr>
              <a:t>[</a:t>
            </a:r>
            <a:r>
              <a:rPr kumimoji="1" lang="ja-JP" altLang="en-US" sz="2000" b="1">
                <a:solidFill>
                  <a:schemeClr val="bg2">
                    <a:lumMod val="75000"/>
                  </a:schemeClr>
                </a:solidFill>
              </a:rPr>
              <a:t>第</a:t>
            </a:r>
            <a:r>
              <a:rPr kumimoji="1" lang="en-US" altLang="ja-JP" sz="2000" b="1" dirty="0">
                <a:solidFill>
                  <a:schemeClr val="bg2">
                    <a:lumMod val="75000"/>
                  </a:schemeClr>
                </a:solidFill>
              </a:rPr>
              <a:t>3</a:t>
            </a:r>
            <a:r>
              <a:rPr kumimoji="1" lang="ja-JP" altLang="en-US" sz="2000" b="1">
                <a:solidFill>
                  <a:schemeClr val="bg2">
                    <a:lumMod val="75000"/>
                  </a:schemeClr>
                </a:solidFill>
              </a:rPr>
              <a:t>段階</a:t>
            </a:r>
            <a:r>
              <a:rPr kumimoji="1" lang="en-US" altLang="ja-JP" sz="2000" b="1" dirty="0">
                <a:solidFill>
                  <a:schemeClr val="bg2">
                    <a:lumMod val="75000"/>
                  </a:schemeClr>
                </a:solidFill>
              </a:rPr>
              <a:t>]</a:t>
            </a:r>
            <a:r>
              <a:rPr kumimoji="1" lang="ja-JP" altLang="en-US" sz="2000" b="1">
                <a:solidFill>
                  <a:schemeClr val="bg2">
                    <a:lumMod val="75000"/>
                  </a:schemeClr>
                </a:solidFill>
              </a:rPr>
              <a:t>　　　多層パーセプトロン（</a:t>
            </a:r>
            <a:r>
              <a:rPr kumimoji="1" lang="en-US" altLang="ja-JP" sz="2000" b="1" dirty="0">
                <a:solidFill>
                  <a:schemeClr val="bg2">
                    <a:lumMod val="75000"/>
                  </a:schemeClr>
                </a:solidFill>
              </a:rPr>
              <a:t>MLP</a:t>
            </a:r>
            <a:r>
              <a:rPr kumimoji="1" lang="ja-JP" altLang="en-US" sz="2000" b="1">
                <a:solidFill>
                  <a:schemeClr val="bg2">
                    <a:lumMod val="75000"/>
                  </a:schemeClr>
                </a:solidFill>
              </a:rPr>
              <a:t>）</a:t>
            </a:r>
            <a:r>
              <a:rPr lang="ja-JP" altLang="en-US" sz="2000" b="1">
                <a:solidFill>
                  <a:schemeClr val="bg2">
                    <a:lumMod val="75000"/>
                  </a:schemeClr>
                </a:solidFill>
              </a:rPr>
              <a:t>を使用して，最終予測をする</a:t>
            </a:r>
            <a:endParaRPr kumimoji="1" lang="ja-JP" altLang="en-US" sz="2000" b="1">
              <a:solidFill>
                <a:schemeClr val="bg2">
                  <a:lumMod val="75000"/>
                </a:schemeClr>
              </a:solidFill>
            </a:endParaRPr>
          </a:p>
        </p:txBody>
      </p:sp>
    </p:spTree>
    <p:extLst>
      <p:ext uri="{BB962C8B-B14F-4D97-AF65-F5344CB8AC3E}">
        <p14:creationId xmlns:p14="http://schemas.microsoft.com/office/powerpoint/2010/main" val="3141176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3639F1E-C069-EC1D-9D13-0B0F7F894E0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C0E432-2637-442C-986D-27DBC6BE3E34}"/>
              </a:ext>
            </a:extLst>
          </p:cNvPr>
          <p:cNvSpPr>
            <a:spLocks noGrp="1"/>
          </p:cNvSpPr>
          <p:nvPr>
            <p:ph type="title"/>
          </p:nvPr>
        </p:nvSpPr>
        <p:spPr/>
        <p:txBody>
          <a:bodyPr/>
          <a:lstStyle/>
          <a:p>
            <a:r>
              <a:rPr kumimoji="1" lang="ja-JP" altLang="en-US" dirty="0"/>
              <a:t>先行研究１　自己教師あり学習とは</a:t>
            </a:r>
          </a:p>
        </p:txBody>
      </p:sp>
      <p:sp>
        <p:nvSpPr>
          <p:cNvPr id="3" name="スライド番号プレースホルダー 2">
            <a:extLst>
              <a:ext uri="{FF2B5EF4-FFF2-40B4-BE49-F238E27FC236}">
                <a16:creationId xmlns:a16="http://schemas.microsoft.com/office/drawing/2014/main" id="{D67A7EDD-27BD-03AD-8A23-C23B2146B18A}"/>
              </a:ext>
            </a:extLst>
          </p:cNvPr>
          <p:cNvSpPr>
            <a:spLocks noGrp="1"/>
          </p:cNvSpPr>
          <p:nvPr>
            <p:ph type="sldNum" sz="quarter" idx="12"/>
          </p:nvPr>
        </p:nvSpPr>
        <p:spPr/>
        <p:txBody>
          <a:bodyPr/>
          <a:lstStyle/>
          <a:p>
            <a:fld id="{766CFED1-DF6F-7E4C-BB21-72E6FAF4BC7E}" type="slidenum">
              <a:rPr kumimoji="1" lang="ja-JP" altLang="en-US" smtClean="0"/>
              <a:t>12</a:t>
            </a:fld>
            <a:endParaRPr kumimoji="1" lang="ja-JP" altLang="en-US"/>
          </a:p>
        </p:txBody>
      </p:sp>
      <p:sp>
        <p:nvSpPr>
          <p:cNvPr id="30" name="テキスト ボックス 29">
            <a:extLst>
              <a:ext uri="{FF2B5EF4-FFF2-40B4-BE49-F238E27FC236}">
                <a16:creationId xmlns:a16="http://schemas.microsoft.com/office/drawing/2014/main" id="{594AC3A8-EBFD-CD74-A9A3-BA39755F6DE6}"/>
              </a:ext>
            </a:extLst>
          </p:cNvPr>
          <p:cNvSpPr txBox="1"/>
          <p:nvPr/>
        </p:nvSpPr>
        <p:spPr>
          <a:xfrm>
            <a:off x="542260" y="1149803"/>
            <a:ext cx="11291362" cy="430887"/>
          </a:xfrm>
          <a:prstGeom prst="rect">
            <a:avLst/>
          </a:prstGeom>
          <a:noFill/>
        </p:spPr>
        <p:txBody>
          <a:bodyPr wrap="square" rtlCol="0">
            <a:spAutoFit/>
          </a:bodyPr>
          <a:lstStyle/>
          <a:p>
            <a:r>
              <a:rPr lang="ja-JP" altLang="en-US" sz="2200" b="1" dirty="0">
                <a:solidFill>
                  <a:schemeClr val="accent2"/>
                </a:solidFill>
                <a:latin typeface="Noto Sans JP"/>
              </a:rPr>
              <a:t>「ラベルなしデータ」からモデル自身が正解を生成</a:t>
            </a:r>
            <a:r>
              <a:rPr lang="ja-JP" altLang="en-US" sz="2200" dirty="0">
                <a:latin typeface="Noto Sans JP"/>
              </a:rPr>
              <a:t>し、データの構造を学習する手法</a:t>
            </a:r>
            <a:endParaRPr kumimoji="1" lang="ja-JP" altLang="en-US" sz="2200" dirty="0"/>
          </a:p>
        </p:txBody>
      </p:sp>
      <p:sp>
        <p:nvSpPr>
          <p:cNvPr id="35" name="Rectangle 8">
            <a:extLst>
              <a:ext uri="{FF2B5EF4-FFF2-40B4-BE49-F238E27FC236}">
                <a16:creationId xmlns:a16="http://schemas.microsoft.com/office/drawing/2014/main" id="{EBB34DE9-E2F2-189B-27DD-F7FAE4B792A5}"/>
              </a:ext>
            </a:extLst>
          </p:cNvPr>
          <p:cNvSpPr/>
          <p:nvPr/>
        </p:nvSpPr>
        <p:spPr>
          <a:xfrm>
            <a:off x="784622" y="3371850"/>
            <a:ext cx="11049000" cy="571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19">
            <a:extLst>
              <a:ext uri="{FF2B5EF4-FFF2-40B4-BE49-F238E27FC236}">
                <a16:creationId xmlns:a16="http://schemas.microsoft.com/office/drawing/2014/main" id="{EA327188-1248-DC5A-CA0B-7344033DDFB3}"/>
              </a:ext>
            </a:extLst>
          </p:cNvPr>
          <p:cNvSpPr/>
          <p:nvPr/>
        </p:nvSpPr>
        <p:spPr>
          <a:xfrm>
            <a:off x="1940942" y="3286125"/>
            <a:ext cx="228600" cy="228600"/>
          </a:xfrm>
          <a:prstGeom prst="roundRect">
            <a:avLst>
              <a:gd name="adj" fmla="val 50000"/>
            </a:avLst>
          </a:prstGeom>
          <a:solidFill>
            <a:srgbClr val="FFFFFF"/>
          </a:solidFill>
          <a:ln w="38100">
            <a:solidFill>
              <a:srgbClr val="2B7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20">
            <a:extLst>
              <a:ext uri="{FF2B5EF4-FFF2-40B4-BE49-F238E27FC236}">
                <a16:creationId xmlns:a16="http://schemas.microsoft.com/office/drawing/2014/main" id="{1C4671BA-9E59-5A3F-D7A0-2DCFAA667E58}"/>
              </a:ext>
            </a:extLst>
          </p:cNvPr>
          <p:cNvSpPr/>
          <p:nvPr/>
        </p:nvSpPr>
        <p:spPr>
          <a:xfrm>
            <a:off x="4776862" y="3286125"/>
            <a:ext cx="228600" cy="228600"/>
          </a:xfrm>
          <a:prstGeom prst="roundRect">
            <a:avLst>
              <a:gd name="adj" fmla="val 50000"/>
            </a:avLst>
          </a:prstGeom>
          <a:solidFill>
            <a:srgbClr val="FFFFFF"/>
          </a:solidFill>
          <a:ln w="38100">
            <a:solidFill>
              <a:srgbClr val="2B7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21">
            <a:extLst>
              <a:ext uri="{FF2B5EF4-FFF2-40B4-BE49-F238E27FC236}">
                <a16:creationId xmlns:a16="http://schemas.microsoft.com/office/drawing/2014/main" id="{8EF062F8-39C9-A10A-B766-650A97F2F53A}"/>
              </a:ext>
            </a:extLst>
          </p:cNvPr>
          <p:cNvSpPr/>
          <p:nvPr/>
        </p:nvSpPr>
        <p:spPr>
          <a:xfrm>
            <a:off x="7612781" y="3286125"/>
            <a:ext cx="228600" cy="228600"/>
          </a:xfrm>
          <a:prstGeom prst="roundRect">
            <a:avLst>
              <a:gd name="adj" fmla="val 50000"/>
            </a:avLst>
          </a:prstGeom>
          <a:solidFill>
            <a:srgbClr val="FFFFFF"/>
          </a:solidFill>
          <a:ln w="38100">
            <a:solidFill>
              <a:srgbClr val="2B7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22">
            <a:extLst>
              <a:ext uri="{FF2B5EF4-FFF2-40B4-BE49-F238E27FC236}">
                <a16:creationId xmlns:a16="http://schemas.microsoft.com/office/drawing/2014/main" id="{7A1C0EE3-CF4C-D79D-3CF5-CB4613CC6EFC}"/>
              </a:ext>
            </a:extLst>
          </p:cNvPr>
          <p:cNvSpPr/>
          <p:nvPr/>
        </p:nvSpPr>
        <p:spPr>
          <a:xfrm>
            <a:off x="10448701" y="3286125"/>
            <a:ext cx="228600" cy="228600"/>
          </a:xfrm>
          <a:prstGeom prst="roundRect">
            <a:avLst>
              <a:gd name="adj" fmla="val 50000"/>
            </a:avLst>
          </a:prstGeom>
          <a:solidFill>
            <a:srgbClr val="FFFFFF"/>
          </a:solidFill>
          <a:ln w="38100">
            <a:solidFill>
              <a:srgbClr val="2B7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角丸四角形 47">
            <a:extLst>
              <a:ext uri="{FF2B5EF4-FFF2-40B4-BE49-F238E27FC236}">
                <a16:creationId xmlns:a16="http://schemas.microsoft.com/office/drawing/2014/main" id="{B21A783D-58B4-D9CE-EC75-4767615F9804}"/>
              </a:ext>
            </a:extLst>
          </p:cNvPr>
          <p:cNvSpPr/>
          <p:nvPr/>
        </p:nvSpPr>
        <p:spPr>
          <a:xfrm>
            <a:off x="746551" y="1790700"/>
            <a:ext cx="2617381" cy="13239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角丸四角形 48">
            <a:extLst>
              <a:ext uri="{FF2B5EF4-FFF2-40B4-BE49-F238E27FC236}">
                <a16:creationId xmlns:a16="http://schemas.microsoft.com/office/drawing/2014/main" id="{B34ECF8E-2676-AD55-84F8-F8790D6A30F0}"/>
              </a:ext>
            </a:extLst>
          </p:cNvPr>
          <p:cNvSpPr/>
          <p:nvPr/>
        </p:nvSpPr>
        <p:spPr>
          <a:xfrm>
            <a:off x="3563928" y="1796196"/>
            <a:ext cx="2617381" cy="13239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角丸四角形 49">
            <a:extLst>
              <a:ext uri="{FF2B5EF4-FFF2-40B4-BE49-F238E27FC236}">
                <a16:creationId xmlns:a16="http://schemas.microsoft.com/office/drawing/2014/main" id="{4735CB33-5C4B-CEB8-16AF-038602BDF597}"/>
              </a:ext>
            </a:extLst>
          </p:cNvPr>
          <p:cNvSpPr/>
          <p:nvPr/>
        </p:nvSpPr>
        <p:spPr>
          <a:xfrm>
            <a:off x="6418390" y="1762325"/>
            <a:ext cx="2617381" cy="13239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角丸四角形 50">
            <a:extLst>
              <a:ext uri="{FF2B5EF4-FFF2-40B4-BE49-F238E27FC236}">
                <a16:creationId xmlns:a16="http://schemas.microsoft.com/office/drawing/2014/main" id="{95C84B30-7DCB-01CF-8EB1-5BF1A9667E00}"/>
              </a:ext>
            </a:extLst>
          </p:cNvPr>
          <p:cNvSpPr/>
          <p:nvPr/>
        </p:nvSpPr>
        <p:spPr>
          <a:xfrm>
            <a:off x="9254310" y="1762325"/>
            <a:ext cx="2617381" cy="13239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テキスト ボックス 51">
            <a:extLst>
              <a:ext uri="{FF2B5EF4-FFF2-40B4-BE49-F238E27FC236}">
                <a16:creationId xmlns:a16="http://schemas.microsoft.com/office/drawing/2014/main" id="{DE9868E9-9CDE-C95A-B269-2034677B7150}"/>
              </a:ext>
            </a:extLst>
          </p:cNvPr>
          <p:cNvSpPr txBox="1"/>
          <p:nvPr/>
        </p:nvSpPr>
        <p:spPr>
          <a:xfrm>
            <a:off x="1142972" y="1907701"/>
            <a:ext cx="1824538" cy="430887"/>
          </a:xfrm>
          <a:prstGeom prst="rect">
            <a:avLst/>
          </a:prstGeom>
          <a:noFill/>
        </p:spPr>
        <p:txBody>
          <a:bodyPr wrap="none" rtlCol="0">
            <a:spAutoFit/>
          </a:bodyPr>
          <a:lstStyle/>
          <a:p>
            <a:r>
              <a:rPr kumimoji="1" lang="en-US" altLang="ja-JP" sz="2200" b="1" dirty="0"/>
              <a:t>1.</a:t>
            </a:r>
            <a:r>
              <a:rPr kumimoji="1" lang="ja-JP" altLang="en-US" sz="2200" b="1"/>
              <a:t>データ収集</a:t>
            </a:r>
            <a:endParaRPr kumimoji="1" lang="en-US" altLang="ja-JP" sz="2200" b="1" dirty="0"/>
          </a:p>
        </p:txBody>
      </p:sp>
      <p:sp>
        <p:nvSpPr>
          <p:cNvPr id="53" name="テキスト ボックス 52">
            <a:extLst>
              <a:ext uri="{FF2B5EF4-FFF2-40B4-BE49-F238E27FC236}">
                <a16:creationId xmlns:a16="http://schemas.microsoft.com/office/drawing/2014/main" id="{FE6D353A-65B3-DE88-B151-50B7F26C3547}"/>
              </a:ext>
            </a:extLst>
          </p:cNvPr>
          <p:cNvSpPr txBox="1"/>
          <p:nvPr/>
        </p:nvSpPr>
        <p:spPr>
          <a:xfrm>
            <a:off x="3700424" y="1895570"/>
            <a:ext cx="2400016" cy="430887"/>
          </a:xfrm>
          <a:prstGeom prst="rect">
            <a:avLst/>
          </a:prstGeom>
          <a:noFill/>
        </p:spPr>
        <p:txBody>
          <a:bodyPr wrap="none" rtlCol="0">
            <a:spAutoFit/>
          </a:bodyPr>
          <a:lstStyle/>
          <a:p>
            <a:r>
              <a:rPr kumimoji="1" lang="en-US" altLang="ja-JP" sz="2200" b="1" dirty="0"/>
              <a:t>2.</a:t>
            </a:r>
            <a:r>
              <a:rPr kumimoji="1" lang="ja-JP" altLang="en-US" sz="2200" b="1"/>
              <a:t>代理タスク設定</a:t>
            </a:r>
            <a:endParaRPr kumimoji="1" lang="en-US" altLang="ja-JP" sz="2200" b="1" dirty="0"/>
          </a:p>
        </p:txBody>
      </p:sp>
      <p:sp>
        <p:nvSpPr>
          <p:cNvPr id="54" name="テキスト ボックス 53">
            <a:extLst>
              <a:ext uri="{FF2B5EF4-FFF2-40B4-BE49-F238E27FC236}">
                <a16:creationId xmlns:a16="http://schemas.microsoft.com/office/drawing/2014/main" id="{63A09ADA-3F9F-728D-825B-3A0C8EB86C24}"/>
              </a:ext>
            </a:extLst>
          </p:cNvPr>
          <p:cNvSpPr txBox="1"/>
          <p:nvPr/>
        </p:nvSpPr>
        <p:spPr>
          <a:xfrm>
            <a:off x="6929112" y="1901724"/>
            <a:ext cx="1553630" cy="430887"/>
          </a:xfrm>
          <a:prstGeom prst="rect">
            <a:avLst/>
          </a:prstGeom>
          <a:noFill/>
        </p:spPr>
        <p:txBody>
          <a:bodyPr wrap="none" rtlCol="0">
            <a:spAutoFit/>
          </a:bodyPr>
          <a:lstStyle/>
          <a:p>
            <a:r>
              <a:rPr lang="en-US" altLang="ja-JP" sz="2200" b="1" dirty="0"/>
              <a:t>3</a:t>
            </a:r>
            <a:r>
              <a:rPr kumimoji="1" lang="en-US" altLang="ja-JP" sz="2200" b="1" dirty="0"/>
              <a:t>.</a:t>
            </a:r>
            <a:r>
              <a:rPr kumimoji="1" lang="ja-JP" altLang="en-US" sz="2200" b="1"/>
              <a:t>事前学習</a:t>
            </a:r>
            <a:endParaRPr kumimoji="1" lang="en-US" altLang="ja-JP" sz="2200" b="1" dirty="0"/>
          </a:p>
        </p:txBody>
      </p:sp>
      <p:sp>
        <p:nvSpPr>
          <p:cNvPr id="55" name="テキスト ボックス 54">
            <a:extLst>
              <a:ext uri="{FF2B5EF4-FFF2-40B4-BE49-F238E27FC236}">
                <a16:creationId xmlns:a16="http://schemas.microsoft.com/office/drawing/2014/main" id="{7B2F8AFA-FA9A-6F8B-A253-93513FCFE25D}"/>
              </a:ext>
            </a:extLst>
          </p:cNvPr>
          <p:cNvSpPr txBox="1"/>
          <p:nvPr/>
        </p:nvSpPr>
        <p:spPr>
          <a:xfrm>
            <a:off x="9927249" y="1909183"/>
            <a:ext cx="1271502" cy="430887"/>
          </a:xfrm>
          <a:prstGeom prst="rect">
            <a:avLst/>
          </a:prstGeom>
          <a:noFill/>
        </p:spPr>
        <p:txBody>
          <a:bodyPr wrap="none" rtlCol="0">
            <a:spAutoFit/>
          </a:bodyPr>
          <a:lstStyle/>
          <a:p>
            <a:r>
              <a:rPr lang="en-US" altLang="ja-JP" sz="2200" b="1" dirty="0"/>
              <a:t>4</a:t>
            </a:r>
            <a:r>
              <a:rPr kumimoji="1" lang="en-US" altLang="ja-JP" sz="2200" b="1" dirty="0"/>
              <a:t>.</a:t>
            </a:r>
            <a:r>
              <a:rPr kumimoji="1" lang="ja-JP" altLang="en-US" sz="2200" b="1"/>
              <a:t>微調整</a:t>
            </a:r>
            <a:endParaRPr kumimoji="1" lang="en-US" altLang="ja-JP" sz="2200" b="1" dirty="0"/>
          </a:p>
        </p:txBody>
      </p:sp>
      <p:sp>
        <p:nvSpPr>
          <p:cNvPr id="56" name="テキスト ボックス 55">
            <a:extLst>
              <a:ext uri="{FF2B5EF4-FFF2-40B4-BE49-F238E27FC236}">
                <a16:creationId xmlns:a16="http://schemas.microsoft.com/office/drawing/2014/main" id="{7643B543-C71B-9448-2629-A3166CF94173}"/>
              </a:ext>
            </a:extLst>
          </p:cNvPr>
          <p:cNvSpPr txBox="1"/>
          <p:nvPr/>
        </p:nvSpPr>
        <p:spPr>
          <a:xfrm>
            <a:off x="892469" y="2439269"/>
            <a:ext cx="2337140" cy="338554"/>
          </a:xfrm>
          <a:prstGeom prst="rect">
            <a:avLst/>
          </a:prstGeom>
          <a:noFill/>
        </p:spPr>
        <p:txBody>
          <a:bodyPr wrap="square" rtlCol="0">
            <a:spAutoFit/>
          </a:bodyPr>
          <a:lstStyle/>
          <a:p>
            <a:r>
              <a:rPr kumimoji="1" lang="ja-JP" altLang="en-US" sz="1600"/>
              <a:t>膨大な</a:t>
            </a:r>
            <a:r>
              <a:rPr lang="ja-JP" altLang="en-US" sz="1600"/>
              <a:t>データを収集</a:t>
            </a:r>
            <a:endParaRPr kumimoji="1" lang="ja-JP" altLang="en-US" sz="1600"/>
          </a:p>
        </p:txBody>
      </p:sp>
      <p:sp>
        <p:nvSpPr>
          <p:cNvPr id="57" name="テキスト ボックス 56">
            <a:extLst>
              <a:ext uri="{FF2B5EF4-FFF2-40B4-BE49-F238E27FC236}">
                <a16:creationId xmlns:a16="http://schemas.microsoft.com/office/drawing/2014/main" id="{ECBD08BD-8E79-B604-F449-659F5176C30A}"/>
              </a:ext>
            </a:extLst>
          </p:cNvPr>
          <p:cNvSpPr txBox="1"/>
          <p:nvPr/>
        </p:nvSpPr>
        <p:spPr>
          <a:xfrm>
            <a:off x="3700424" y="2340070"/>
            <a:ext cx="2480885" cy="584775"/>
          </a:xfrm>
          <a:prstGeom prst="rect">
            <a:avLst/>
          </a:prstGeom>
          <a:noFill/>
        </p:spPr>
        <p:txBody>
          <a:bodyPr wrap="square" rtlCol="0">
            <a:spAutoFit/>
          </a:bodyPr>
          <a:lstStyle/>
          <a:p>
            <a:r>
              <a:rPr kumimoji="1" lang="ja-JP" altLang="en-US" sz="1600"/>
              <a:t>一部のセルを隠し，それを予測する問題を作成</a:t>
            </a:r>
          </a:p>
        </p:txBody>
      </p:sp>
      <p:sp>
        <p:nvSpPr>
          <p:cNvPr id="58" name="テキスト ボックス 57">
            <a:extLst>
              <a:ext uri="{FF2B5EF4-FFF2-40B4-BE49-F238E27FC236}">
                <a16:creationId xmlns:a16="http://schemas.microsoft.com/office/drawing/2014/main" id="{39FD49EE-DF0E-8913-5333-AAEA3076F656}"/>
              </a:ext>
            </a:extLst>
          </p:cNvPr>
          <p:cNvSpPr txBox="1"/>
          <p:nvPr/>
        </p:nvSpPr>
        <p:spPr>
          <a:xfrm>
            <a:off x="6672811" y="2340070"/>
            <a:ext cx="2337140" cy="584775"/>
          </a:xfrm>
          <a:prstGeom prst="rect">
            <a:avLst/>
          </a:prstGeom>
          <a:noFill/>
        </p:spPr>
        <p:txBody>
          <a:bodyPr wrap="square" rtlCol="0">
            <a:spAutoFit/>
          </a:bodyPr>
          <a:lstStyle/>
          <a:p>
            <a:r>
              <a:rPr kumimoji="1" lang="ja-JP" altLang="en-US" sz="1600"/>
              <a:t>隠したセルを予測し，データ間の相関を学習</a:t>
            </a:r>
          </a:p>
        </p:txBody>
      </p:sp>
      <p:sp>
        <p:nvSpPr>
          <p:cNvPr id="59" name="テキスト ボックス 58">
            <a:extLst>
              <a:ext uri="{FF2B5EF4-FFF2-40B4-BE49-F238E27FC236}">
                <a16:creationId xmlns:a16="http://schemas.microsoft.com/office/drawing/2014/main" id="{6D9161C4-6F39-ADF7-DCFB-AFC30031EF42}"/>
              </a:ext>
            </a:extLst>
          </p:cNvPr>
          <p:cNvSpPr txBox="1"/>
          <p:nvPr/>
        </p:nvSpPr>
        <p:spPr>
          <a:xfrm>
            <a:off x="9496482" y="2351913"/>
            <a:ext cx="2337140" cy="584775"/>
          </a:xfrm>
          <a:prstGeom prst="rect">
            <a:avLst/>
          </a:prstGeom>
          <a:noFill/>
        </p:spPr>
        <p:txBody>
          <a:bodyPr wrap="square" rtlCol="0">
            <a:spAutoFit/>
          </a:bodyPr>
          <a:lstStyle/>
          <a:p>
            <a:r>
              <a:rPr kumimoji="1" lang="ja-JP" altLang="en-US" sz="1600"/>
              <a:t>少量のラベルで目的のタスクに最適化する</a:t>
            </a:r>
          </a:p>
        </p:txBody>
      </p:sp>
      <p:pic>
        <p:nvPicPr>
          <p:cNvPr id="64" name="グラフィックス 63" descr="人工知能 単色塗りつぶし">
            <a:extLst>
              <a:ext uri="{FF2B5EF4-FFF2-40B4-BE49-F238E27FC236}">
                <a16:creationId xmlns:a16="http://schemas.microsoft.com/office/drawing/2014/main" id="{355F9CBC-295B-9FC8-25A3-0A9FEB1057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05800" y="3864035"/>
            <a:ext cx="914400" cy="914400"/>
          </a:xfrm>
          <a:prstGeom prst="rect">
            <a:avLst/>
          </a:prstGeom>
        </p:spPr>
      </p:pic>
      <p:sp>
        <p:nvSpPr>
          <p:cNvPr id="65" name="右矢印 64">
            <a:extLst>
              <a:ext uri="{FF2B5EF4-FFF2-40B4-BE49-F238E27FC236}">
                <a16:creationId xmlns:a16="http://schemas.microsoft.com/office/drawing/2014/main" id="{8A854C00-558F-F4FC-C7C1-F017950EBBE7}"/>
              </a:ext>
            </a:extLst>
          </p:cNvPr>
          <p:cNvSpPr/>
          <p:nvPr/>
        </p:nvSpPr>
        <p:spPr>
          <a:xfrm>
            <a:off x="4508419" y="5274564"/>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68" name="テキスト ボックス 67">
            <a:extLst>
              <a:ext uri="{FF2B5EF4-FFF2-40B4-BE49-F238E27FC236}">
                <a16:creationId xmlns:a16="http://schemas.microsoft.com/office/drawing/2014/main" id="{41B0A02E-AE94-B5F3-2AA4-A8A0DCA41AAC}"/>
              </a:ext>
            </a:extLst>
          </p:cNvPr>
          <p:cNvSpPr txBox="1"/>
          <p:nvPr/>
        </p:nvSpPr>
        <p:spPr>
          <a:xfrm>
            <a:off x="8595947" y="4828216"/>
            <a:ext cx="3705508" cy="707886"/>
          </a:xfrm>
          <a:prstGeom prst="rect">
            <a:avLst/>
          </a:prstGeom>
          <a:noFill/>
        </p:spPr>
        <p:txBody>
          <a:bodyPr wrap="square" rtlCol="0">
            <a:spAutoFit/>
          </a:bodyPr>
          <a:lstStyle/>
          <a:p>
            <a:pPr algn="ctr"/>
            <a:r>
              <a:rPr kumimoji="1" lang="ja-JP" altLang="en-US" sz="2000" b="1"/>
              <a:t>データ間の相関を</a:t>
            </a:r>
            <a:endParaRPr kumimoji="1" lang="en-US" altLang="ja-JP" sz="2000" b="1" dirty="0"/>
          </a:p>
          <a:p>
            <a:pPr algn="ctr"/>
            <a:r>
              <a:rPr kumimoji="1" lang="ja-JP" altLang="en-US" sz="2000" b="1"/>
              <a:t>学習したモデルができる</a:t>
            </a:r>
          </a:p>
        </p:txBody>
      </p:sp>
      <p:sp>
        <p:nvSpPr>
          <p:cNvPr id="72" name="テキスト ボックス 71">
            <a:extLst>
              <a:ext uri="{FF2B5EF4-FFF2-40B4-BE49-F238E27FC236}">
                <a16:creationId xmlns:a16="http://schemas.microsoft.com/office/drawing/2014/main" id="{83E93DA2-4762-6204-7542-2A5E51C9D2F3}"/>
              </a:ext>
            </a:extLst>
          </p:cNvPr>
          <p:cNvSpPr txBox="1"/>
          <p:nvPr/>
        </p:nvSpPr>
        <p:spPr>
          <a:xfrm>
            <a:off x="240082" y="7051830"/>
            <a:ext cx="877163" cy="369332"/>
          </a:xfrm>
          <a:prstGeom prst="rect">
            <a:avLst/>
          </a:prstGeom>
          <a:noFill/>
        </p:spPr>
        <p:txBody>
          <a:bodyPr wrap="none" rtlCol="0">
            <a:spAutoFit/>
          </a:bodyPr>
          <a:lstStyle/>
          <a:p>
            <a:r>
              <a:rPr kumimoji="1" lang="ja-JP" altLang="en-US"/>
              <a:t>ラベル</a:t>
            </a:r>
          </a:p>
        </p:txBody>
      </p:sp>
      <p:sp>
        <p:nvSpPr>
          <p:cNvPr id="4" name="テキスト ボックス 3">
            <a:extLst>
              <a:ext uri="{FF2B5EF4-FFF2-40B4-BE49-F238E27FC236}">
                <a16:creationId xmlns:a16="http://schemas.microsoft.com/office/drawing/2014/main" id="{E2A8E1E6-12C4-0D70-3093-100BB87B5BEA}"/>
              </a:ext>
            </a:extLst>
          </p:cNvPr>
          <p:cNvSpPr txBox="1"/>
          <p:nvPr/>
        </p:nvSpPr>
        <p:spPr>
          <a:xfrm>
            <a:off x="3957158" y="3570490"/>
            <a:ext cx="2262158" cy="369332"/>
          </a:xfrm>
          <a:prstGeom prst="rect">
            <a:avLst/>
          </a:prstGeom>
          <a:noFill/>
        </p:spPr>
        <p:txBody>
          <a:bodyPr wrap="none" rtlCol="0">
            <a:spAutoFit/>
          </a:bodyPr>
          <a:lstStyle/>
          <a:p>
            <a:r>
              <a:rPr kumimoji="1" lang="ja-JP" altLang="en-US"/>
              <a:t>肺がん患者かどうか</a:t>
            </a:r>
          </a:p>
        </p:txBody>
      </p:sp>
      <p:graphicFrame>
        <p:nvGraphicFramePr>
          <p:cNvPr id="6" name="表 5">
            <a:extLst>
              <a:ext uri="{FF2B5EF4-FFF2-40B4-BE49-F238E27FC236}">
                <a16:creationId xmlns:a16="http://schemas.microsoft.com/office/drawing/2014/main" id="{479453D8-B703-3277-066A-A19C9ED7C10A}"/>
              </a:ext>
            </a:extLst>
          </p:cNvPr>
          <p:cNvGraphicFramePr>
            <a:graphicFrameLocks noGrp="1"/>
          </p:cNvGraphicFramePr>
          <p:nvPr>
            <p:extLst>
              <p:ext uri="{D42A27DB-BD31-4B8C-83A1-F6EECF244321}">
                <p14:modId xmlns:p14="http://schemas.microsoft.com/office/powerpoint/2010/main" val="497359160"/>
              </p:ext>
            </p:extLst>
          </p:nvPr>
        </p:nvGraphicFramePr>
        <p:xfrm>
          <a:off x="767174" y="3970302"/>
          <a:ext cx="3506921" cy="2773680"/>
        </p:xfrm>
        <a:graphic>
          <a:graphicData uri="http://schemas.openxmlformats.org/drawingml/2006/table">
            <a:tbl>
              <a:tblPr firstRow="1" bandRow="1">
                <a:tableStyleId>{3B4B98B0-60AC-42C2-AFA5-B58CD77FA1E5}</a:tableStyleId>
              </a:tblPr>
              <a:tblGrid>
                <a:gridCol w="708958">
                  <a:extLst>
                    <a:ext uri="{9D8B030D-6E8A-4147-A177-3AD203B41FA5}">
                      <a16:colId xmlns:a16="http://schemas.microsoft.com/office/drawing/2014/main" val="2496282999"/>
                    </a:ext>
                  </a:extLst>
                </a:gridCol>
                <a:gridCol w="603640">
                  <a:extLst>
                    <a:ext uri="{9D8B030D-6E8A-4147-A177-3AD203B41FA5}">
                      <a16:colId xmlns:a16="http://schemas.microsoft.com/office/drawing/2014/main" val="544436572"/>
                    </a:ext>
                  </a:extLst>
                </a:gridCol>
                <a:gridCol w="731441">
                  <a:extLst>
                    <a:ext uri="{9D8B030D-6E8A-4147-A177-3AD203B41FA5}">
                      <a16:colId xmlns:a16="http://schemas.microsoft.com/office/drawing/2014/main" val="3853200450"/>
                    </a:ext>
                  </a:extLst>
                </a:gridCol>
                <a:gridCol w="591744">
                  <a:extLst>
                    <a:ext uri="{9D8B030D-6E8A-4147-A177-3AD203B41FA5}">
                      <a16:colId xmlns:a16="http://schemas.microsoft.com/office/drawing/2014/main" val="3896458265"/>
                    </a:ext>
                  </a:extLst>
                </a:gridCol>
                <a:gridCol w="871138">
                  <a:extLst>
                    <a:ext uri="{9D8B030D-6E8A-4147-A177-3AD203B41FA5}">
                      <a16:colId xmlns:a16="http://schemas.microsoft.com/office/drawing/2014/main" val="333148011"/>
                    </a:ext>
                  </a:extLst>
                </a:gridCol>
              </a:tblGrid>
              <a:tr h="291052">
                <a:tc>
                  <a:txBody>
                    <a:bodyPr/>
                    <a:lstStyle/>
                    <a:p>
                      <a:pPr algn="ctr"/>
                      <a:r>
                        <a:rPr kumimoji="1" lang="ja-JP" altLang="en-US" sz="1600"/>
                        <a:t>患者</a:t>
                      </a:r>
                      <a:br>
                        <a:rPr kumimoji="1" lang="en-US" altLang="ja-JP" sz="1600" dirty="0"/>
                      </a:br>
                      <a:r>
                        <a:rPr kumimoji="1" lang="en-US" altLang="ja-JP" sz="1600" dirty="0"/>
                        <a:t>ID</a:t>
                      </a:r>
                      <a:endParaRPr kumimoji="1" lang="ja-JP" altLang="en-US" sz="1600"/>
                    </a:p>
                  </a:txBody>
                  <a:tcPr/>
                </a:tc>
                <a:tc>
                  <a:txBody>
                    <a:bodyPr/>
                    <a:lstStyle/>
                    <a:p>
                      <a:pPr algn="ctr"/>
                      <a:r>
                        <a:rPr kumimoji="1" lang="ja-JP" altLang="en-US" sz="1600"/>
                        <a:t>年齢</a:t>
                      </a:r>
                    </a:p>
                  </a:txBody>
                  <a:tcPr/>
                </a:tc>
                <a:tc>
                  <a:txBody>
                    <a:bodyPr/>
                    <a:lstStyle/>
                    <a:p>
                      <a:pPr algn="ctr"/>
                      <a:r>
                        <a:rPr kumimoji="1" lang="ja-JP" altLang="en-US" sz="1600"/>
                        <a:t>喫煙</a:t>
                      </a:r>
                      <a:br>
                        <a:rPr kumimoji="1" lang="en-US" altLang="ja-JP" sz="1600" dirty="0"/>
                      </a:br>
                      <a:endParaRPr kumimoji="1" lang="ja-JP" altLang="en-US" sz="1600"/>
                    </a:p>
                  </a:txBody>
                  <a:tcPr/>
                </a:tc>
                <a:tc>
                  <a:txBody>
                    <a:bodyPr/>
                    <a:lstStyle/>
                    <a:p>
                      <a:pPr algn="ctr"/>
                      <a:r>
                        <a:rPr kumimoji="1" lang="ja-JP" altLang="en-US" sz="1600"/>
                        <a:t>血圧</a:t>
                      </a:r>
                    </a:p>
                  </a:txBody>
                  <a:tcPr/>
                </a:tc>
                <a:tc>
                  <a:txBody>
                    <a:bodyPr/>
                    <a:lstStyle/>
                    <a:p>
                      <a:pPr algn="ctr"/>
                      <a:r>
                        <a:rPr kumimoji="1" lang="ja-JP" altLang="en-US" strike="sngStrike"/>
                        <a:t>肺癌</a:t>
                      </a:r>
                    </a:p>
                  </a:txBody>
                  <a:tcPr/>
                </a:tc>
                <a:extLst>
                  <a:ext uri="{0D108BD9-81ED-4DB2-BD59-A6C34878D82A}">
                    <a16:rowId xmlns:a16="http://schemas.microsoft.com/office/drawing/2014/main" val="2055531652"/>
                  </a:ext>
                </a:extLst>
              </a:tr>
              <a:tr h="291052">
                <a:tc>
                  <a:txBody>
                    <a:bodyPr/>
                    <a:lstStyle/>
                    <a:p>
                      <a:pPr algn="ctr"/>
                      <a:r>
                        <a:rPr kumimoji="1" lang="en-US" altLang="ja-JP" sz="1600" dirty="0"/>
                        <a:t>A</a:t>
                      </a:r>
                      <a:endParaRPr kumimoji="1" lang="ja-JP" altLang="en-US" sz="1600"/>
                    </a:p>
                  </a:txBody>
                  <a:tcPr/>
                </a:tc>
                <a:tc>
                  <a:txBody>
                    <a:bodyPr/>
                    <a:lstStyle/>
                    <a:p>
                      <a:pPr algn="ctr"/>
                      <a:r>
                        <a:rPr kumimoji="1" lang="en-US" altLang="ja-JP" sz="1600" dirty="0"/>
                        <a:t>65</a:t>
                      </a:r>
                      <a:endParaRPr kumimoji="1" lang="ja-JP" altLang="en-US" sz="1600"/>
                    </a:p>
                  </a:txBody>
                  <a:tcPr/>
                </a:tc>
                <a:tc>
                  <a:txBody>
                    <a:bodyPr/>
                    <a:lstStyle/>
                    <a:p>
                      <a:pPr algn="ctr"/>
                      <a:r>
                        <a:rPr kumimoji="1" lang="ja-JP" altLang="en-US" sz="1600"/>
                        <a:t>喫煙</a:t>
                      </a:r>
                    </a:p>
                  </a:txBody>
                  <a:tcPr/>
                </a:tc>
                <a:tc>
                  <a:txBody>
                    <a:bodyPr/>
                    <a:lstStyle/>
                    <a:p>
                      <a:pPr algn="ctr"/>
                      <a:r>
                        <a:rPr kumimoji="1" lang="ja-JP" altLang="en-US" sz="1600"/>
                        <a:t>高</a:t>
                      </a:r>
                    </a:p>
                  </a:txBody>
                  <a:tcPr/>
                </a:tc>
                <a:tc>
                  <a:txBody>
                    <a:bodyPr/>
                    <a:lstStyle/>
                    <a:p>
                      <a:pPr algn="ctr"/>
                      <a:r>
                        <a:rPr kumimoji="1" lang="ja-JP" altLang="en-US" b="1" strike="sngStrike"/>
                        <a:t>⭕️</a:t>
                      </a:r>
                      <a:endParaRPr kumimoji="1" lang="ja-JP" altLang="en-US" strike="sngStrike"/>
                    </a:p>
                  </a:txBody>
                  <a:tcPr/>
                </a:tc>
                <a:extLst>
                  <a:ext uri="{0D108BD9-81ED-4DB2-BD59-A6C34878D82A}">
                    <a16:rowId xmlns:a16="http://schemas.microsoft.com/office/drawing/2014/main" val="2277551511"/>
                  </a:ext>
                </a:extLst>
              </a:tr>
              <a:tr h="291052">
                <a:tc>
                  <a:txBody>
                    <a:bodyPr/>
                    <a:lstStyle/>
                    <a:p>
                      <a:pPr algn="ctr"/>
                      <a:r>
                        <a:rPr kumimoji="1" lang="en-US" altLang="ja-JP" sz="1600" dirty="0"/>
                        <a:t>B</a:t>
                      </a:r>
                      <a:endParaRPr kumimoji="1" lang="ja-JP" altLang="en-US" sz="1600"/>
                    </a:p>
                  </a:txBody>
                  <a:tcPr/>
                </a:tc>
                <a:tc>
                  <a:txBody>
                    <a:bodyPr/>
                    <a:lstStyle/>
                    <a:p>
                      <a:pPr algn="ctr"/>
                      <a:r>
                        <a:rPr kumimoji="1" lang="en-US" altLang="ja-JP" sz="1600" dirty="0"/>
                        <a:t>25</a:t>
                      </a:r>
                      <a:endParaRPr kumimoji="1" lang="ja-JP" altLang="en-US" sz="1600"/>
                    </a:p>
                  </a:txBody>
                  <a:tcPr/>
                </a:tc>
                <a:tc>
                  <a:txBody>
                    <a:bodyPr/>
                    <a:lstStyle/>
                    <a:p>
                      <a:pPr algn="ctr"/>
                      <a:r>
                        <a:rPr kumimoji="1" lang="ja-JP" altLang="en-US" sz="1600" dirty="0"/>
                        <a:t>禁煙</a:t>
                      </a:r>
                    </a:p>
                  </a:txBody>
                  <a:tcPr/>
                </a:tc>
                <a:tc>
                  <a:txBody>
                    <a:bodyPr/>
                    <a:lstStyle/>
                    <a:p>
                      <a:pPr algn="ctr"/>
                      <a:r>
                        <a:rPr kumimoji="1" lang="ja-JP" altLang="en-US" sz="1600" dirty="0"/>
                        <a:t>普</a:t>
                      </a:r>
                    </a:p>
                  </a:txBody>
                  <a:tcPr/>
                </a:tc>
                <a:tc>
                  <a:txBody>
                    <a:bodyPr/>
                    <a:lstStyle/>
                    <a:p>
                      <a:pPr algn="ctr"/>
                      <a:r>
                        <a:rPr kumimoji="1" lang="ja-JP" altLang="en-US" strike="sngStrike"/>
                        <a:t>❌</a:t>
                      </a:r>
                    </a:p>
                  </a:txBody>
                  <a:tcPr/>
                </a:tc>
                <a:extLst>
                  <a:ext uri="{0D108BD9-81ED-4DB2-BD59-A6C34878D82A}">
                    <a16:rowId xmlns:a16="http://schemas.microsoft.com/office/drawing/2014/main" val="2911145715"/>
                  </a:ext>
                </a:extLst>
              </a:tr>
              <a:tr h="309688">
                <a:tc>
                  <a:txBody>
                    <a:bodyPr/>
                    <a:lstStyle/>
                    <a:p>
                      <a:pPr algn="ctr"/>
                      <a:r>
                        <a:rPr kumimoji="1" lang="en-US" altLang="ja-JP" sz="1600" dirty="0"/>
                        <a:t>C</a:t>
                      </a:r>
                      <a:endParaRPr kumimoji="1" lang="ja-JP" altLang="en-US" sz="1600"/>
                    </a:p>
                  </a:txBody>
                  <a:tcPr/>
                </a:tc>
                <a:tc>
                  <a:txBody>
                    <a:bodyPr/>
                    <a:lstStyle/>
                    <a:p>
                      <a:pPr algn="ctr"/>
                      <a:r>
                        <a:rPr kumimoji="1" lang="en-US" altLang="ja-JP" sz="1600" dirty="0"/>
                        <a:t>30</a:t>
                      </a:r>
                      <a:endParaRPr kumimoji="1" lang="ja-JP" altLang="en-US" sz="1600"/>
                    </a:p>
                  </a:txBody>
                  <a:tcPr/>
                </a:tc>
                <a:tc>
                  <a:txBody>
                    <a:bodyPr/>
                    <a:lstStyle/>
                    <a:p>
                      <a:pPr algn="ctr"/>
                      <a:r>
                        <a:rPr kumimoji="1" lang="ja-JP" altLang="en-US" sz="1600"/>
                        <a:t>禁煙</a:t>
                      </a:r>
                    </a:p>
                  </a:txBody>
                  <a:tcPr/>
                </a:tc>
                <a:tc>
                  <a:txBody>
                    <a:bodyPr/>
                    <a:lstStyle/>
                    <a:p>
                      <a:pPr algn="ctr"/>
                      <a:r>
                        <a:rPr kumimoji="1" lang="ja-JP" altLang="en-US" sz="1600"/>
                        <a:t>高</a:t>
                      </a:r>
                    </a:p>
                  </a:txBody>
                  <a:tcPr/>
                </a:tc>
                <a:tc>
                  <a:txBody>
                    <a:bodyPr/>
                    <a:lstStyle/>
                    <a:p>
                      <a:pPr algn="ctr"/>
                      <a:r>
                        <a:rPr kumimoji="1" lang="ja-JP" altLang="en-US" strike="sngStrike"/>
                        <a:t>❌</a:t>
                      </a:r>
                    </a:p>
                  </a:txBody>
                  <a:tcPr/>
                </a:tc>
                <a:extLst>
                  <a:ext uri="{0D108BD9-81ED-4DB2-BD59-A6C34878D82A}">
                    <a16:rowId xmlns:a16="http://schemas.microsoft.com/office/drawing/2014/main" val="2717377868"/>
                  </a:ext>
                </a:extLst>
              </a:tr>
              <a:tr h="291052">
                <a:tc>
                  <a:txBody>
                    <a:bodyPr/>
                    <a:lstStyle/>
                    <a:p>
                      <a:pPr algn="ctr"/>
                      <a:r>
                        <a:rPr kumimoji="1" lang="en-US" altLang="ja-JP" sz="1600" dirty="0"/>
                        <a:t>D</a:t>
                      </a:r>
                      <a:endParaRPr kumimoji="1" lang="ja-JP" altLang="en-US" sz="1600"/>
                    </a:p>
                  </a:txBody>
                  <a:tcPr/>
                </a:tc>
                <a:tc>
                  <a:txBody>
                    <a:bodyPr/>
                    <a:lstStyle/>
                    <a:p>
                      <a:pPr algn="ctr"/>
                      <a:r>
                        <a:rPr kumimoji="1" lang="en-US" altLang="ja-JP" sz="1600" dirty="0"/>
                        <a:t>50</a:t>
                      </a:r>
                    </a:p>
                  </a:txBody>
                  <a:tcPr/>
                </a:tc>
                <a:tc>
                  <a:txBody>
                    <a:bodyPr/>
                    <a:lstStyle/>
                    <a:p>
                      <a:pPr algn="ctr"/>
                      <a:r>
                        <a:rPr kumimoji="1" lang="ja-JP" altLang="en-US" sz="1600"/>
                        <a:t>喫煙</a:t>
                      </a:r>
                    </a:p>
                  </a:txBody>
                  <a:tcPr/>
                </a:tc>
                <a:tc>
                  <a:txBody>
                    <a:bodyPr/>
                    <a:lstStyle/>
                    <a:p>
                      <a:pPr algn="ctr"/>
                      <a:r>
                        <a:rPr kumimoji="1" lang="ja-JP" altLang="en-US" sz="1600"/>
                        <a:t>高</a:t>
                      </a:r>
                      <a:endParaRPr kumimoji="1" lang="en-US" altLang="ja-JP" sz="1600" dirty="0"/>
                    </a:p>
                  </a:txBody>
                  <a:tcPr/>
                </a:tc>
                <a:tc>
                  <a:txBody>
                    <a:bodyPr/>
                    <a:lstStyle/>
                    <a:p>
                      <a:pPr algn="ctr"/>
                      <a:r>
                        <a:rPr kumimoji="1" lang="ja-JP" altLang="en-US" b="1" strike="sngStrike"/>
                        <a:t>⭕️</a:t>
                      </a:r>
                    </a:p>
                  </a:txBody>
                  <a:tcPr/>
                </a:tc>
                <a:extLst>
                  <a:ext uri="{0D108BD9-81ED-4DB2-BD59-A6C34878D82A}">
                    <a16:rowId xmlns:a16="http://schemas.microsoft.com/office/drawing/2014/main" val="3240614734"/>
                  </a:ext>
                </a:extLst>
              </a:tr>
              <a:tr h="291052">
                <a:tc>
                  <a:txBody>
                    <a:bodyPr/>
                    <a:lstStyle/>
                    <a:p>
                      <a:pPr algn="ctr"/>
                      <a:r>
                        <a:rPr kumimoji="1" lang="en-US" altLang="ja-JP" sz="1600" dirty="0"/>
                        <a:t>E</a:t>
                      </a:r>
                      <a:endParaRPr kumimoji="1" lang="ja-JP" altLang="en-US" sz="1600"/>
                    </a:p>
                  </a:txBody>
                  <a:tcPr/>
                </a:tc>
                <a:tc>
                  <a:txBody>
                    <a:bodyPr/>
                    <a:lstStyle/>
                    <a:p>
                      <a:pPr algn="ctr"/>
                      <a:r>
                        <a:rPr kumimoji="1" lang="en-US" altLang="ja-JP" sz="1600" dirty="0"/>
                        <a:t>15</a:t>
                      </a:r>
                      <a:endParaRPr kumimoji="1" lang="ja-JP" altLang="en-US" sz="1600"/>
                    </a:p>
                  </a:txBody>
                  <a:tcPr/>
                </a:tc>
                <a:tc>
                  <a:txBody>
                    <a:bodyPr/>
                    <a:lstStyle/>
                    <a:p>
                      <a:pPr algn="ctr"/>
                      <a:r>
                        <a:rPr kumimoji="1" lang="ja-JP" altLang="en-US" sz="1600"/>
                        <a:t>禁煙</a:t>
                      </a:r>
                    </a:p>
                  </a:txBody>
                  <a:tcPr/>
                </a:tc>
                <a:tc>
                  <a:txBody>
                    <a:bodyPr/>
                    <a:lstStyle/>
                    <a:p>
                      <a:pPr algn="ctr"/>
                      <a:r>
                        <a:rPr kumimoji="1" lang="ja-JP" altLang="en-US" sz="1600"/>
                        <a:t>低</a:t>
                      </a:r>
                    </a:p>
                  </a:txBody>
                  <a:tcPr/>
                </a:tc>
                <a:tc>
                  <a:txBody>
                    <a:bodyPr/>
                    <a:lstStyle/>
                    <a:p>
                      <a:pPr algn="ctr"/>
                      <a:r>
                        <a:rPr kumimoji="1" lang="ja-JP" altLang="en-US" strike="sngStrike"/>
                        <a:t>❌</a:t>
                      </a:r>
                    </a:p>
                  </a:txBody>
                  <a:tcPr/>
                </a:tc>
                <a:extLst>
                  <a:ext uri="{0D108BD9-81ED-4DB2-BD59-A6C34878D82A}">
                    <a16:rowId xmlns:a16="http://schemas.microsoft.com/office/drawing/2014/main" val="3225296712"/>
                  </a:ext>
                </a:extLst>
              </a:tr>
              <a:tr h="291052">
                <a:tc gridSpan="4">
                  <a:txBody>
                    <a:bodyPr/>
                    <a:lstStyle/>
                    <a:p>
                      <a:pPr algn="ctr"/>
                      <a:r>
                        <a:rPr kumimoji="1" lang="ja-JP" altLang="en-US" sz="1600" dirty="0"/>
                        <a:t>：</a:t>
                      </a:r>
                    </a:p>
                  </a:txBody>
                  <a:tcPr/>
                </a:tc>
                <a:tc hMerge="1">
                  <a:txBody>
                    <a:bodyPr/>
                    <a:lstStyle/>
                    <a:p>
                      <a:pPr algn="ctr"/>
                      <a:endParaRPr kumimoji="1" lang="ja-JP" altLang="en-US"/>
                    </a:p>
                  </a:txBody>
                  <a:tcPr/>
                </a:tc>
                <a:tc hMerge="1">
                  <a:txBody>
                    <a:bodyPr/>
                    <a:lstStyle/>
                    <a:p>
                      <a:pPr algn="ctr"/>
                      <a:endParaRPr kumimoji="1" lang="ja-JP" altLang="en-US"/>
                    </a:p>
                  </a:txBody>
                  <a:tcPr/>
                </a:tc>
                <a:tc hMerge="1">
                  <a:txBody>
                    <a:bodyPr/>
                    <a:lstStyle/>
                    <a:p>
                      <a:pPr algn="ctr"/>
                      <a:endParaRPr kumimoji="1" lang="ja-JP" altLang="en-US"/>
                    </a:p>
                  </a:txBody>
                  <a:tcPr/>
                </a:tc>
                <a:tc>
                  <a:txBody>
                    <a:bodyPr/>
                    <a:lstStyle/>
                    <a:p>
                      <a:pPr algn="ctr"/>
                      <a:endParaRPr kumimoji="1" lang="ja-JP" altLang="en-US" strike="sngStrike"/>
                    </a:p>
                  </a:txBody>
                  <a:tcPr/>
                </a:tc>
                <a:extLst>
                  <a:ext uri="{0D108BD9-81ED-4DB2-BD59-A6C34878D82A}">
                    <a16:rowId xmlns:a16="http://schemas.microsoft.com/office/drawing/2014/main" val="4217469324"/>
                  </a:ext>
                </a:extLst>
              </a:tr>
            </a:tbl>
          </a:graphicData>
        </a:graphic>
      </p:graphicFrame>
      <p:graphicFrame>
        <p:nvGraphicFramePr>
          <p:cNvPr id="7" name="表 6">
            <a:extLst>
              <a:ext uri="{FF2B5EF4-FFF2-40B4-BE49-F238E27FC236}">
                <a16:creationId xmlns:a16="http://schemas.microsoft.com/office/drawing/2014/main" id="{3616C4F2-89B6-4D89-73C2-27870715C7AE}"/>
              </a:ext>
            </a:extLst>
          </p:cNvPr>
          <p:cNvGraphicFramePr>
            <a:graphicFrameLocks noGrp="1"/>
          </p:cNvGraphicFramePr>
          <p:nvPr>
            <p:extLst>
              <p:ext uri="{D42A27DB-BD31-4B8C-83A1-F6EECF244321}">
                <p14:modId xmlns:p14="http://schemas.microsoft.com/office/powerpoint/2010/main" val="1177245546"/>
              </p:ext>
            </p:extLst>
          </p:nvPr>
        </p:nvGraphicFramePr>
        <p:xfrm>
          <a:off x="5314053" y="3970302"/>
          <a:ext cx="3506921" cy="2773680"/>
        </p:xfrm>
        <a:graphic>
          <a:graphicData uri="http://schemas.openxmlformats.org/drawingml/2006/table">
            <a:tbl>
              <a:tblPr firstRow="1" bandRow="1">
                <a:tableStyleId>{3B4B98B0-60AC-42C2-AFA5-B58CD77FA1E5}</a:tableStyleId>
              </a:tblPr>
              <a:tblGrid>
                <a:gridCol w="708958">
                  <a:extLst>
                    <a:ext uri="{9D8B030D-6E8A-4147-A177-3AD203B41FA5}">
                      <a16:colId xmlns:a16="http://schemas.microsoft.com/office/drawing/2014/main" val="2496282999"/>
                    </a:ext>
                  </a:extLst>
                </a:gridCol>
                <a:gridCol w="603640">
                  <a:extLst>
                    <a:ext uri="{9D8B030D-6E8A-4147-A177-3AD203B41FA5}">
                      <a16:colId xmlns:a16="http://schemas.microsoft.com/office/drawing/2014/main" val="544436572"/>
                    </a:ext>
                  </a:extLst>
                </a:gridCol>
                <a:gridCol w="731441">
                  <a:extLst>
                    <a:ext uri="{9D8B030D-6E8A-4147-A177-3AD203B41FA5}">
                      <a16:colId xmlns:a16="http://schemas.microsoft.com/office/drawing/2014/main" val="3853200450"/>
                    </a:ext>
                  </a:extLst>
                </a:gridCol>
                <a:gridCol w="591744">
                  <a:extLst>
                    <a:ext uri="{9D8B030D-6E8A-4147-A177-3AD203B41FA5}">
                      <a16:colId xmlns:a16="http://schemas.microsoft.com/office/drawing/2014/main" val="3896458265"/>
                    </a:ext>
                  </a:extLst>
                </a:gridCol>
                <a:gridCol w="871138">
                  <a:extLst>
                    <a:ext uri="{9D8B030D-6E8A-4147-A177-3AD203B41FA5}">
                      <a16:colId xmlns:a16="http://schemas.microsoft.com/office/drawing/2014/main" val="333148011"/>
                    </a:ext>
                  </a:extLst>
                </a:gridCol>
              </a:tblGrid>
              <a:tr h="291052">
                <a:tc>
                  <a:txBody>
                    <a:bodyPr/>
                    <a:lstStyle/>
                    <a:p>
                      <a:pPr algn="ctr"/>
                      <a:r>
                        <a:rPr kumimoji="1" lang="ja-JP" altLang="en-US" sz="1600"/>
                        <a:t>患者</a:t>
                      </a:r>
                      <a:br>
                        <a:rPr kumimoji="1" lang="en-US" altLang="ja-JP" sz="1600" dirty="0"/>
                      </a:br>
                      <a:r>
                        <a:rPr kumimoji="1" lang="en-US" altLang="ja-JP" sz="1600" dirty="0"/>
                        <a:t>ID</a:t>
                      </a:r>
                      <a:endParaRPr kumimoji="1" lang="ja-JP" altLang="en-US" sz="1600"/>
                    </a:p>
                  </a:txBody>
                  <a:tcPr/>
                </a:tc>
                <a:tc>
                  <a:txBody>
                    <a:bodyPr/>
                    <a:lstStyle/>
                    <a:p>
                      <a:pPr algn="ctr"/>
                      <a:r>
                        <a:rPr kumimoji="1" lang="ja-JP" altLang="en-US" sz="1600"/>
                        <a:t>年齢</a:t>
                      </a:r>
                    </a:p>
                  </a:txBody>
                  <a:tcPr/>
                </a:tc>
                <a:tc>
                  <a:txBody>
                    <a:bodyPr/>
                    <a:lstStyle/>
                    <a:p>
                      <a:pPr algn="ctr"/>
                      <a:r>
                        <a:rPr kumimoji="1" lang="ja-JP" altLang="en-US" sz="1600"/>
                        <a:t>喫煙</a:t>
                      </a:r>
                      <a:br>
                        <a:rPr kumimoji="1" lang="en-US" altLang="ja-JP" sz="1600" dirty="0"/>
                      </a:br>
                      <a:endParaRPr kumimoji="1" lang="ja-JP" altLang="en-US" sz="1600"/>
                    </a:p>
                  </a:txBody>
                  <a:tcPr/>
                </a:tc>
                <a:tc>
                  <a:txBody>
                    <a:bodyPr/>
                    <a:lstStyle/>
                    <a:p>
                      <a:pPr algn="ctr"/>
                      <a:r>
                        <a:rPr kumimoji="1" lang="ja-JP" altLang="en-US" sz="1600"/>
                        <a:t>血圧</a:t>
                      </a:r>
                    </a:p>
                  </a:txBody>
                  <a:tcPr/>
                </a:tc>
                <a:tc>
                  <a:txBody>
                    <a:bodyPr/>
                    <a:lstStyle/>
                    <a:p>
                      <a:pPr algn="ctr"/>
                      <a:r>
                        <a:rPr kumimoji="1" lang="ja-JP" altLang="en-US" strike="sngStrike"/>
                        <a:t>肺癌</a:t>
                      </a:r>
                    </a:p>
                  </a:txBody>
                  <a:tcPr/>
                </a:tc>
                <a:extLst>
                  <a:ext uri="{0D108BD9-81ED-4DB2-BD59-A6C34878D82A}">
                    <a16:rowId xmlns:a16="http://schemas.microsoft.com/office/drawing/2014/main" val="2055531652"/>
                  </a:ext>
                </a:extLst>
              </a:tr>
              <a:tr h="291052">
                <a:tc>
                  <a:txBody>
                    <a:bodyPr/>
                    <a:lstStyle/>
                    <a:p>
                      <a:pPr algn="ctr"/>
                      <a:r>
                        <a:rPr kumimoji="1" lang="en-US" altLang="ja-JP" sz="1600" dirty="0"/>
                        <a:t>A</a:t>
                      </a:r>
                      <a:endParaRPr kumimoji="1" lang="ja-JP" altLang="en-US" sz="16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t>❓</a:t>
                      </a:r>
                      <a:endParaRPr kumimoji="1" lang="ja-JP" altLang="en-US" sz="1600" dirty="0"/>
                    </a:p>
                  </a:txBody>
                  <a:tcPr/>
                </a:tc>
                <a:tc>
                  <a:txBody>
                    <a:bodyPr/>
                    <a:lstStyle/>
                    <a:p>
                      <a:pPr algn="ctr"/>
                      <a:r>
                        <a:rPr kumimoji="1" lang="ja-JP" altLang="en-US" sz="1600"/>
                        <a:t>喫煙</a:t>
                      </a:r>
                    </a:p>
                  </a:txBody>
                  <a:tcPr/>
                </a:tc>
                <a:tc>
                  <a:txBody>
                    <a:bodyPr/>
                    <a:lstStyle/>
                    <a:p>
                      <a:pPr algn="ctr"/>
                      <a:r>
                        <a:rPr kumimoji="1" lang="ja-JP" altLang="en-US" sz="1600"/>
                        <a:t>高</a:t>
                      </a:r>
                    </a:p>
                  </a:txBody>
                  <a:tcPr/>
                </a:tc>
                <a:tc>
                  <a:txBody>
                    <a:bodyPr/>
                    <a:lstStyle/>
                    <a:p>
                      <a:pPr algn="ctr"/>
                      <a:r>
                        <a:rPr kumimoji="1" lang="ja-JP" altLang="en-US" b="1" strike="sngStrike"/>
                        <a:t>⭕️</a:t>
                      </a:r>
                      <a:endParaRPr kumimoji="1" lang="ja-JP" altLang="en-US" strike="sngStrike"/>
                    </a:p>
                  </a:txBody>
                  <a:tcPr/>
                </a:tc>
                <a:extLst>
                  <a:ext uri="{0D108BD9-81ED-4DB2-BD59-A6C34878D82A}">
                    <a16:rowId xmlns:a16="http://schemas.microsoft.com/office/drawing/2014/main" val="2277551511"/>
                  </a:ext>
                </a:extLst>
              </a:tr>
              <a:tr h="291052">
                <a:tc>
                  <a:txBody>
                    <a:bodyPr/>
                    <a:lstStyle/>
                    <a:p>
                      <a:pPr algn="ctr"/>
                      <a:r>
                        <a:rPr kumimoji="1" lang="en-US" altLang="ja-JP" sz="1600" dirty="0"/>
                        <a:t>B</a:t>
                      </a:r>
                      <a:endParaRPr kumimoji="1" lang="ja-JP" altLang="en-US" sz="1600"/>
                    </a:p>
                  </a:txBody>
                  <a:tcPr/>
                </a:tc>
                <a:tc>
                  <a:txBody>
                    <a:bodyPr/>
                    <a:lstStyle/>
                    <a:p>
                      <a:pPr algn="ctr"/>
                      <a:r>
                        <a:rPr kumimoji="1" lang="en-US" altLang="ja-JP" sz="1600" dirty="0"/>
                        <a:t>25</a:t>
                      </a:r>
                      <a:endParaRPr kumimoji="1" lang="ja-JP" altLang="en-US" sz="16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t>❓</a:t>
                      </a:r>
                      <a:endParaRPr kumimoji="1" lang="ja-JP" altLang="en-US" sz="1600" dirty="0"/>
                    </a:p>
                  </a:txBody>
                  <a:tcPr/>
                </a:tc>
                <a:tc>
                  <a:txBody>
                    <a:bodyPr/>
                    <a:lstStyle/>
                    <a:p>
                      <a:pPr algn="ctr"/>
                      <a:r>
                        <a:rPr kumimoji="1" lang="ja-JP" altLang="en-US" sz="1600" dirty="0"/>
                        <a:t>普</a:t>
                      </a:r>
                    </a:p>
                  </a:txBody>
                  <a:tcPr/>
                </a:tc>
                <a:tc>
                  <a:txBody>
                    <a:bodyPr/>
                    <a:lstStyle/>
                    <a:p>
                      <a:pPr algn="ctr"/>
                      <a:r>
                        <a:rPr kumimoji="1" lang="ja-JP" altLang="en-US" strike="sngStrike"/>
                        <a:t>❌</a:t>
                      </a:r>
                    </a:p>
                  </a:txBody>
                  <a:tcPr/>
                </a:tc>
                <a:extLst>
                  <a:ext uri="{0D108BD9-81ED-4DB2-BD59-A6C34878D82A}">
                    <a16:rowId xmlns:a16="http://schemas.microsoft.com/office/drawing/2014/main" val="2911145715"/>
                  </a:ext>
                </a:extLst>
              </a:tr>
              <a:tr h="309688">
                <a:tc>
                  <a:txBody>
                    <a:bodyPr/>
                    <a:lstStyle/>
                    <a:p>
                      <a:pPr algn="ctr"/>
                      <a:r>
                        <a:rPr kumimoji="1" lang="en-US" altLang="ja-JP" sz="1600" dirty="0"/>
                        <a:t>C</a:t>
                      </a:r>
                      <a:endParaRPr kumimoji="1" lang="ja-JP" altLang="en-US" sz="1600"/>
                    </a:p>
                  </a:txBody>
                  <a:tcPr/>
                </a:tc>
                <a:tc>
                  <a:txBody>
                    <a:bodyPr/>
                    <a:lstStyle/>
                    <a:p>
                      <a:pPr algn="ctr"/>
                      <a:r>
                        <a:rPr kumimoji="1" lang="en-US" altLang="ja-JP" sz="1600" dirty="0"/>
                        <a:t>30</a:t>
                      </a:r>
                      <a:endParaRPr kumimoji="1" lang="ja-JP" altLang="en-US" sz="1600"/>
                    </a:p>
                  </a:txBody>
                  <a:tcPr/>
                </a:tc>
                <a:tc>
                  <a:txBody>
                    <a:bodyPr/>
                    <a:lstStyle/>
                    <a:p>
                      <a:pPr algn="ctr"/>
                      <a:r>
                        <a:rPr kumimoji="1" lang="ja-JP" altLang="en-US" sz="1600"/>
                        <a:t>禁煙</a:t>
                      </a:r>
                    </a:p>
                  </a:txBody>
                  <a:tcPr/>
                </a:tc>
                <a:tc>
                  <a:txBody>
                    <a:bodyPr/>
                    <a:lstStyle/>
                    <a:p>
                      <a:pPr algn="ctr"/>
                      <a:r>
                        <a:rPr kumimoji="1" lang="ja-JP" altLang="en-US" sz="1600"/>
                        <a:t>高</a:t>
                      </a:r>
                    </a:p>
                  </a:txBody>
                  <a:tcPr/>
                </a:tc>
                <a:tc>
                  <a:txBody>
                    <a:bodyPr/>
                    <a:lstStyle/>
                    <a:p>
                      <a:pPr algn="ctr"/>
                      <a:r>
                        <a:rPr kumimoji="1" lang="ja-JP" altLang="en-US" strike="sngStrike"/>
                        <a:t>❌</a:t>
                      </a:r>
                    </a:p>
                  </a:txBody>
                  <a:tcPr/>
                </a:tc>
                <a:extLst>
                  <a:ext uri="{0D108BD9-81ED-4DB2-BD59-A6C34878D82A}">
                    <a16:rowId xmlns:a16="http://schemas.microsoft.com/office/drawing/2014/main" val="2717377868"/>
                  </a:ext>
                </a:extLst>
              </a:tr>
              <a:tr h="291052">
                <a:tc>
                  <a:txBody>
                    <a:bodyPr/>
                    <a:lstStyle/>
                    <a:p>
                      <a:pPr algn="ctr"/>
                      <a:r>
                        <a:rPr kumimoji="1" lang="en-US" altLang="ja-JP" sz="1600" dirty="0"/>
                        <a:t>D</a:t>
                      </a:r>
                      <a:endParaRPr kumimoji="1" lang="ja-JP" altLang="en-US" sz="1600"/>
                    </a:p>
                  </a:txBody>
                  <a:tcPr/>
                </a:tc>
                <a:tc>
                  <a:txBody>
                    <a:bodyPr/>
                    <a:lstStyle/>
                    <a:p>
                      <a:pPr algn="ctr"/>
                      <a:r>
                        <a:rPr kumimoji="1" lang="en-US" altLang="ja-JP" sz="1600" dirty="0"/>
                        <a:t>50</a:t>
                      </a:r>
                    </a:p>
                  </a:txBody>
                  <a:tcPr/>
                </a:tc>
                <a:tc>
                  <a:txBody>
                    <a:bodyPr/>
                    <a:lstStyle/>
                    <a:p>
                      <a:pPr algn="ctr"/>
                      <a:r>
                        <a:rPr kumimoji="1" lang="ja-JP" altLang="en-US" sz="1600"/>
                        <a:t>喫煙</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t>❓</a:t>
                      </a:r>
                      <a:endParaRPr kumimoji="1" lang="ja-JP" altLang="en-US" sz="1600" dirty="0"/>
                    </a:p>
                  </a:txBody>
                  <a:tcPr/>
                </a:tc>
                <a:tc>
                  <a:txBody>
                    <a:bodyPr/>
                    <a:lstStyle/>
                    <a:p>
                      <a:pPr algn="ctr"/>
                      <a:r>
                        <a:rPr kumimoji="1" lang="ja-JP" altLang="en-US" b="1" strike="sngStrike"/>
                        <a:t>⭕️</a:t>
                      </a:r>
                    </a:p>
                  </a:txBody>
                  <a:tcPr/>
                </a:tc>
                <a:extLst>
                  <a:ext uri="{0D108BD9-81ED-4DB2-BD59-A6C34878D82A}">
                    <a16:rowId xmlns:a16="http://schemas.microsoft.com/office/drawing/2014/main" val="3240614734"/>
                  </a:ext>
                </a:extLst>
              </a:tr>
              <a:tr h="291052">
                <a:tc>
                  <a:txBody>
                    <a:bodyPr/>
                    <a:lstStyle/>
                    <a:p>
                      <a:pPr algn="ctr"/>
                      <a:r>
                        <a:rPr kumimoji="1" lang="en-US" altLang="ja-JP" sz="1600" dirty="0"/>
                        <a:t>E</a:t>
                      </a:r>
                      <a:endParaRPr kumimoji="1" lang="ja-JP" altLang="en-US" sz="1600"/>
                    </a:p>
                  </a:txBody>
                  <a:tcPr/>
                </a:tc>
                <a:tc>
                  <a:txBody>
                    <a:bodyPr/>
                    <a:lstStyle/>
                    <a:p>
                      <a:pPr algn="ctr"/>
                      <a:r>
                        <a:rPr kumimoji="1" lang="en-US" altLang="ja-JP" sz="1600" dirty="0"/>
                        <a:t>15</a:t>
                      </a:r>
                      <a:endParaRPr kumimoji="1" lang="ja-JP" altLang="en-US" sz="1600"/>
                    </a:p>
                  </a:txBody>
                  <a:tcPr/>
                </a:tc>
                <a:tc>
                  <a:txBody>
                    <a:bodyPr/>
                    <a:lstStyle/>
                    <a:p>
                      <a:pPr algn="ctr"/>
                      <a:r>
                        <a:rPr kumimoji="1" lang="ja-JP" altLang="en-US" sz="1600"/>
                        <a:t>禁煙</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t>❓</a:t>
                      </a:r>
                      <a:endParaRPr kumimoji="1" lang="ja-JP" altLang="en-US" sz="1600" dirty="0"/>
                    </a:p>
                  </a:txBody>
                  <a:tcPr/>
                </a:tc>
                <a:tc>
                  <a:txBody>
                    <a:bodyPr/>
                    <a:lstStyle/>
                    <a:p>
                      <a:pPr algn="ctr"/>
                      <a:r>
                        <a:rPr kumimoji="1" lang="ja-JP" altLang="en-US" strike="sngStrike"/>
                        <a:t>❌</a:t>
                      </a:r>
                    </a:p>
                  </a:txBody>
                  <a:tcPr/>
                </a:tc>
                <a:extLst>
                  <a:ext uri="{0D108BD9-81ED-4DB2-BD59-A6C34878D82A}">
                    <a16:rowId xmlns:a16="http://schemas.microsoft.com/office/drawing/2014/main" val="3225296712"/>
                  </a:ext>
                </a:extLst>
              </a:tr>
              <a:tr h="291052">
                <a:tc gridSpan="4">
                  <a:txBody>
                    <a:bodyPr/>
                    <a:lstStyle/>
                    <a:p>
                      <a:pPr algn="ctr"/>
                      <a:r>
                        <a:rPr kumimoji="1" lang="ja-JP" altLang="en-US" sz="1600" dirty="0"/>
                        <a:t>：</a:t>
                      </a:r>
                    </a:p>
                  </a:txBody>
                  <a:tcPr/>
                </a:tc>
                <a:tc hMerge="1">
                  <a:txBody>
                    <a:bodyPr/>
                    <a:lstStyle/>
                    <a:p>
                      <a:pPr algn="ctr"/>
                      <a:endParaRPr kumimoji="1" lang="ja-JP" altLang="en-US"/>
                    </a:p>
                  </a:txBody>
                  <a:tcPr/>
                </a:tc>
                <a:tc hMerge="1">
                  <a:txBody>
                    <a:bodyPr/>
                    <a:lstStyle/>
                    <a:p>
                      <a:pPr algn="ctr"/>
                      <a:endParaRPr kumimoji="1" lang="ja-JP" altLang="en-US"/>
                    </a:p>
                  </a:txBody>
                  <a:tcPr/>
                </a:tc>
                <a:tc hMerge="1">
                  <a:txBody>
                    <a:bodyPr/>
                    <a:lstStyle/>
                    <a:p>
                      <a:pPr algn="ctr"/>
                      <a:endParaRPr kumimoji="1" lang="ja-JP" altLang="en-US"/>
                    </a:p>
                  </a:txBody>
                  <a:tcPr/>
                </a:tc>
                <a:tc>
                  <a:txBody>
                    <a:bodyPr/>
                    <a:lstStyle/>
                    <a:p>
                      <a:pPr algn="ctr"/>
                      <a:endParaRPr kumimoji="1" lang="ja-JP" altLang="en-US" strike="sngStrike"/>
                    </a:p>
                  </a:txBody>
                  <a:tcPr/>
                </a:tc>
                <a:extLst>
                  <a:ext uri="{0D108BD9-81ED-4DB2-BD59-A6C34878D82A}">
                    <a16:rowId xmlns:a16="http://schemas.microsoft.com/office/drawing/2014/main" val="4217469324"/>
                  </a:ext>
                </a:extLst>
              </a:tr>
            </a:tbl>
          </a:graphicData>
        </a:graphic>
      </p:graphicFrame>
    </p:spTree>
    <p:extLst>
      <p:ext uri="{BB962C8B-B14F-4D97-AF65-F5344CB8AC3E}">
        <p14:creationId xmlns:p14="http://schemas.microsoft.com/office/powerpoint/2010/main" val="1240762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189D391-3E20-D23B-B903-B6F8870D207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B1C62531-BFF3-0B14-E0FA-9B29C99C2359}"/>
              </a:ext>
            </a:extLst>
          </p:cNvPr>
          <p:cNvSpPr>
            <a:spLocks noGrp="1"/>
          </p:cNvSpPr>
          <p:nvPr>
            <p:ph type="title"/>
          </p:nvPr>
        </p:nvSpPr>
        <p:spPr/>
        <p:txBody>
          <a:bodyPr/>
          <a:lstStyle/>
          <a:p>
            <a:r>
              <a:rPr lang="ja-JP" altLang="en-US" dirty="0"/>
              <a:t>先行研究１</a:t>
            </a:r>
          </a:p>
        </p:txBody>
      </p:sp>
      <p:sp>
        <p:nvSpPr>
          <p:cNvPr id="2" name="スライド番号プレースホルダー 1">
            <a:extLst>
              <a:ext uri="{FF2B5EF4-FFF2-40B4-BE49-F238E27FC236}">
                <a16:creationId xmlns:a16="http://schemas.microsoft.com/office/drawing/2014/main" id="{4783F3C0-D23A-F855-1981-9A3424189229}"/>
              </a:ext>
            </a:extLst>
          </p:cNvPr>
          <p:cNvSpPr>
            <a:spLocks noGrp="1"/>
          </p:cNvSpPr>
          <p:nvPr>
            <p:ph type="sldNum" sz="quarter" idx="12"/>
          </p:nvPr>
        </p:nvSpPr>
        <p:spPr/>
        <p:txBody>
          <a:bodyPr/>
          <a:lstStyle/>
          <a:p>
            <a:fld id="{766CFED1-DF6F-7E4C-BB21-72E6FAF4BC7E}" type="slidenum">
              <a:rPr kumimoji="1" lang="ja-JP" altLang="en-US" smtClean="0"/>
              <a:t>13</a:t>
            </a:fld>
            <a:endParaRPr kumimoji="1" lang="ja-JP" altLang="en-US"/>
          </a:p>
        </p:txBody>
      </p:sp>
      <p:sp>
        <p:nvSpPr>
          <p:cNvPr id="4" name="テキスト ボックス 3">
            <a:extLst>
              <a:ext uri="{FF2B5EF4-FFF2-40B4-BE49-F238E27FC236}">
                <a16:creationId xmlns:a16="http://schemas.microsoft.com/office/drawing/2014/main" id="{7950178D-1CF8-EC2F-EB47-7C7EB23C2367}"/>
              </a:ext>
            </a:extLst>
          </p:cNvPr>
          <p:cNvSpPr txBox="1"/>
          <p:nvPr/>
        </p:nvSpPr>
        <p:spPr>
          <a:xfrm>
            <a:off x="600501" y="1146412"/>
            <a:ext cx="11264622" cy="461665"/>
          </a:xfrm>
          <a:prstGeom prst="rect">
            <a:avLst/>
          </a:prstGeom>
          <a:noFill/>
        </p:spPr>
        <p:txBody>
          <a:bodyPr wrap="none" rtlCol="0">
            <a:spAutoFit/>
          </a:bodyPr>
          <a:lstStyle/>
          <a:p>
            <a:r>
              <a:rPr kumimoji="1" lang="ja-JP" altLang="en-US" sz="2400" b="1"/>
              <a:t>自己教師あり学習と半教師あり学習を体系的に組み合わせた統合フレームワーク</a:t>
            </a:r>
          </a:p>
        </p:txBody>
      </p:sp>
      <p:sp>
        <p:nvSpPr>
          <p:cNvPr id="5" name="四角形: 角を丸くする 4">
            <a:extLst>
              <a:ext uri="{FF2B5EF4-FFF2-40B4-BE49-F238E27FC236}">
                <a16:creationId xmlns:a16="http://schemas.microsoft.com/office/drawing/2014/main" id="{42733674-57B9-DC58-6153-ED89D243C9DB}"/>
              </a:ext>
            </a:extLst>
          </p:cNvPr>
          <p:cNvSpPr/>
          <p:nvPr/>
        </p:nvSpPr>
        <p:spPr>
          <a:xfrm>
            <a:off x="361096" y="1830801"/>
            <a:ext cx="11469807" cy="1598199"/>
          </a:xfrm>
          <a:prstGeom prst="round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89E8E9D6-3354-5D15-F078-1D8EE34E4001}"/>
              </a:ext>
            </a:extLst>
          </p:cNvPr>
          <p:cNvSpPr txBox="1"/>
          <p:nvPr/>
        </p:nvSpPr>
        <p:spPr>
          <a:xfrm>
            <a:off x="605938" y="1941692"/>
            <a:ext cx="11049250" cy="400110"/>
          </a:xfrm>
          <a:prstGeom prst="rect">
            <a:avLst/>
          </a:prstGeom>
          <a:noFill/>
        </p:spPr>
        <p:txBody>
          <a:bodyPr wrap="square" rtlCol="0">
            <a:spAutoFit/>
          </a:bodyPr>
          <a:lstStyle/>
          <a:p>
            <a:r>
              <a:rPr kumimoji="1" lang="en-US" altLang="ja-JP" sz="2000" b="1">
                <a:solidFill>
                  <a:schemeClr val="bg2">
                    <a:lumMod val="75000"/>
                  </a:schemeClr>
                </a:solidFill>
              </a:rPr>
              <a:t>[</a:t>
            </a:r>
            <a:r>
              <a:rPr kumimoji="1" lang="ja-JP" altLang="en-US" sz="2000" b="1">
                <a:solidFill>
                  <a:schemeClr val="bg2">
                    <a:lumMod val="75000"/>
                  </a:schemeClr>
                </a:solidFill>
              </a:rPr>
              <a:t>第</a:t>
            </a:r>
            <a:r>
              <a:rPr kumimoji="1" lang="en-US" altLang="ja-JP" sz="2000" b="1">
                <a:solidFill>
                  <a:schemeClr val="bg2">
                    <a:lumMod val="75000"/>
                  </a:schemeClr>
                </a:solidFill>
              </a:rPr>
              <a:t>1</a:t>
            </a:r>
            <a:r>
              <a:rPr kumimoji="1" lang="ja-JP" altLang="en-US" sz="2000" b="1">
                <a:solidFill>
                  <a:schemeClr val="bg2">
                    <a:lumMod val="75000"/>
                  </a:schemeClr>
                </a:solidFill>
              </a:rPr>
              <a:t>段階</a:t>
            </a:r>
            <a:r>
              <a:rPr kumimoji="1" lang="en-US" altLang="ja-JP" sz="2000" b="1">
                <a:solidFill>
                  <a:schemeClr val="bg2">
                    <a:lumMod val="75000"/>
                  </a:schemeClr>
                </a:solidFill>
              </a:rPr>
              <a:t>]</a:t>
            </a:r>
            <a:r>
              <a:rPr lang="ja-JP" altLang="en-US" sz="2000" b="1">
                <a:solidFill>
                  <a:schemeClr val="bg2">
                    <a:lumMod val="75000"/>
                  </a:schemeClr>
                </a:solidFill>
              </a:rPr>
              <a:t>　　　</a:t>
            </a:r>
            <a:r>
              <a:rPr kumimoji="1" lang="ja-JP" altLang="en-US" sz="2000" b="1">
                <a:solidFill>
                  <a:schemeClr val="bg2">
                    <a:lumMod val="75000"/>
                  </a:schemeClr>
                </a:solidFill>
              </a:rPr>
              <a:t>自己教師あり学習（事前学習）</a:t>
            </a:r>
          </a:p>
        </p:txBody>
      </p:sp>
      <p:sp>
        <p:nvSpPr>
          <p:cNvPr id="7" name="四角形: 角を丸くする 6">
            <a:extLst>
              <a:ext uri="{FF2B5EF4-FFF2-40B4-BE49-F238E27FC236}">
                <a16:creationId xmlns:a16="http://schemas.microsoft.com/office/drawing/2014/main" id="{5E65487D-6AA9-AA87-C29E-7EA32D807A39}"/>
              </a:ext>
            </a:extLst>
          </p:cNvPr>
          <p:cNvSpPr/>
          <p:nvPr/>
        </p:nvSpPr>
        <p:spPr>
          <a:xfrm>
            <a:off x="395316" y="3506077"/>
            <a:ext cx="11469807" cy="159819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41EA3B14-9639-C78C-F5FB-4081C885F60C}"/>
              </a:ext>
            </a:extLst>
          </p:cNvPr>
          <p:cNvSpPr txBox="1"/>
          <p:nvPr/>
        </p:nvSpPr>
        <p:spPr>
          <a:xfrm>
            <a:off x="605594" y="3660075"/>
            <a:ext cx="11049250" cy="400110"/>
          </a:xfrm>
          <a:prstGeom prst="rect">
            <a:avLst/>
          </a:prstGeom>
          <a:noFill/>
        </p:spPr>
        <p:txBody>
          <a:bodyPr wrap="square" rtlCol="0">
            <a:spAutoFit/>
          </a:bodyPr>
          <a:lstStyle/>
          <a:p>
            <a:r>
              <a:rPr kumimoji="1" lang="en-US" altLang="ja-JP" sz="2000" b="1"/>
              <a:t>[</a:t>
            </a:r>
            <a:r>
              <a:rPr kumimoji="1" lang="ja-JP" altLang="en-US" sz="2000" b="1"/>
              <a:t>第</a:t>
            </a:r>
            <a:r>
              <a:rPr kumimoji="1" lang="en-US" altLang="ja-JP" sz="2000" b="1"/>
              <a:t>2</a:t>
            </a:r>
            <a:r>
              <a:rPr kumimoji="1" lang="ja-JP" altLang="en-US" sz="2000" b="1"/>
              <a:t>段階</a:t>
            </a:r>
            <a:r>
              <a:rPr kumimoji="1" lang="en-US" altLang="ja-JP" sz="2000" b="1"/>
              <a:t>]</a:t>
            </a:r>
            <a:r>
              <a:rPr kumimoji="1" lang="ja-JP" altLang="en-US" sz="2000" b="1"/>
              <a:t>　　　半教師あり学習</a:t>
            </a:r>
          </a:p>
        </p:txBody>
      </p:sp>
      <p:sp>
        <p:nvSpPr>
          <p:cNvPr id="9" name="テキスト ボックス 8">
            <a:extLst>
              <a:ext uri="{FF2B5EF4-FFF2-40B4-BE49-F238E27FC236}">
                <a16:creationId xmlns:a16="http://schemas.microsoft.com/office/drawing/2014/main" id="{1A557330-59BF-D73E-BC38-FF3434F3FD13}"/>
              </a:ext>
            </a:extLst>
          </p:cNvPr>
          <p:cNvSpPr txBox="1"/>
          <p:nvPr/>
        </p:nvSpPr>
        <p:spPr>
          <a:xfrm>
            <a:off x="600501" y="2562297"/>
            <a:ext cx="11049250" cy="646331"/>
          </a:xfrm>
          <a:prstGeom prst="rect">
            <a:avLst/>
          </a:prstGeom>
          <a:noFill/>
        </p:spPr>
        <p:txBody>
          <a:bodyPr wrap="square" rtlCol="0">
            <a:spAutoFit/>
          </a:bodyPr>
          <a:lstStyle/>
          <a:p>
            <a:r>
              <a:rPr kumimoji="1" lang="ja-JP" altLang="en-US">
                <a:solidFill>
                  <a:schemeClr val="bg2">
                    <a:lumMod val="75000"/>
                  </a:schemeClr>
                </a:solidFill>
              </a:rPr>
              <a:t>大量のラベルなしデータから、マスクベクトル推定＋値の補完タスクを通じて、表データの構造や相関を理解した</a:t>
            </a:r>
            <a:r>
              <a:rPr lang="ja-JP" altLang="en-US">
                <a:solidFill>
                  <a:schemeClr val="bg2">
                    <a:lumMod val="75000"/>
                  </a:schemeClr>
                </a:solidFill>
              </a:rPr>
              <a:t>「</a:t>
            </a:r>
            <a:r>
              <a:rPr lang="en-US" altLang="ja-JP" dirty="0">
                <a:solidFill>
                  <a:schemeClr val="bg2">
                    <a:lumMod val="75000"/>
                  </a:schemeClr>
                </a:solidFill>
              </a:rPr>
              <a:t>Encoder</a:t>
            </a:r>
            <a:r>
              <a:rPr lang="ja-JP" altLang="en-US">
                <a:solidFill>
                  <a:schemeClr val="bg2">
                    <a:lumMod val="75000"/>
                  </a:schemeClr>
                </a:solidFill>
              </a:rPr>
              <a:t>」</a:t>
            </a:r>
            <a:r>
              <a:rPr kumimoji="1" lang="ja-JP" altLang="en-US">
                <a:solidFill>
                  <a:schemeClr val="bg2">
                    <a:lumMod val="75000"/>
                  </a:schemeClr>
                </a:solidFill>
              </a:rPr>
              <a:t>を構築</a:t>
            </a:r>
          </a:p>
        </p:txBody>
      </p:sp>
      <p:sp>
        <p:nvSpPr>
          <p:cNvPr id="10" name="テキスト ボックス 9">
            <a:extLst>
              <a:ext uri="{FF2B5EF4-FFF2-40B4-BE49-F238E27FC236}">
                <a16:creationId xmlns:a16="http://schemas.microsoft.com/office/drawing/2014/main" id="{294B8967-29FC-B3DC-795F-DDEDCF2AF94A}"/>
              </a:ext>
            </a:extLst>
          </p:cNvPr>
          <p:cNvSpPr txBox="1"/>
          <p:nvPr/>
        </p:nvSpPr>
        <p:spPr>
          <a:xfrm>
            <a:off x="634721" y="4127969"/>
            <a:ext cx="11049250" cy="646331"/>
          </a:xfrm>
          <a:prstGeom prst="rect">
            <a:avLst/>
          </a:prstGeom>
          <a:noFill/>
        </p:spPr>
        <p:txBody>
          <a:bodyPr wrap="square" rtlCol="0">
            <a:spAutoFit/>
          </a:bodyPr>
          <a:lstStyle/>
          <a:p>
            <a:r>
              <a:rPr lang="ja-JP" altLang="en-US"/>
              <a:t>自己教師あり学習の事前学習済み「</a:t>
            </a:r>
            <a:r>
              <a:rPr lang="en-US" altLang="ja-JP" dirty="0"/>
              <a:t>Encoder</a:t>
            </a:r>
            <a:r>
              <a:rPr lang="ja-JP" altLang="en-US"/>
              <a:t>」を</a:t>
            </a:r>
            <a:r>
              <a:rPr kumimoji="1" lang="ja-JP" altLang="en-US"/>
              <a:t>ベースに、少数のラベル付きデータで予測タスクを学習。</a:t>
            </a:r>
            <a:endParaRPr kumimoji="1" lang="en-US" altLang="ja-JP" dirty="0"/>
          </a:p>
          <a:p>
            <a:r>
              <a:rPr lang="ja-JP" altLang="en-US"/>
              <a:t>同時に、ラベルなしデータに対してマスク適用と補完によるデータ拡張を行い、予測を安定させる</a:t>
            </a:r>
            <a:endParaRPr kumimoji="1" lang="ja-JP" altLang="en-US"/>
          </a:p>
        </p:txBody>
      </p:sp>
      <p:sp>
        <p:nvSpPr>
          <p:cNvPr id="11" name="四角形: 角を丸くする 6">
            <a:extLst>
              <a:ext uri="{FF2B5EF4-FFF2-40B4-BE49-F238E27FC236}">
                <a16:creationId xmlns:a16="http://schemas.microsoft.com/office/drawing/2014/main" id="{59D4B2FC-D2F6-8054-DFD6-78CE2F5BC29D}"/>
              </a:ext>
            </a:extLst>
          </p:cNvPr>
          <p:cNvSpPr/>
          <p:nvPr/>
        </p:nvSpPr>
        <p:spPr>
          <a:xfrm>
            <a:off x="395316" y="5181353"/>
            <a:ext cx="11469807" cy="845021"/>
          </a:xfrm>
          <a:prstGeom prst="round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B9F12472-AEA4-DDA7-F552-5046FF0F3436}"/>
              </a:ext>
            </a:extLst>
          </p:cNvPr>
          <p:cNvSpPr txBox="1"/>
          <p:nvPr/>
        </p:nvSpPr>
        <p:spPr>
          <a:xfrm>
            <a:off x="640158" y="5370692"/>
            <a:ext cx="11049250" cy="400110"/>
          </a:xfrm>
          <a:prstGeom prst="rect">
            <a:avLst/>
          </a:prstGeom>
          <a:noFill/>
        </p:spPr>
        <p:txBody>
          <a:bodyPr wrap="square" rtlCol="0">
            <a:spAutoFit/>
          </a:bodyPr>
          <a:lstStyle/>
          <a:p>
            <a:r>
              <a:rPr kumimoji="1" lang="en-US" altLang="ja-JP" sz="2000" b="1">
                <a:solidFill>
                  <a:schemeClr val="bg2">
                    <a:lumMod val="75000"/>
                  </a:schemeClr>
                </a:solidFill>
              </a:rPr>
              <a:t>[</a:t>
            </a:r>
            <a:r>
              <a:rPr kumimoji="1" lang="ja-JP" altLang="en-US" sz="2000" b="1">
                <a:solidFill>
                  <a:schemeClr val="bg2">
                    <a:lumMod val="75000"/>
                  </a:schemeClr>
                </a:solidFill>
              </a:rPr>
              <a:t>第</a:t>
            </a:r>
            <a:r>
              <a:rPr kumimoji="1" lang="en-US" altLang="ja-JP" sz="2000" b="1">
                <a:solidFill>
                  <a:schemeClr val="bg2">
                    <a:lumMod val="75000"/>
                  </a:schemeClr>
                </a:solidFill>
              </a:rPr>
              <a:t>3</a:t>
            </a:r>
            <a:r>
              <a:rPr kumimoji="1" lang="ja-JP" altLang="en-US" sz="2000" b="1">
                <a:solidFill>
                  <a:schemeClr val="bg2">
                    <a:lumMod val="75000"/>
                  </a:schemeClr>
                </a:solidFill>
              </a:rPr>
              <a:t>段階</a:t>
            </a:r>
            <a:r>
              <a:rPr kumimoji="1" lang="en-US" altLang="ja-JP" sz="2000" b="1">
                <a:solidFill>
                  <a:schemeClr val="bg2">
                    <a:lumMod val="75000"/>
                  </a:schemeClr>
                </a:solidFill>
              </a:rPr>
              <a:t>]</a:t>
            </a:r>
            <a:r>
              <a:rPr kumimoji="1" lang="ja-JP" altLang="en-US" sz="2000" b="1">
                <a:solidFill>
                  <a:schemeClr val="bg2">
                    <a:lumMod val="75000"/>
                  </a:schemeClr>
                </a:solidFill>
              </a:rPr>
              <a:t>　　　多層パーセプトロン（</a:t>
            </a:r>
            <a:r>
              <a:rPr kumimoji="1" lang="en-US" altLang="ja-JP" sz="2000" b="1">
                <a:solidFill>
                  <a:schemeClr val="bg2">
                    <a:lumMod val="75000"/>
                  </a:schemeClr>
                </a:solidFill>
              </a:rPr>
              <a:t>MLP</a:t>
            </a:r>
            <a:r>
              <a:rPr kumimoji="1" lang="ja-JP" altLang="en-US" sz="2000" b="1">
                <a:solidFill>
                  <a:schemeClr val="bg2">
                    <a:lumMod val="75000"/>
                  </a:schemeClr>
                </a:solidFill>
              </a:rPr>
              <a:t>）</a:t>
            </a:r>
            <a:r>
              <a:rPr lang="ja-JP" altLang="en-US" sz="2000" b="1">
                <a:solidFill>
                  <a:schemeClr val="bg2">
                    <a:lumMod val="75000"/>
                  </a:schemeClr>
                </a:solidFill>
              </a:rPr>
              <a:t>を使用して，最終予測をする</a:t>
            </a:r>
            <a:endParaRPr kumimoji="1" lang="ja-JP" altLang="en-US" sz="2000" b="1">
              <a:solidFill>
                <a:schemeClr val="bg2">
                  <a:lumMod val="75000"/>
                </a:schemeClr>
              </a:solidFill>
            </a:endParaRPr>
          </a:p>
        </p:txBody>
      </p:sp>
    </p:spTree>
    <p:extLst>
      <p:ext uri="{BB962C8B-B14F-4D97-AF65-F5344CB8AC3E}">
        <p14:creationId xmlns:p14="http://schemas.microsoft.com/office/powerpoint/2010/main" val="548788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D5D690-F2D3-DF1D-21F0-825BA940F687}"/>
              </a:ext>
            </a:extLst>
          </p:cNvPr>
          <p:cNvSpPr>
            <a:spLocks noGrp="1"/>
          </p:cNvSpPr>
          <p:nvPr>
            <p:ph type="title"/>
          </p:nvPr>
        </p:nvSpPr>
        <p:spPr/>
        <p:txBody>
          <a:bodyPr/>
          <a:lstStyle/>
          <a:p>
            <a:r>
              <a:rPr kumimoji="1" lang="ja-JP" altLang="en-US" dirty="0"/>
              <a:t>先行研究</a:t>
            </a:r>
            <a:r>
              <a:rPr kumimoji="1" lang="en-US" altLang="ja-JP" dirty="0"/>
              <a:t>1</a:t>
            </a:r>
            <a:r>
              <a:rPr kumimoji="1" lang="ja-JP" altLang="en-US" dirty="0"/>
              <a:t>　半教師あり学習とは</a:t>
            </a:r>
          </a:p>
        </p:txBody>
      </p:sp>
      <p:sp>
        <p:nvSpPr>
          <p:cNvPr id="3" name="スライド番号プレースホルダー 2">
            <a:extLst>
              <a:ext uri="{FF2B5EF4-FFF2-40B4-BE49-F238E27FC236}">
                <a16:creationId xmlns:a16="http://schemas.microsoft.com/office/drawing/2014/main" id="{3BB6D6A4-AA6A-16E1-53A5-45A604A48AB2}"/>
              </a:ext>
            </a:extLst>
          </p:cNvPr>
          <p:cNvSpPr>
            <a:spLocks noGrp="1"/>
          </p:cNvSpPr>
          <p:nvPr>
            <p:ph type="sldNum" sz="quarter" idx="12"/>
          </p:nvPr>
        </p:nvSpPr>
        <p:spPr/>
        <p:txBody>
          <a:bodyPr/>
          <a:lstStyle/>
          <a:p>
            <a:fld id="{766CFED1-DF6F-7E4C-BB21-72E6FAF4BC7E}" type="slidenum">
              <a:rPr kumimoji="1" lang="ja-JP" altLang="en-US" smtClean="0"/>
              <a:t>14</a:t>
            </a:fld>
            <a:endParaRPr kumimoji="1" lang="ja-JP" altLang="en-US"/>
          </a:p>
        </p:txBody>
      </p:sp>
      <p:sp>
        <p:nvSpPr>
          <p:cNvPr id="31" name="テキスト ボックス 30">
            <a:extLst>
              <a:ext uri="{FF2B5EF4-FFF2-40B4-BE49-F238E27FC236}">
                <a16:creationId xmlns:a16="http://schemas.microsoft.com/office/drawing/2014/main" id="{5FA8F46F-442C-C777-6C77-DCFD231B0E07}"/>
              </a:ext>
            </a:extLst>
          </p:cNvPr>
          <p:cNvSpPr txBox="1"/>
          <p:nvPr/>
        </p:nvSpPr>
        <p:spPr>
          <a:xfrm>
            <a:off x="7774403" y="1180581"/>
            <a:ext cx="2470974" cy="461665"/>
          </a:xfrm>
          <a:prstGeom prst="rect">
            <a:avLst/>
          </a:prstGeom>
          <a:noFill/>
        </p:spPr>
        <p:txBody>
          <a:bodyPr wrap="square" rtlCol="0">
            <a:spAutoFit/>
          </a:bodyPr>
          <a:lstStyle/>
          <a:p>
            <a:r>
              <a:rPr kumimoji="1" lang="ja-JP" altLang="en-US" sz="2400" b="1"/>
              <a:t>疑似ラベル付与</a:t>
            </a:r>
          </a:p>
        </p:txBody>
      </p:sp>
      <p:sp>
        <p:nvSpPr>
          <p:cNvPr id="32" name="テキスト ボックス 31">
            <a:extLst>
              <a:ext uri="{FF2B5EF4-FFF2-40B4-BE49-F238E27FC236}">
                <a16:creationId xmlns:a16="http://schemas.microsoft.com/office/drawing/2014/main" id="{2B93061C-5650-E80B-29B7-31D972398AB5}"/>
              </a:ext>
            </a:extLst>
          </p:cNvPr>
          <p:cNvSpPr txBox="1"/>
          <p:nvPr/>
        </p:nvSpPr>
        <p:spPr>
          <a:xfrm>
            <a:off x="6707056" y="1724737"/>
            <a:ext cx="4646744" cy="1015663"/>
          </a:xfrm>
          <a:prstGeom prst="rect">
            <a:avLst/>
          </a:prstGeom>
          <a:noFill/>
        </p:spPr>
        <p:txBody>
          <a:bodyPr wrap="square" rtlCol="0">
            <a:spAutoFit/>
          </a:bodyPr>
          <a:lstStyle/>
          <a:p>
            <a:pPr algn="ctr"/>
            <a:r>
              <a:rPr kumimoji="1" lang="ja-JP" altLang="en-US" sz="2000"/>
              <a:t>ラベルなしデータについて，</a:t>
            </a:r>
            <a:endParaRPr kumimoji="1" lang="en-US" altLang="ja-JP" sz="2000" dirty="0"/>
          </a:p>
          <a:p>
            <a:pPr algn="ctr"/>
            <a:r>
              <a:rPr kumimoji="1" lang="ja-JP" altLang="en-US" sz="2000"/>
              <a:t>一部の正解ラベルを用いて</a:t>
            </a:r>
            <a:endParaRPr kumimoji="1" lang="en-US" altLang="ja-JP" sz="2000" dirty="0"/>
          </a:p>
          <a:p>
            <a:pPr algn="ctr"/>
            <a:r>
              <a:rPr lang="ja-JP" altLang="en-US" sz="2000"/>
              <a:t>「確信度の高い予測」を出力する</a:t>
            </a:r>
            <a:endParaRPr lang="en-US" altLang="ja-JP" sz="2000" dirty="0"/>
          </a:p>
        </p:txBody>
      </p:sp>
      <p:sp>
        <p:nvSpPr>
          <p:cNvPr id="33" name="テキスト ボックス 32">
            <a:extLst>
              <a:ext uri="{FF2B5EF4-FFF2-40B4-BE49-F238E27FC236}">
                <a16:creationId xmlns:a16="http://schemas.microsoft.com/office/drawing/2014/main" id="{3716818A-E941-E4E6-EADD-C1E704543C70}"/>
              </a:ext>
            </a:extLst>
          </p:cNvPr>
          <p:cNvSpPr txBox="1"/>
          <p:nvPr/>
        </p:nvSpPr>
        <p:spPr>
          <a:xfrm>
            <a:off x="2569663" y="1195163"/>
            <a:ext cx="2031325" cy="461665"/>
          </a:xfrm>
          <a:prstGeom prst="rect">
            <a:avLst/>
          </a:prstGeom>
          <a:noFill/>
        </p:spPr>
        <p:txBody>
          <a:bodyPr wrap="none" rtlCol="0">
            <a:spAutoFit/>
          </a:bodyPr>
          <a:lstStyle/>
          <a:p>
            <a:r>
              <a:rPr kumimoji="1" lang="ja-JP" altLang="en-US" sz="2400" b="1"/>
              <a:t>整合性正則化</a:t>
            </a:r>
          </a:p>
        </p:txBody>
      </p:sp>
      <p:sp>
        <p:nvSpPr>
          <p:cNvPr id="34" name="テキスト ボックス 33">
            <a:extLst>
              <a:ext uri="{FF2B5EF4-FFF2-40B4-BE49-F238E27FC236}">
                <a16:creationId xmlns:a16="http://schemas.microsoft.com/office/drawing/2014/main" id="{EB17BE5E-6546-EAB2-0C5B-1DA948DEE33F}"/>
              </a:ext>
            </a:extLst>
          </p:cNvPr>
          <p:cNvSpPr txBox="1"/>
          <p:nvPr/>
        </p:nvSpPr>
        <p:spPr>
          <a:xfrm>
            <a:off x="1543871" y="1790315"/>
            <a:ext cx="4653139" cy="707886"/>
          </a:xfrm>
          <a:prstGeom prst="rect">
            <a:avLst/>
          </a:prstGeom>
          <a:noFill/>
        </p:spPr>
        <p:txBody>
          <a:bodyPr wrap="square" rtlCol="0">
            <a:spAutoFit/>
          </a:bodyPr>
          <a:lstStyle/>
          <a:p>
            <a:pPr algn="ctr"/>
            <a:r>
              <a:rPr kumimoji="1" lang="ja-JP" altLang="en-US" sz="2000"/>
              <a:t>データ拡張を加えても、</a:t>
            </a:r>
            <a:endParaRPr kumimoji="1" lang="en-US" altLang="ja-JP" sz="2000" dirty="0"/>
          </a:p>
          <a:p>
            <a:pPr algn="ctr"/>
            <a:r>
              <a:rPr kumimoji="1" lang="ja-JP" altLang="en-US" sz="2000"/>
              <a:t>予測結果が変化しないようにする</a:t>
            </a:r>
            <a:endParaRPr lang="en-US" altLang="ja-JP" sz="2000" dirty="0"/>
          </a:p>
        </p:txBody>
      </p:sp>
      <p:pic>
        <p:nvPicPr>
          <p:cNvPr id="37" name="グラフィックス 36" descr="バッジ 枠線">
            <a:extLst>
              <a:ext uri="{FF2B5EF4-FFF2-40B4-BE49-F238E27FC236}">
                <a16:creationId xmlns:a16="http://schemas.microsoft.com/office/drawing/2014/main" id="{C14FF82D-F6A1-5E52-26EF-9F441674D7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11297" y="1118018"/>
            <a:ext cx="661086" cy="661086"/>
          </a:xfrm>
          <a:prstGeom prst="rect">
            <a:avLst/>
          </a:prstGeom>
        </p:spPr>
      </p:pic>
      <p:pic>
        <p:nvPicPr>
          <p:cNvPr id="38" name="グラフィックス 37" descr="バッジ 1 枠線">
            <a:extLst>
              <a:ext uri="{FF2B5EF4-FFF2-40B4-BE49-F238E27FC236}">
                <a16:creationId xmlns:a16="http://schemas.microsoft.com/office/drawing/2014/main" id="{BC9DDA72-3A21-F8B9-37B9-D255B25F94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43871" y="1118018"/>
            <a:ext cx="661086" cy="661086"/>
          </a:xfrm>
          <a:prstGeom prst="rect">
            <a:avLst/>
          </a:prstGeom>
        </p:spPr>
      </p:pic>
      <p:sp>
        <p:nvSpPr>
          <p:cNvPr id="39" name="角丸四角形 38">
            <a:extLst>
              <a:ext uri="{FF2B5EF4-FFF2-40B4-BE49-F238E27FC236}">
                <a16:creationId xmlns:a16="http://schemas.microsoft.com/office/drawing/2014/main" id="{B831764D-5983-197F-6E27-B022A1730DA3}"/>
              </a:ext>
            </a:extLst>
          </p:cNvPr>
          <p:cNvSpPr/>
          <p:nvPr/>
        </p:nvSpPr>
        <p:spPr>
          <a:xfrm>
            <a:off x="6509277" y="1080870"/>
            <a:ext cx="4965406" cy="172510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a:extLst>
              <a:ext uri="{FF2B5EF4-FFF2-40B4-BE49-F238E27FC236}">
                <a16:creationId xmlns:a16="http://schemas.microsoft.com/office/drawing/2014/main" id="{19BD875B-9CB2-2329-3137-99715A46DA44}"/>
              </a:ext>
            </a:extLst>
          </p:cNvPr>
          <p:cNvSpPr/>
          <p:nvPr/>
        </p:nvSpPr>
        <p:spPr>
          <a:xfrm>
            <a:off x="1207873" y="1080870"/>
            <a:ext cx="4965406" cy="172510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6749CD11-F9A6-16FB-AFE3-7C891995DBA1}"/>
              </a:ext>
            </a:extLst>
          </p:cNvPr>
          <p:cNvSpPr txBox="1"/>
          <p:nvPr/>
        </p:nvSpPr>
        <p:spPr>
          <a:xfrm>
            <a:off x="260909" y="3111596"/>
            <a:ext cx="11719057" cy="830997"/>
          </a:xfrm>
          <a:prstGeom prst="rect">
            <a:avLst/>
          </a:prstGeom>
          <a:noFill/>
        </p:spPr>
        <p:txBody>
          <a:bodyPr wrap="square" rtlCol="0">
            <a:spAutoFit/>
          </a:bodyPr>
          <a:lstStyle/>
          <a:p>
            <a:pPr algn="ctr"/>
            <a:r>
              <a:rPr kumimoji="1" lang="ja-JP" altLang="en-US" sz="2400" b="1"/>
              <a:t>自己教師あり学習で訓練した</a:t>
            </a:r>
            <a:r>
              <a:rPr kumimoji="1" lang="en-US" altLang="ja-JP" sz="2400" b="1" dirty="0"/>
              <a:t>Encoder</a:t>
            </a:r>
            <a:r>
              <a:rPr kumimoji="1" lang="ja-JP" altLang="en-US" sz="2400" b="1"/>
              <a:t>（特徴抽出器）を基盤</a:t>
            </a:r>
            <a:r>
              <a:rPr kumimoji="1" lang="ja-JP" altLang="en-US" sz="2400"/>
              <a:t>として，</a:t>
            </a:r>
            <a:endParaRPr kumimoji="1" lang="en-US" altLang="ja-JP" sz="2400" dirty="0"/>
          </a:p>
          <a:p>
            <a:pPr algn="ctr"/>
            <a:r>
              <a:rPr kumimoji="1" lang="ja-JP" altLang="en-US" sz="2400"/>
              <a:t>最終的なタスクを解くための</a:t>
            </a:r>
            <a:r>
              <a:rPr kumimoji="1" lang="en-US" altLang="ja-JP" sz="2400" dirty="0"/>
              <a:t>Predictor</a:t>
            </a:r>
            <a:r>
              <a:rPr kumimoji="1" lang="ja-JP" altLang="en-US" sz="2400"/>
              <a:t>（予測器）を学習させる</a:t>
            </a:r>
          </a:p>
        </p:txBody>
      </p:sp>
      <p:sp>
        <p:nvSpPr>
          <p:cNvPr id="42" name="角丸四角形 41">
            <a:extLst>
              <a:ext uri="{FF2B5EF4-FFF2-40B4-BE49-F238E27FC236}">
                <a16:creationId xmlns:a16="http://schemas.microsoft.com/office/drawing/2014/main" id="{41D67812-7CD2-1842-546E-77E046F231BB}"/>
              </a:ext>
            </a:extLst>
          </p:cNvPr>
          <p:cNvSpPr/>
          <p:nvPr/>
        </p:nvSpPr>
        <p:spPr>
          <a:xfrm>
            <a:off x="533900" y="4248212"/>
            <a:ext cx="2617381" cy="13239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角丸四角形 42">
            <a:extLst>
              <a:ext uri="{FF2B5EF4-FFF2-40B4-BE49-F238E27FC236}">
                <a16:creationId xmlns:a16="http://schemas.microsoft.com/office/drawing/2014/main" id="{2A317DE5-2F75-4EA2-EAB7-55255A7B1472}"/>
              </a:ext>
            </a:extLst>
          </p:cNvPr>
          <p:cNvSpPr/>
          <p:nvPr/>
        </p:nvSpPr>
        <p:spPr>
          <a:xfrm>
            <a:off x="3907938" y="4248211"/>
            <a:ext cx="4049662" cy="13239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角丸四角形 43">
            <a:extLst>
              <a:ext uri="{FF2B5EF4-FFF2-40B4-BE49-F238E27FC236}">
                <a16:creationId xmlns:a16="http://schemas.microsoft.com/office/drawing/2014/main" id="{8641DC2B-028C-75E0-DF40-FAB87DF3F935}"/>
              </a:ext>
            </a:extLst>
          </p:cNvPr>
          <p:cNvSpPr/>
          <p:nvPr/>
        </p:nvSpPr>
        <p:spPr>
          <a:xfrm>
            <a:off x="8736419" y="4248211"/>
            <a:ext cx="2617381" cy="13239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EB586243-5E7E-A465-5687-A48D5C9CDC1D}"/>
              </a:ext>
            </a:extLst>
          </p:cNvPr>
          <p:cNvSpPr txBox="1"/>
          <p:nvPr/>
        </p:nvSpPr>
        <p:spPr>
          <a:xfrm>
            <a:off x="762425" y="4555988"/>
            <a:ext cx="2223977" cy="646331"/>
          </a:xfrm>
          <a:prstGeom prst="rect">
            <a:avLst/>
          </a:prstGeom>
          <a:noFill/>
        </p:spPr>
        <p:txBody>
          <a:bodyPr wrap="square" rtlCol="0">
            <a:spAutoFit/>
          </a:bodyPr>
          <a:lstStyle/>
          <a:p>
            <a:r>
              <a:rPr kumimoji="1" lang="ja-JP" altLang="en-US"/>
              <a:t>ラベル付きデータ</a:t>
            </a:r>
            <a:r>
              <a:rPr kumimoji="1" lang="en-US" altLang="ja-JP" dirty="0"/>
              <a:t>&amp;</a:t>
            </a:r>
            <a:r>
              <a:rPr kumimoji="1" lang="ja-JP" altLang="en-US"/>
              <a:t>ラベルなしデータ</a:t>
            </a:r>
          </a:p>
        </p:txBody>
      </p:sp>
      <p:sp>
        <p:nvSpPr>
          <p:cNvPr id="46" name="テキスト ボックス 45">
            <a:extLst>
              <a:ext uri="{FF2B5EF4-FFF2-40B4-BE49-F238E27FC236}">
                <a16:creationId xmlns:a16="http://schemas.microsoft.com/office/drawing/2014/main" id="{FC158977-053D-000A-7341-5C6DC6091DA0}"/>
              </a:ext>
            </a:extLst>
          </p:cNvPr>
          <p:cNvSpPr txBox="1"/>
          <p:nvPr/>
        </p:nvSpPr>
        <p:spPr>
          <a:xfrm>
            <a:off x="3755027" y="4555987"/>
            <a:ext cx="4339650" cy="646331"/>
          </a:xfrm>
          <a:prstGeom prst="rect">
            <a:avLst/>
          </a:prstGeom>
          <a:noFill/>
        </p:spPr>
        <p:txBody>
          <a:bodyPr wrap="none" rtlCol="0">
            <a:spAutoFit/>
          </a:bodyPr>
          <a:lstStyle/>
          <a:p>
            <a:pPr algn="ctr"/>
            <a:r>
              <a:rPr kumimoji="1" lang="en-US" altLang="ja-JP" dirty="0"/>
              <a:t>Encoder</a:t>
            </a:r>
          </a:p>
          <a:p>
            <a:pPr algn="ctr"/>
            <a:r>
              <a:rPr lang="ja-JP" altLang="en-US"/>
              <a:t>（自己教師あり学習＋半教師あり学習）</a:t>
            </a:r>
            <a:endParaRPr kumimoji="1" lang="ja-JP" altLang="en-US"/>
          </a:p>
        </p:txBody>
      </p:sp>
      <p:sp>
        <p:nvSpPr>
          <p:cNvPr id="47" name="テキスト ボックス 46">
            <a:extLst>
              <a:ext uri="{FF2B5EF4-FFF2-40B4-BE49-F238E27FC236}">
                <a16:creationId xmlns:a16="http://schemas.microsoft.com/office/drawing/2014/main" id="{27F3C52C-ED01-CF65-FEA8-8BAF43F5C727}"/>
              </a:ext>
            </a:extLst>
          </p:cNvPr>
          <p:cNvSpPr txBox="1"/>
          <p:nvPr/>
        </p:nvSpPr>
        <p:spPr>
          <a:xfrm>
            <a:off x="9467065" y="4555987"/>
            <a:ext cx="1156086" cy="646331"/>
          </a:xfrm>
          <a:prstGeom prst="rect">
            <a:avLst/>
          </a:prstGeom>
          <a:noFill/>
        </p:spPr>
        <p:txBody>
          <a:bodyPr wrap="none" rtlCol="0">
            <a:spAutoFit/>
          </a:bodyPr>
          <a:lstStyle/>
          <a:p>
            <a:pPr algn="ctr"/>
            <a:r>
              <a:rPr kumimoji="1" lang="en-US" altLang="ja-JP" dirty="0"/>
              <a:t>Predictor</a:t>
            </a:r>
          </a:p>
          <a:p>
            <a:pPr algn="ctr"/>
            <a:r>
              <a:rPr lang="en-US" altLang="ja-JP" dirty="0"/>
              <a:t>(</a:t>
            </a:r>
            <a:r>
              <a:rPr lang="ja-JP" altLang="en-US"/>
              <a:t>予測器</a:t>
            </a:r>
            <a:r>
              <a:rPr lang="en-US" altLang="ja-JP" dirty="0"/>
              <a:t>)</a:t>
            </a:r>
          </a:p>
        </p:txBody>
      </p:sp>
      <p:sp>
        <p:nvSpPr>
          <p:cNvPr id="48" name="右矢印 47">
            <a:extLst>
              <a:ext uri="{FF2B5EF4-FFF2-40B4-BE49-F238E27FC236}">
                <a16:creationId xmlns:a16="http://schemas.microsoft.com/office/drawing/2014/main" id="{1F84D813-2BA2-1A53-2AEE-7CE8A94DA4A2}"/>
              </a:ext>
            </a:extLst>
          </p:cNvPr>
          <p:cNvSpPr/>
          <p:nvPr/>
        </p:nvSpPr>
        <p:spPr>
          <a:xfrm>
            <a:off x="3342079" y="4818354"/>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49" name="右矢印 48">
            <a:extLst>
              <a:ext uri="{FF2B5EF4-FFF2-40B4-BE49-F238E27FC236}">
                <a16:creationId xmlns:a16="http://schemas.microsoft.com/office/drawing/2014/main" id="{24D30816-D102-02CB-825A-E62561E3C642}"/>
              </a:ext>
            </a:extLst>
          </p:cNvPr>
          <p:cNvSpPr/>
          <p:nvPr/>
        </p:nvSpPr>
        <p:spPr>
          <a:xfrm>
            <a:off x="8133974" y="4818354"/>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pic>
        <p:nvPicPr>
          <p:cNvPr id="5" name="グラフィックス 4" descr="棒グラフ 単色塗りつぶし">
            <a:extLst>
              <a:ext uri="{FF2B5EF4-FFF2-40B4-BE49-F238E27FC236}">
                <a16:creationId xmlns:a16="http://schemas.microsoft.com/office/drawing/2014/main" id="{D9A5FD3D-DB35-6A94-F4AE-24C4246C9F1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90557" y="5572186"/>
            <a:ext cx="914400" cy="914400"/>
          </a:xfrm>
          <a:prstGeom prst="rect">
            <a:avLst/>
          </a:prstGeom>
        </p:spPr>
      </p:pic>
      <p:pic>
        <p:nvPicPr>
          <p:cNvPr id="7" name="グラフィックス 6" descr="拡大鏡 単色塗りつぶし">
            <a:extLst>
              <a:ext uri="{FF2B5EF4-FFF2-40B4-BE49-F238E27FC236}">
                <a16:creationId xmlns:a16="http://schemas.microsoft.com/office/drawing/2014/main" id="{E29DF94C-855C-02F5-A8E4-5B6C73A3EAA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88177" y="5624512"/>
            <a:ext cx="914400" cy="914400"/>
          </a:xfrm>
          <a:prstGeom prst="rect">
            <a:avLst/>
          </a:prstGeom>
        </p:spPr>
      </p:pic>
      <p:pic>
        <p:nvPicPr>
          <p:cNvPr id="9" name="グラフィックス 8" descr="頭の中の脳 単色塗りつぶし">
            <a:extLst>
              <a:ext uri="{FF2B5EF4-FFF2-40B4-BE49-F238E27FC236}">
                <a16:creationId xmlns:a16="http://schemas.microsoft.com/office/drawing/2014/main" id="{841FEAA5-8B73-EDAA-1040-5248A21572E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608682" y="5572186"/>
            <a:ext cx="914400" cy="914400"/>
          </a:xfrm>
          <a:prstGeom prst="rect">
            <a:avLst/>
          </a:prstGeom>
        </p:spPr>
      </p:pic>
    </p:spTree>
    <p:extLst>
      <p:ext uri="{BB962C8B-B14F-4D97-AF65-F5344CB8AC3E}">
        <p14:creationId xmlns:p14="http://schemas.microsoft.com/office/powerpoint/2010/main" val="27371130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正方形/長方形 65">
            <a:extLst>
              <a:ext uri="{FF2B5EF4-FFF2-40B4-BE49-F238E27FC236}">
                <a16:creationId xmlns:a16="http://schemas.microsoft.com/office/drawing/2014/main" id="{D82AF8DB-DE03-A0B9-62DD-0C0ED83AE72C}"/>
              </a:ext>
            </a:extLst>
          </p:cNvPr>
          <p:cNvSpPr/>
          <p:nvPr/>
        </p:nvSpPr>
        <p:spPr>
          <a:xfrm>
            <a:off x="60868" y="2179268"/>
            <a:ext cx="12018442" cy="35725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834D5114-4933-017A-51FA-79F0D17C9017}"/>
              </a:ext>
            </a:extLst>
          </p:cNvPr>
          <p:cNvSpPr>
            <a:spLocks noGrp="1"/>
          </p:cNvSpPr>
          <p:nvPr>
            <p:ph type="title"/>
          </p:nvPr>
        </p:nvSpPr>
        <p:spPr/>
        <p:txBody>
          <a:bodyPr/>
          <a:lstStyle/>
          <a:p>
            <a:r>
              <a:rPr lang="ja-JP" altLang="en-US" dirty="0"/>
              <a:t>先行研究</a:t>
            </a:r>
            <a:r>
              <a:rPr lang="en-US" altLang="ja-JP" dirty="0"/>
              <a:t>1</a:t>
            </a:r>
            <a:r>
              <a:rPr lang="ja-JP" altLang="en-US" dirty="0"/>
              <a:t>　半教師あり学習とは</a:t>
            </a:r>
            <a:endParaRPr kumimoji="1" lang="ja-JP" altLang="en-US" dirty="0"/>
          </a:p>
        </p:txBody>
      </p:sp>
      <p:sp>
        <p:nvSpPr>
          <p:cNvPr id="3" name="スライド番号プレースホルダー 2">
            <a:extLst>
              <a:ext uri="{FF2B5EF4-FFF2-40B4-BE49-F238E27FC236}">
                <a16:creationId xmlns:a16="http://schemas.microsoft.com/office/drawing/2014/main" id="{F7CD65F7-6394-E321-52A8-CD6499F0D2F3}"/>
              </a:ext>
            </a:extLst>
          </p:cNvPr>
          <p:cNvSpPr>
            <a:spLocks noGrp="1"/>
          </p:cNvSpPr>
          <p:nvPr>
            <p:ph type="sldNum" sz="quarter" idx="12"/>
          </p:nvPr>
        </p:nvSpPr>
        <p:spPr/>
        <p:txBody>
          <a:bodyPr/>
          <a:lstStyle/>
          <a:p>
            <a:fld id="{766CFED1-DF6F-7E4C-BB21-72E6FAF4BC7E}" type="slidenum">
              <a:rPr kumimoji="1" lang="ja-JP" altLang="en-US" smtClean="0"/>
              <a:t>15</a:t>
            </a:fld>
            <a:endParaRPr kumimoji="1" lang="ja-JP" altLang="en-US"/>
          </a:p>
        </p:txBody>
      </p:sp>
      <p:sp>
        <p:nvSpPr>
          <p:cNvPr id="4" name="テキスト ボックス 3">
            <a:extLst>
              <a:ext uri="{FF2B5EF4-FFF2-40B4-BE49-F238E27FC236}">
                <a16:creationId xmlns:a16="http://schemas.microsoft.com/office/drawing/2014/main" id="{868B797A-D6E7-F29B-D45F-72D1D5FD66A7}"/>
              </a:ext>
            </a:extLst>
          </p:cNvPr>
          <p:cNvSpPr txBox="1"/>
          <p:nvPr/>
        </p:nvSpPr>
        <p:spPr>
          <a:xfrm>
            <a:off x="-92149" y="1113841"/>
            <a:ext cx="12160102" cy="830997"/>
          </a:xfrm>
          <a:prstGeom prst="rect">
            <a:avLst/>
          </a:prstGeom>
          <a:noFill/>
        </p:spPr>
        <p:txBody>
          <a:bodyPr wrap="square" rtlCol="0">
            <a:spAutoFit/>
          </a:bodyPr>
          <a:lstStyle/>
          <a:p>
            <a:pPr algn="ctr"/>
            <a:r>
              <a:rPr kumimoji="1" lang="en-US" altLang="ja-JP" sz="2400" dirty="0"/>
              <a:t>VIME</a:t>
            </a:r>
            <a:r>
              <a:rPr kumimoji="1" lang="ja-JP" altLang="en-US" sz="2400" dirty="0"/>
              <a:t>における半教師あり学習の核心は，ラベルなしデータに対して</a:t>
            </a:r>
            <a:endParaRPr kumimoji="1" lang="en-US" altLang="ja-JP" sz="2400" dirty="0"/>
          </a:p>
          <a:p>
            <a:pPr algn="ctr"/>
            <a:r>
              <a:rPr kumimoji="1" lang="ja-JP" altLang="en-US" sz="2400" dirty="0"/>
              <a:t>「複数パターンの破損」を加えて，</a:t>
            </a:r>
            <a:r>
              <a:rPr lang="ja-JP" altLang="en-US" sz="2400" dirty="0"/>
              <a:t>それらに対する予測結果の分散を最小化すること</a:t>
            </a:r>
            <a:endParaRPr kumimoji="1" lang="en-US" altLang="ja-JP" sz="2400" dirty="0"/>
          </a:p>
        </p:txBody>
      </p:sp>
      <p:sp>
        <p:nvSpPr>
          <p:cNvPr id="42" name="右矢印 41">
            <a:extLst>
              <a:ext uri="{FF2B5EF4-FFF2-40B4-BE49-F238E27FC236}">
                <a16:creationId xmlns:a16="http://schemas.microsoft.com/office/drawing/2014/main" id="{1A93BB47-B73B-AA22-FDD2-73EE18387082}"/>
              </a:ext>
            </a:extLst>
          </p:cNvPr>
          <p:cNvSpPr/>
          <p:nvPr/>
        </p:nvSpPr>
        <p:spPr>
          <a:xfrm>
            <a:off x="2598558" y="3792716"/>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pSp>
        <p:nvGrpSpPr>
          <p:cNvPr id="50" name="グループ化 49">
            <a:extLst>
              <a:ext uri="{FF2B5EF4-FFF2-40B4-BE49-F238E27FC236}">
                <a16:creationId xmlns:a16="http://schemas.microsoft.com/office/drawing/2014/main" id="{FBBED2EC-C5E1-244C-E7A1-CF1B947D1794}"/>
              </a:ext>
            </a:extLst>
          </p:cNvPr>
          <p:cNvGrpSpPr/>
          <p:nvPr/>
        </p:nvGrpSpPr>
        <p:grpSpPr>
          <a:xfrm>
            <a:off x="3141363" y="2443232"/>
            <a:ext cx="2236511" cy="765544"/>
            <a:chOff x="3513946" y="2160994"/>
            <a:chExt cx="2236511" cy="765544"/>
          </a:xfrm>
        </p:grpSpPr>
        <p:sp>
          <p:nvSpPr>
            <p:cNvPr id="43" name="角丸四角形 42">
              <a:extLst>
                <a:ext uri="{FF2B5EF4-FFF2-40B4-BE49-F238E27FC236}">
                  <a16:creationId xmlns:a16="http://schemas.microsoft.com/office/drawing/2014/main" id="{F5D2AFBA-2967-01AF-73EE-2824A4ACD1F6}"/>
                </a:ext>
              </a:extLst>
            </p:cNvPr>
            <p:cNvSpPr/>
            <p:nvPr/>
          </p:nvSpPr>
          <p:spPr>
            <a:xfrm>
              <a:off x="3513946" y="2160994"/>
              <a:ext cx="2236511" cy="765544"/>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61000A8F-5260-3C11-F3D4-80D924687E93}"/>
                    </a:ext>
                  </a:extLst>
                </p:cNvPr>
                <p:cNvSpPr txBox="1"/>
                <p:nvPr/>
              </p:nvSpPr>
              <p:spPr>
                <a:xfrm>
                  <a:off x="3630710" y="2351351"/>
                  <a:ext cx="2032864" cy="376193"/>
                </a:xfrm>
                <a:prstGeom prst="rect">
                  <a:avLst/>
                </a:prstGeom>
                <a:noFill/>
              </p:spPr>
              <p:txBody>
                <a:bodyPr wrap="none" rtlCol="0">
                  <a:spAutoFit/>
                </a:bodyPr>
                <a:lstStyle/>
                <a:p>
                  <a:r>
                    <a:rPr kumimoji="1" lang="ja-JP" altLang="en-US" b="1"/>
                    <a:t>破損データ１</a:t>
                  </a:r>
                  <a14:m>
                    <m:oMath xmlns:m="http://schemas.openxmlformats.org/officeDocument/2006/math">
                      <m:r>
                        <a:rPr kumimoji="1" lang="en-US" altLang="ja-JP" b="1" i="0" smtClean="0">
                          <a:latin typeface="Cambria Math" panose="02040503050406030204" pitchFamily="18" charset="0"/>
                        </a:rPr>
                        <m:t>(</m:t>
                      </m:r>
                      <m:sSub>
                        <m:sSubPr>
                          <m:ctrlPr>
                            <a:rPr kumimoji="1" lang="en-US" altLang="ja-JP" b="1" i="1" smtClean="0">
                              <a:latin typeface="Cambria Math" panose="02040503050406030204" pitchFamily="18" charset="0"/>
                            </a:rPr>
                          </m:ctrlPr>
                        </m:sSubPr>
                        <m:e>
                          <m:acc>
                            <m:accPr>
                              <m:chr m:val="̃"/>
                              <m:ctrlPr>
                                <a:rPr kumimoji="1" lang="en-US" altLang="ja-JP" b="1" i="1" smtClean="0">
                                  <a:latin typeface="Cambria Math" panose="02040503050406030204" pitchFamily="18" charset="0"/>
                                </a:rPr>
                              </m:ctrlPr>
                            </m:accPr>
                            <m:e>
                              <m:r>
                                <a:rPr kumimoji="1" lang="en-US" altLang="ja-JP" b="1" i="1" smtClean="0">
                                  <a:latin typeface="Cambria Math" panose="02040503050406030204" pitchFamily="18" charset="0"/>
                                </a:rPr>
                                <m:t>𝑿</m:t>
                              </m:r>
                            </m:e>
                          </m:acc>
                        </m:e>
                        <m:sub>
                          <m:r>
                            <a:rPr kumimoji="1" lang="en-US" altLang="ja-JP" b="1" i="1" smtClean="0">
                              <a:latin typeface="Cambria Math" panose="02040503050406030204" pitchFamily="18" charset="0"/>
                            </a:rPr>
                            <m:t>𝟏</m:t>
                          </m:r>
                        </m:sub>
                      </m:sSub>
                      <m:r>
                        <a:rPr kumimoji="1" lang="en-US" altLang="ja-JP" b="1" i="1" smtClean="0">
                          <a:latin typeface="Cambria Math" panose="02040503050406030204" pitchFamily="18" charset="0"/>
                        </a:rPr>
                        <m:t>)</m:t>
                      </m:r>
                    </m:oMath>
                  </a14:m>
                  <a:endParaRPr kumimoji="1" lang="en-US" altLang="ja-JP" b="1" dirty="0"/>
                </a:p>
              </p:txBody>
            </p:sp>
          </mc:Choice>
          <mc:Fallback xmlns="">
            <p:sp>
              <p:nvSpPr>
                <p:cNvPr id="34" name="テキスト ボックス 33">
                  <a:extLst>
                    <a:ext uri="{FF2B5EF4-FFF2-40B4-BE49-F238E27FC236}">
                      <a16:creationId xmlns:a16="http://schemas.microsoft.com/office/drawing/2014/main" id="{61000A8F-5260-3C11-F3D4-80D924687E93}"/>
                    </a:ext>
                  </a:extLst>
                </p:cNvPr>
                <p:cNvSpPr txBox="1">
                  <a:spLocks noRot="1" noChangeAspect="1" noMove="1" noResize="1" noEditPoints="1" noAdjustHandles="1" noChangeArrowheads="1" noChangeShapeType="1" noTextEdit="1"/>
                </p:cNvSpPr>
                <p:nvPr/>
              </p:nvSpPr>
              <p:spPr>
                <a:xfrm>
                  <a:off x="3630710" y="2351351"/>
                  <a:ext cx="2032864" cy="376193"/>
                </a:xfrm>
                <a:prstGeom prst="rect">
                  <a:avLst/>
                </a:prstGeom>
                <a:blipFill>
                  <a:blip r:embed="rId3"/>
                  <a:stretch>
                    <a:fillRect l="-2484" t="-6452" b="-22581"/>
                  </a:stretch>
                </a:blipFill>
              </p:spPr>
              <p:txBody>
                <a:bodyPr/>
                <a:lstStyle/>
                <a:p>
                  <a:r>
                    <a:rPr lang="ja-JP" altLang="en-US">
                      <a:noFill/>
                    </a:rPr>
                    <a:t> </a:t>
                  </a:r>
                </a:p>
              </p:txBody>
            </p:sp>
          </mc:Fallback>
        </mc:AlternateContent>
      </p:grpSp>
      <p:grpSp>
        <p:nvGrpSpPr>
          <p:cNvPr id="51" name="グループ化 50">
            <a:extLst>
              <a:ext uri="{FF2B5EF4-FFF2-40B4-BE49-F238E27FC236}">
                <a16:creationId xmlns:a16="http://schemas.microsoft.com/office/drawing/2014/main" id="{2CD2C800-C186-5A49-8D09-569DD7C7F3AA}"/>
              </a:ext>
            </a:extLst>
          </p:cNvPr>
          <p:cNvGrpSpPr/>
          <p:nvPr/>
        </p:nvGrpSpPr>
        <p:grpSpPr>
          <a:xfrm>
            <a:off x="3141363" y="3517617"/>
            <a:ext cx="2236511" cy="765544"/>
            <a:chOff x="3576733" y="3362111"/>
            <a:chExt cx="2236511" cy="765544"/>
          </a:xfrm>
        </p:grpSpPr>
        <p:sp>
          <p:nvSpPr>
            <p:cNvPr id="44" name="角丸四角形 43">
              <a:extLst>
                <a:ext uri="{FF2B5EF4-FFF2-40B4-BE49-F238E27FC236}">
                  <a16:creationId xmlns:a16="http://schemas.microsoft.com/office/drawing/2014/main" id="{F3552AE8-75C6-4F0E-D414-D10FE9898454}"/>
                </a:ext>
              </a:extLst>
            </p:cNvPr>
            <p:cNvSpPr/>
            <p:nvPr/>
          </p:nvSpPr>
          <p:spPr>
            <a:xfrm>
              <a:off x="3576733" y="3362111"/>
              <a:ext cx="2236511" cy="765544"/>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B373C3E1-9ECF-CC6A-F829-BA56590E3133}"/>
                    </a:ext>
                  </a:extLst>
                </p:cNvPr>
                <p:cNvSpPr txBox="1"/>
                <p:nvPr/>
              </p:nvSpPr>
              <p:spPr>
                <a:xfrm>
                  <a:off x="3759263" y="3548478"/>
                  <a:ext cx="1935082" cy="376193"/>
                </a:xfrm>
                <a:prstGeom prst="rect">
                  <a:avLst/>
                </a:prstGeom>
                <a:noFill/>
              </p:spPr>
              <p:txBody>
                <a:bodyPr wrap="none" rtlCol="0">
                  <a:spAutoFit/>
                </a:bodyPr>
                <a:lstStyle/>
                <a:p>
                  <a:r>
                    <a:rPr kumimoji="1" lang="ja-JP" altLang="en-US" b="1"/>
                    <a:t>破損データ</a:t>
                  </a:r>
                  <a:r>
                    <a:rPr kumimoji="1" lang="en-US" altLang="ja-JP" b="1" dirty="0"/>
                    <a:t>2</a:t>
                  </a:r>
                  <a14:m>
                    <m:oMath xmlns:m="http://schemas.openxmlformats.org/officeDocument/2006/math">
                      <m:r>
                        <a:rPr kumimoji="1" lang="en-US" altLang="ja-JP" b="1" i="0" smtClean="0">
                          <a:latin typeface="Cambria Math" panose="02040503050406030204" pitchFamily="18" charset="0"/>
                        </a:rPr>
                        <m:t>(</m:t>
                      </m:r>
                      <m:sSub>
                        <m:sSubPr>
                          <m:ctrlPr>
                            <a:rPr kumimoji="1" lang="en-US" altLang="ja-JP" b="1" i="1" smtClean="0">
                              <a:latin typeface="Cambria Math" panose="02040503050406030204" pitchFamily="18" charset="0"/>
                            </a:rPr>
                          </m:ctrlPr>
                        </m:sSubPr>
                        <m:e>
                          <m:acc>
                            <m:accPr>
                              <m:chr m:val="̃"/>
                              <m:ctrlPr>
                                <a:rPr kumimoji="1" lang="en-US" altLang="ja-JP" b="1" i="1" smtClean="0">
                                  <a:latin typeface="Cambria Math" panose="02040503050406030204" pitchFamily="18" charset="0"/>
                                </a:rPr>
                              </m:ctrlPr>
                            </m:accPr>
                            <m:e>
                              <m:r>
                                <a:rPr kumimoji="1" lang="en-US" altLang="ja-JP" b="1" i="1" smtClean="0">
                                  <a:latin typeface="Cambria Math" panose="02040503050406030204" pitchFamily="18" charset="0"/>
                                </a:rPr>
                                <m:t>𝑿</m:t>
                              </m:r>
                            </m:e>
                          </m:acc>
                        </m:e>
                        <m:sub>
                          <m:r>
                            <a:rPr kumimoji="1" lang="en-US" altLang="ja-JP" b="1" i="1" smtClean="0">
                              <a:latin typeface="Cambria Math" panose="02040503050406030204" pitchFamily="18" charset="0"/>
                            </a:rPr>
                            <m:t>𝟐</m:t>
                          </m:r>
                        </m:sub>
                      </m:sSub>
                      <m:r>
                        <a:rPr kumimoji="1" lang="en-US" altLang="ja-JP" b="1" i="1" smtClean="0">
                          <a:latin typeface="Cambria Math" panose="02040503050406030204" pitchFamily="18" charset="0"/>
                        </a:rPr>
                        <m:t>)</m:t>
                      </m:r>
                    </m:oMath>
                  </a14:m>
                  <a:endParaRPr kumimoji="1" lang="en-US" altLang="ja-JP" b="1" dirty="0"/>
                </a:p>
              </p:txBody>
            </p:sp>
          </mc:Choice>
          <mc:Fallback xmlns="">
            <p:sp>
              <p:nvSpPr>
                <p:cNvPr id="35" name="テキスト ボックス 34">
                  <a:extLst>
                    <a:ext uri="{FF2B5EF4-FFF2-40B4-BE49-F238E27FC236}">
                      <a16:creationId xmlns:a16="http://schemas.microsoft.com/office/drawing/2014/main" id="{B373C3E1-9ECF-CC6A-F829-BA56590E3133}"/>
                    </a:ext>
                  </a:extLst>
                </p:cNvPr>
                <p:cNvSpPr txBox="1">
                  <a:spLocks noRot="1" noChangeAspect="1" noMove="1" noResize="1" noEditPoints="1" noAdjustHandles="1" noChangeArrowheads="1" noChangeShapeType="1" noTextEdit="1"/>
                </p:cNvSpPr>
                <p:nvPr/>
              </p:nvSpPr>
              <p:spPr>
                <a:xfrm>
                  <a:off x="3759263" y="3548478"/>
                  <a:ext cx="1935082" cy="376193"/>
                </a:xfrm>
                <a:prstGeom prst="rect">
                  <a:avLst/>
                </a:prstGeom>
                <a:blipFill>
                  <a:blip r:embed="rId4"/>
                  <a:stretch>
                    <a:fillRect l="-2597" t="-6452" b="-22581"/>
                  </a:stretch>
                </a:blipFill>
              </p:spPr>
              <p:txBody>
                <a:bodyPr/>
                <a:lstStyle/>
                <a:p>
                  <a:r>
                    <a:rPr lang="ja-JP" altLang="en-US">
                      <a:noFill/>
                    </a:rPr>
                    <a:t> </a:t>
                  </a:r>
                </a:p>
              </p:txBody>
            </p:sp>
          </mc:Fallback>
        </mc:AlternateContent>
      </p:grpSp>
      <p:grpSp>
        <p:nvGrpSpPr>
          <p:cNvPr id="61" name="グループ化 60">
            <a:extLst>
              <a:ext uri="{FF2B5EF4-FFF2-40B4-BE49-F238E27FC236}">
                <a16:creationId xmlns:a16="http://schemas.microsoft.com/office/drawing/2014/main" id="{3294AB52-7584-44A3-97A6-B70EB67333D2}"/>
              </a:ext>
            </a:extLst>
          </p:cNvPr>
          <p:cNvGrpSpPr/>
          <p:nvPr/>
        </p:nvGrpSpPr>
        <p:grpSpPr>
          <a:xfrm>
            <a:off x="3141362" y="4592002"/>
            <a:ext cx="2236511" cy="765544"/>
            <a:chOff x="3576732" y="4308740"/>
            <a:chExt cx="2236511" cy="765544"/>
          </a:xfrm>
        </p:grpSpPr>
        <p:sp>
          <p:nvSpPr>
            <p:cNvPr id="45" name="角丸四角形 44">
              <a:extLst>
                <a:ext uri="{FF2B5EF4-FFF2-40B4-BE49-F238E27FC236}">
                  <a16:creationId xmlns:a16="http://schemas.microsoft.com/office/drawing/2014/main" id="{A95160E1-4022-7558-BFA2-1043D77FFED9}"/>
                </a:ext>
              </a:extLst>
            </p:cNvPr>
            <p:cNvSpPr/>
            <p:nvPr/>
          </p:nvSpPr>
          <p:spPr>
            <a:xfrm>
              <a:off x="3576732" y="4308740"/>
              <a:ext cx="2236511" cy="765544"/>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B1EFE4B9-1A27-CB5E-E0E0-FEA6A33B01D8}"/>
                    </a:ext>
                  </a:extLst>
                </p:cNvPr>
                <p:cNvSpPr txBox="1"/>
                <p:nvPr/>
              </p:nvSpPr>
              <p:spPr>
                <a:xfrm>
                  <a:off x="3744836" y="4496987"/>
                  <a:ext cx="1968744" cy="376193"/>
                </a:xfrm>
                <a:prstGeom prst="rect">
                  <a:avLst/>
                </a:prstGeom>
                <a:noFill/>
              </p:spPr>
              <p:txBody>
                <a:bodyPr wrap="none" rtlCol="0">
                  <a:spAutoFit/>
                </a:bodyPr>
                <a:lstStyle/>
                <a:p>
                  <a:r>
                    <a:rPr kumimoji="1" lang="ja-JP" altLang="en-US" b="1"/>
                    <a:t>破損データ</a:t>
                  </a:r>
                  <a:r>
                    <a:rPr kumimoji="1" lang="en-US" altLang="ja-JP" b="1" dirty="0"/>
                    <a:t>K</a:t>
                  </a:r>
                  <a14:m>
                    <m:oMath xmlns:m="http://schemas.openxmlformats.org/officeDocument/2006/math">
                      <m:r>
                        <a:rPr kumimoji="1" lang="en-US" altLang="ja-JP" b="1" i="0" smtClean="0">
                          <a:latin typeface="Cambria Math" panose="02040503050406030204" pitchFamily="18" charset="0"/>
                        </a:rPr>
                        <m:t>(</m:t>
                      </m:r>
                      <m:sSub>
                        <m:sSubPr>
                          <m:ctrlPr>
                            <a:rPr kumimoji="1" lang="en-US" altLang="ja-JP" b="1" i="1" smtClean="0">
                              <a:latin typeface="Cambria Math" panose="02040503050406030204" pitchFamily="18" charset="0"/>
                            </a:rPr>
                          </m:ctrlPr>
                        </m:sSubPr>
                        <m:e>
                          <m:acc>
                            <m:accPr>
                              <m:chr m:val="̃"/>
                              <m:ctrlPr>
                                <a:rPr kumimoji="1" lang="en-US" altLang="ja-JP" b="1" i="1" smtClean="0">
                                  <a:latin typeface="Cambria Math" panose="02040503050406030204" pitchFamily="18" charset="0"/>
                                </a:rPr>
                              </m:ctrlPr>
                            </m:accPr>
                            <m:e>
                              <m:r>
                                <a:rPr kumimoji="1" lang="en-US" altLang="ja-JP" b="1" i="1" smtClean="0">
                                  <a:latin typeface="Cambria Math" panose="02040503050406030204" pitchFamily="18" charset="0"/>
                                </a:rPr>
                                <m:t>𝑿</m:t>
                              </m:r>
                            </m:e>
                          </m:acc>
                        </m:e>
                        <m:sub>
                          <m:r>
                            <a:rPr kumimoji="1" lang="en-US" altLang="ja-JP" b="1" i="1" smtClean="0">
                              <a:latin typeface="Cambria Math" panose="02040503050406030204" pitchFamily="18" charset="0"/>
                            </a:rPr>
                            <m:t>𝒌</m:t>
                          </m:r>
                        </m:sub>
                      </m:sSub>
                      <m:r>
                        <a:rPr kumimoji="1" lang="en-US" altLang="ja-JP" b="1" i="1" smtClean="0">
                          <a:latin typeface="Cambria Math" panose="02040503050406030204" pitchFamily="18" charset="0"/>
                        </a:rPr>
                        <m:t>)</m:t>
                      </m:r>
                    </m:oMath>
                  </a14:m>
                  <a:endParaRPr kumimoji="1" lang="en-US" altLang="ja-JP" b="1" dirty="0"/>
                </a:p>
              </p:txBody>
            </p:sp>
          </mc:Choice>
          <mc:Fallback xmlns="">
            <p:sp>
              <p:nvSpPr>
                <p:cNvPr id="36" name="テキスト ボックス 35">
                  <a:extLst>
                    <a:ext uri="{FF2B5EF4-FFF2-40B4-BE49-F238E27FC236}">
                      <a16:creationId xmlns:a16="http://schemas.microsoft.com/office/drawing/2014/main" id="{B1EFE4B9-1A27-CB5E-E0E0-FEA6A33B01D8}"/>
                    </a:ext>
                  </a:extLst>
                </p:cNvPr>
                <p:cNvSpPr txBox="1">
                  <a:spLocks noRot="1" noChangeAspect="1" noMove="1" noResize="1" noEditPoints="1" noAdjustHandles="1" noChangeArrowheads="1" noChangeShapeType="1" noTextEdit="1"/>
                </p:cNvSpPr>
                <p:nvPr/>
              </p:nvSpPr>
              <p:spPr>
                <a:xfrm>
                  <a:off x="3744836" y="4496987"/>
                  <a:ext cx="1968744" cy="376193"/>
                </a:xfrm>
                <a:prstGeom prst="rect">
                  <a:avLst/>
                </a:prstGeom>
                <a:blipFill>
                  <a:blip r:embed="rId5"/>
                  <a:stretch>
                    <a:fillRect l="-2564" t="-6452" b="-22581"/>
                  </a:stretch>
                </a:blipFill>
              </p:spPr>
              <p:txBody>
                <a:bodyPr/>
                <a:lstStyle/>
                <a:p>
                  <a:r>
                    <a:rPr lang="ja-JP" altLang="en-US">
                      <a:noFill/>
                    </a:rPr>
                    <a:t> </a:t>
                  </a:r>
                </a:p>
              </p:txBody>
            </p:sp>
          </mc:Fallback>
        </mc:AlternateContent>
      </p:grpSp>
      <p:grpSp>
        <p:nvGrpSpPr>
          <p:cNvPr id="63" name="グループ化 62">
            <a:extLst>
              <a:ext uri="{FF2B5EF4-FFF2-40B4-BE49-F238E27FC236}">
                <a16:creationId xmlns:a16="http://schemas.microsoft.com/office/drawing/2014/main" id="{3648BF24-3FAB-BFA5-485F-FA15470D207A}"/>
              </a:ext>
            </a:extLst>
          </p:cNvPr>
          <p:cNvGrpSpPr/>
          <p:nvPr/>
        </p:nvGrpSpPr>
        <p:grpSpPr>
          <a:xfrm>
            <a:off x="205141" y="3551840"/>
            <a:ext cx="2236511" cy="765544"/>
            <a:chOff x="446567" y="3338623"/>
            <a:chExt cx="2236511" cy="765544"/>
          </a:xfrm>
        </p:grpSpPr>
        <p:sp>
          <p:nvSpPr>
            <p:cNvPr id="41" name="角丸四角形 40">
              <a:extLst>
                <a:ext uri="{FF2B5EF4-FFF2-40B4-BE49-F238E27FC236}">
                  <a16:creationId xmlns:a16="http://schemas.microsoft.com/office/drawing/2014/main" id="{F6C60E43-5889-9BD3-F906-F93D4A5E2982}"/>
                </a:ext>
              </a:extLst>
            </p:cNvPr>
            <p:cNvSpPr/>
            <p:nvPr/>
          </p:nvSpPr>
          <p:spPr>
            <a:xfrm>
              <a:off x="446567" y="3338623"/>
              <a:ext cx="2236511" cy="76554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802445D2-8C83-0672-E2D8-9303AAC8D3F8}"/>
                    </a:ext>
                  </a:extLst>
                </p:cNvPr>
                <p:cNvSpPr txBox="1"/>
                <p:nvPr/>
              </p:nvSpPr>
              <p:spPr>
                <a:xfrm>
                  <a:off x="446568" y="3429000"/>
                  <a:ext cx="2236510" cy="615553"/>
                </a:xfrm>
                <a:prstGeom prst="rect">
                  <a:avLst/>
                </a:prstGeom>
                <a:noFill/>
              </p:spPr>
              <p:txBody>
                <a:bodyPr wrap="none" rtlCol="0">
                  <a:spAutoFit/>
                </a:bodyPr>
                <a:lstStyle/>
                <a:p>
                  <a:r>
                    <a:rPr kumimoji="1" lang="ja-JP" altLang="en-US" sz="1600" b="1"/>
                    <a:t>元のラベルなしデータ</a:t>
                  </a:r>
                  <a:endParaRPr kumimoji="1" lang="en-US" altLang="ja-JP" sz="1600" b="1" dirty="0"/>
                </a:p>
                <a:p>
                  <a:pPr algn="ctr"/>
                  <a14:m>
                    <m:oMathPara xmlns:m="http://schemas.openxmlformats.org/officeDocument/2006/math">
                      <m:oMathParaPr>
                        <m:jc m:val="centerGroup"/>
                      </m:oMathParaPr>
                      <m:oMath xmlns:m="http://schemas.openxmlformats.org/officeDocument/2006/math">
                        <m:r>
                          <a:rPr kumimoji="1" lang="en-US" altLang="ja-JP" b="1" i="1" smtClean="0">
                            <a:latin typeface="Cambria Math" panose="02040503050406030204" pitchFamily="18" charset="0"/>
                          </a:rPr>
                          <m:t>𝑿</m:t>
                        </m:r>
                      </m:oMath>
                    </m:oMathPara>
                  </a14:m>
                  <a:endParaRPr kumimoji="1" lang="en-US" altLang="ja-JP" b="1" dirty="0"/>
                </a:p>
              </p:txBody>
            </p:sp>
          </mc:Choice>
          <mc:Fallback xmlns="">
            <p:sp>
              <p:nvSpPr>
                <p:cNvPr id="33" name="テキスト ボックス 32">
                  <a:extLst>
                    <a:ext uri="{FF2B5EF4-FFF2-40B4-BE49-F238E27FC236}">
                      <a16:creationId xmlns:a16="http://schemas.microsoft.com/office/drawing/2014/main" id="{802445D2-8C83-0672-E2D8-9303AAC8D3F8}"/>
                    </a:ext>
                  </a:extLst>
                </p:cNvPr>
                <p:cNvSpPr txBox="1">
                  <a:spLocks noRot="1" noChangeAspect="1" noMove="1" noResize="1" noEditPoints="1" noAdjustHandles="1" noChangeArrowheads="1" noChangeShapeType="1" noTextEdit="1"/>
                </p:cNvSpPr>
                <p:nvPr/>
              </p:nvSpPr>
              <p:spPr>
                <a:xfrm>
                  <a:off x="446568" y="3429000"/>
                  <a:ext cx="2236510" cy="615553"/>
                </a:xfrm>
                <a:prstGeom prst="rect">
                  <a:avLst/>
                </a:prstGeom>
                <a:blipFill>
                  <a:blip r:embed="rId6"/>
                  <a:stretch>
                    <a:fillRect l="-1695" t="-2000"/>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9914F15F-7A07-4FCD-3479-2FB7ABB72929}"/>
                  </a:ext>
                </a:extLst>
              </p:cNvPr>
              <p:cNvSpPr txBox="1"/>
              <p:nvPr/>
            </p:nvSpPr>
            <p:spPr>
              <a:xfrm>
                <a:off x="6599539" y="2682926"/>
                <a:ext cx="1377237" cy="369332"/>
              </a:xfrm>
              <a:prstGeom prst="rect">
                <a:avLst/>
              </a:prstGeom>
              <a:noFill/>
            </p:spPr>
            <p:txBody>
              <a:bodyPr wrap="none" rtlCol="0">
                <a:spAutoFit/>
              </a:bodyPr>
              <a:lstStyle/>
              <a:p>
                <a:r>
                  <a:rPr kumimoji="1" lang="ja-JP" altLang="en-US" b="1"/>
                  <a:t>予測確率</a:t>
                </a:r>
                <a14:m>
                  <m:oMath xmlns:m="http://schemas.openxmlformats.org/officeDocument/2006/math">
                    <m:sSub>
                      <m:sSubPr>
                        <m:ctrlPr>
                          <a:rPr kumimoji="1" lang="en-US" altLang="ja-JP" b="1" i="1" smtClean="0">
                            <a:latin typeface="Cambria Math" panose="02040503050406030204" pitchFamily="18" charset="0"/>
                          </a:rPr>
                        </m:ctrlPr>
                      </m:sSubPr>
                      <m:e>
                        <m:r>
                          <a:rPr kumimoji="1" lang="en-US" altLang="ja-JP" b="1" i="1" smtClean="0">
                            <a:latin typeface="Cambria Math" panose="02040503050406030204" pitchFamily="18" charset="0"/>
                          </a:rPr>
                          <m:t>𝑷</m:t>
                        </m:r>
                      </m:e>
                      <m:sub>
                        <m:r>
                          <a:rPr kumimoji="1" lang="en-US" altLang="ja-JP" b="1" i="1" smtClean="0">
                            <a:latin typeface="Cambria Math" panose="02040503050406030204" pitchFamily="18" charset="0"/>
                          </a:rPr>
                          <m:t>𝟏</m:t>
                        </m:r>
                      </m:sub>
                    </m:sSub>
                  </m:oMath>
                </a14:m>
                <a:endParaRPr kumimoji="1" lang="en-US" altLang="ja-JP" b="1" dirty="0"/>
              </a:p>
            </p:txBody>
          </p:sp>
        </mc:Choice>
        <mc:Fallback xmlns="">
          <p:sp>
            <p:nvSpPr>
              <p:cNvPr id="37" name="テキスト ボックス 36">
                <a:extLst>
                  <a:ext uri="{FF2B5EF4-FFF2-40B4-BE49-F238E27FC236}">
                    <a16:creationId xmlns:a16="http://schemas.microsoft.com/office/drawing/2014/main" id="{9914F15F-7A07-4FCD-3479-2FB7ABB72929}"/>
                  </a:ext>
                </a:extLst>
              </p:cNvPr>
              <p:cNvSpPr txBox="1">
                <a:spLocks noRot="1" noChangeAspect="1" noMove="1" noResize="1" noEditPoints="1" noAdjustHandles="1" noChangeArrowheads="1" noChangeShapeType="1" noTextEdit="1"/>
              </p:cNvSpPr>
              <p:nvPr/>
            </p:nvSpPr>
            <p:spPr>
              <a:xfrm>
                <a:off x="6599539" y="2682926"/>
                <a:ext cx="1377237" cy="369332"/>
              </a:xfrm>
              <a:prstGeom prst="rect">
                <a:avLst/>
              </a:prstGeom>
              <a:blipFill>
                <a:blip r:embed="rId7"/>
                <a:stretch>
                  <a:fillRect l="-3636" t="-6667" b="-26667"/>
                </a:stretch>
              </a:blipFill>
            </p:spPr>
            <p:txBody>
              <a:bodyPr/>
              <a:lstStyle/>
              <a:p>
                <a:r>
                  <a:rPr lang="ja-JP" altLang="en-US">
                    <a:noFill/>
                  </a:rPr>
                  <a:t> </a:t>
                </a:r>
              </a:p>
            </p:txBody>
          </p:sp>
        </mc:Fallback>
      </mc:AlternateContent>
      <p:sp>
        <p:nvSpPr>
          <p:cNvPr id="46" name="角丸四角形 45">
            <a:extLst>
              <a:ext uri="{FF2B5EF4-FFF2-40B4-BE49-F238E27FC236}">
                <a16:creationId xmlns:a16="http://schemas.microsoft.com/office/drawing/2014/main" id="{EF3B9577-1040-D37F-8B52-E3D279419376}"/>
              </a:ext>
            </a:extLst>
          </p:cNvPr>
          <p:cNvSpPr/>
          <p:nvPr/>
        </p:nvSpPr>
        <p:spPr>
          <a:xfrm>
            <a:off x="6035281" y="2484820"/>
            <a:ext cx="2236511" cy="76554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55" name="テキスト ボックス 54">
                <a:extLst>
                  <a:ext uri="{FF2B5EF4-FFF2-40B4-BE49-F238E27FC236}">
                    <a16:creationId xmlns:a16="http://schemas.microsoft.com/office/drawing/2014/main" id="{DA2DA8E0-F871-5569-56D7-069F8B9D10F0}"/>
                  </a:ext>
                </a:extLst>
              </p:cNvPr>
              <p:cNvSpPr txBox="1"/>
              <p:nvPr/>
            </p:nvSpPr>
            <p:spPr>
              <a:xfrm>
                <a:off x="6641520" y="4780784"/>
                <a:ext cx="1431739" cy="369332"/>
              </a:xfrm>
              <a:prstGeom prst="rect">
                <a:avLst/>
              </a:prstGeom>
              <a:noFill/>
            </p:spPr>
            <p:txBody>
              <a:bodyPr wrap="none" rtlCol="0">
                <a:spAutoFit/>
              </a:bodyPr>
              <a:lstStyle/>
              <a:p>
                <a:r>
                  <a:rPr kumimoji="1" lang="ja-JP" altLang="en-US" b="1"/>
                  <a:t>予測確率</a:t>
                </a:r>
                <a14:m>
                  <m:oMath xmlns:m="http://schemas.openxmlformats.org/officeDocument/2006/math">
                    <m:sSub>
                      <m:sSubPr>
                        <m:ctrlPr>
                          <a:rPr lang="en-US" altLang="ja-JP" b="1" i="1">
                            <a:latin typeface="Cambria Math" panose="02040503050406030204" pitchFamily="18" charset="0"/>
                          </a:rPr>
                        </m:ctrlPr>
                      </m:sSubPr>
                      <m:e>
                        <m:r>
                          <a:rPr lang="en-US" altLang="ja-JP" b="1" i="1">
                            <a:latin typeface="Cambria Math" panose="02040503050406030204" pitchFamily="18" charset="0"/>
                          </a:rPr>
                          <m:t>𝑷</m:t>
                        </m:r>
                      </m:e>
                      <m:sub>
                        <m:r>
                          <a:rPr lang="en-US" altLang="ja-JP" b="1" i="1" smtClean="0">
                            <a:latin typeface="Cambria Math" panose="02040503050406030204" pitchFamily="18" charset="0"/>
                          </a:rPr>
                          <m:t>𝒌</m:t>
                        </m:r>
                      </m:sub>
                    </m:sSub>
                  </m:oMath>
                </a14:m>
                <a:endParaRPr kumimoji="1" lang="ja-JP" altLang="en-US" b="1"/>
              </a:p>
            </p:txBody>
          </p:sp>
        </mc:Choice>
        <mc:Fallback xmlns="">
          <p:sp>
            <p:nvSpPr>
              <p:cNvPr id="55" name="テキスト ボックス 54">
                <a:extLst>
                  <a:ext uri="{FF2B5EF4-FFF2-40B4-BE49-F238E27FC236}">
                    <a16:creationId xmlns:a16="http://schemas.microsoft.com/office/drawing/2014/main" id="{DA2DA8E0-F871-5569-56D7-069F8B9D10F0}"/>
                  </a:ext>
                </a:extLst>
              </p:cNvPr>
              <p:cNvSpPr txBox="1">
                <a:spLocks noRot="1" noChangeAspect="1" noMove="1" noResize="1" noEditPoints="1" noAdjustHandles="1" noChangeArrowheads="1" noChangeShapeType="1" noTextEdit="1"/>
              </p:cNvSpPr>
              <p:nvPr/>
            </p:nvSpPr>
            <p:spPr>
              <a:xfrm>
                <a:off x="6641520" y="4780784"/>
                <a:ext cx="1431739" cy="369332"/>
              </a:xfrm>
              <a:prstGeom prst="rect">
                <a:avLst/>
              </a:prstGeom>
              <a:blipFill>
                <a:blip r:embed="rId8"/>
                <a:stretch>
                  <a:fillRect l="-3509" t="-6667" b="-26667"/>
                </a:stretch>
              </a:blipFill>
            </p:spPr>
            <p:txBody>
              <a:bodyPr/>
              <a:lstStyle/>
              <a:p>
                <a:r>
                  <a:rPr lang="ja-JP" altLang="en-US">
                    <a:noFill/>
                  </a:rPr>
                  <a:t> </a:t>
                </a:r>
              </a:p>
            </p:txBody>
          </p:sp>
        </mc:Fallback>
      </mc:AlternateContent>
      <p:sp>
        <p:nvSpPr>
          <p:cNvPr id="56" name="角丸四角形 55">
            <a:extLst>
              <a:ext uri="{FF2B5EF4-FFF2-40B4-BE49-F238E27FC236}">
                <a16:creationId xmlns:a16="http://schemas.microsoft.com/office/drawing/2014/main" id="{27628933-8B61-C324-45B8-D8C345EED12A}"/>
              </a:ext>
            </a:extLst>
          </p:cNvPr>
          <p:cNvSpPr/>
          <p:nvPr/>
        </p:nvSpPr>
        <p:spPr>
          <a:xfrm>
            <a:off x="6077262" y="4582678"/>
            <a:ext cx="2236511" cy="76554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58" name="テキスト ボックス 57">
                <a:extLst>
                  <a:ext uri="{FF2B5EF4-FFF2-40B4-BE49-F238E27FC236}">
                    <a16:creationId xmlns:a16="http://schemas.microsoft.com/office/drawing/2014/main" id="{6100DF4F-FBA6-96D1-0DE0-004CAFBED060}"/>
                  </a:ext>
                </a:extLst>
              </p:cNvPr>
              <p:cNvSpPr txBox="1"/>
              <p:nvPr/>
            </p:nvSpPr>
            <p:spPr>
              <a:xfrm>
                <a:off x="6599540" y="3732189"/>
                <a:ext cx="1431739" cy="369332"/>
              </a:xfrm>
              <a:prstGeom prst="rect">
                <a:avLst/>
              </a:prstGeom>
              <a:noFill/>
            </p:spPr>
            <p:txBody>
              <a:bodyPr wrap="none" rtlCol="0">
                <a:spAutoFit/>
              </a:bodyPr>
              <a:lstStyle/>
              <a:p>
                <a:r>
                  <a:rPr kumimoji="1" lang="ja-JP" altLang="en-US" b="1"/>
                  <a:t>予測確率</a:t>
                </a:r>
                <a14:m>
                  <m:oMath xmlns:m="http://schemas.openxmlformats.org/officeDocument/2006/math">
                    <m:sSub>
                      <m:sSubPr>
                        <m:ctrlPr>
                          <a:rPr lang="en-US" altLang="ja-JP" b="1" i="1">
                            <a:latin typeface="Cambria Math" panose="02040503050406030204" pitchFamily="18" charset="0"/>
                          </a:rPr>
                        </m:ctrlPr>
                      </m:sSubPr>
                      <m:e>
                        <m:r>
                          <a:rPr lang="en-US" altLang="ja-JP" b="1" i="1">
                            <a:latin typeface="Cambria Math" panose="02040503050406030204" pitchFamily="18" charset="0"/>
                          </a:rPr>
                          <m:t>𝑷</m:t>
                        </m:r>
                      </m:e>
                      <m:sub>
                        <m:r>
                          <a:rPr lang="en-US" altLang="ja-JP" b="1" i="1" smtClean="0">
                            <a:latin typeface="Cambria Math" panose="02040503050406030204" pitchFamily="18" charset="0"/>
                          </a:rPr>
                          <m:t>𝟐</m:t>
                        </m:r>
                      </m:sub>
                    </m:sSub>
                  </m:oMath>
                </a14:m>
                <a:endParaRPr kumimoji="1" lang="ja-JP" altLang="en-US" b="1"/>
              </a:p>
            </p:txBody>
          </p:sp>
        </mc:Choice>
        <mc:Fallback xmlns="">
          <p:sp>
            <p:nvSpPr>
              <p:cNvPr id="58" name="テキスト ボックス 57">
                <a:extLst>
                  <a:ext uri="{FF2B5EF4-FFF2-40B4-BE49-F238E27FC236}">
                    <a16:creationId xmlns:a16="http://schemas.microsoft.com/office/drawing/2014/main" id="{6100DF4F-FBA6-96D1-0DE0-004CAFBED060}"/>
                  </a:ext>
                </a:extLst>
              </p:cNvPr>
              <p:cNvSpPr txBox="1">
                <a:spLocks noRot="1" noChangeAspect="1" noMove="1" noResize="1" noEditPoints="1" noAdjustHandles="1" noChangeArrowheads="1" noChangeShapeType="1" noTextEdit="1"/>
              </p:cNvSpPr>
              <p:nvPr/>
            </p:nvSpPr>
            <p:spPr>
              <a:xfrm>
                <a:off x="6599540" y="3732189"/>
                <a:ext cx="1431739" cy="369332"/>
              </a:xfrm>
              <a:prstGeom prst="rect">
                <a:avLst/>
              </a:prstGeom>
              <a:blipFill>
                <a:blip r:embed="rId9"/>
                <a:stretch>
                  <a:fillRect l="-3509" t="-6452" b="-22581"/>
                </a:stretch>
              </a:blipFill>
            </p:spPr>
            <p:txBody>
              <a:bodyPr/>
              <a:lstStyle/>
              <a:p>
                <a:r>
                  <a:rPr lang="ja-JP" altLang="en-US">
                    <a:noFill/>
                  </a:rPr>
                  <a:t> </a:t>
                </a:r>
              </a:p>
            </p:txBody>
          </p:sp>
        </mc:Fallback>
      </mc:AlternateContent>
      <p:sp>
        <p:nvSpPr>
          <p:cNvPr id="59" name="角丸四角形 58">
            <a:extLst>
              <a:ext uri="{FF2B5EF4-FFF2-40B4-BE49-F238E27FC236}">
                <a16:creationId xmlns:a16="http://schemas.microsoft.com/office/drawing/2014/main" id="{01B8C80A-428B-AAE1-709E-7ACCD0672F0F}"/>
              </a:ext>
            </a:extLst>
          </p:cNvPr>
          <p:cNvSpPr/>
          <p:nvPr/>
        </p:nvSpPr>
        <p:spPr>
          <a:xfrm>
            <a:off x="6035282" y="3534083"/>
            <a:ext cx="2236511" cy="76554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2" name="グループ化 61">
            <a:extLst>
              <a:ext uri="{FF2B5EF4-FFF2-40B4-BE49-F238E27FC236}">
                <a16:creationId xmlns:a16="http://schemas.microsoft.com/office/drawing/2014/main" id="{7B9FDA9A-5EA0-9420-213D-FC9078BBDD7C}"/>
              </a:ext>
            </a:extLst>
          </p:cNvPr>
          <p:cNvGrpSpPr/>
          <p:nvPr/>
        </p:nvGrpSpPr>
        <p:grpSpPr>
          <a:xfrm>
            <a:off x="8774787" y="3403631"/>
            <a:ext cx="3293166" cy="1179047"/>
            <a:chOff x="8563646" y="3123264"/>
            <a:chExt cx="3416320" cy="1179047"/>
          </a:xfrm>
        </p:grpSpPr>
        <p:sp>
          <p:nvSpPr>
            <p:cNvPr id="40" name="テキスト ボックス 39">
              <a:extLst>
                <a:ext uri="{FF2B5EF4-FFF2-40B4-BE49-F238E27FC236}">
                  <a16:creationId xmlns:a16="http://schemas.microsoft.com/office/drawing/2014/main" id="{543F815E-CC02-1B5B-EB08-45D9014419FF}"/>
                </a:ext>
              </a:extLst>
            </p:cNvPr>
            <p:cNvSpPr txBox="1"/>
            <p:nvPr/>
          </p:nvSpPr>
          <p:spPr>
            <a:xfrm>
              <a:off x="8563646" y="3362006"/>
              <a:ext cx="3416320" cy="646331"/>
            </a:xfrm>
            <a:prstGeom prst="rect">
              <a:avLst/>
            </a:prstGeom>
            <a:noFill/>
          </p:spPr>
          <p:txBody>
            <a:bodyPr wrap="none" rtlCol="0">
              <a:spAutoFit/>
            </a:bodyPr>
            <a:lstStyle/>
            <a:p>
              <a:pPr algn="ctr"/>
              <a:r>
                <a:rPr kumimoji="1" lang="ja-JP" altLang="en-US" b="1">
                  <a:solidFill>
                    <a:srgbClr val="FF0000"/>
                  </a:solidFill>
                </a:rPr>
                <a:t>一貫性損失の計算</a:t>
              </a:r>
              <a:endParaRPr kumimoji="1" lang="en-US" altLang="ja-JP" b="1" dirty="0">
                <a:solidFill>
                  <a:srgbClr val="FF0000"/>
                </a:solidFill>
              </a:endParaRPr>
            </a:p>
            <a:p>
              <a:pPr algn="ctr"/>
              <a:r>
                <a:rPr lang="ja-JP" altLang="en-US" b="1"/>
                <a:t>（予測値の分散を最小化する）</a:t>
              </a:r>
              <a:endParaRPr kumimoji="1" lang="ja-JP" altLang="en-US" b="1"/>
            </a:p>
          </p:txBody>
        </p:sp>
        <p:sp>
          <p:nvSpPr>
            <p:cNvPr id="60" name="角丸四角形 59">
              <a:extLst>
                <a:ext uri="{FF2B5EF4-FFF2-40B4-BE49-F238E27FC236}">
                  <a16:creationId xmlns:a16="http://schemas.microsoft.com/office/drawing/2014/main" id="{E1B6A133-7FD5-3DB0-DC92-EC92E86A2F5D}"/>
                </a:ext>
              </a:extLst>
            </p:cNvPr>
            <p:cNvSpPr/>
            <p:nvPr/>
          </p:nvSpPr>
          <p:spPr>
            <a:xfrm>
              <a:off x="8723846" y="3123264"/>
              <a:ext cx="3152721" cy="1179047"/>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64" name="右矢印 63">
            <a:extLst>
              <a:ext uri="{FF2B5EF4-FFF2-40B4-BE49-F238E27FC236}">
                <a16:creationId xmlns:a16="http://schemas.microsoft.com/office/drawing/2014/main" id="{ABF0D300-58FE-246C-94C4-C9A87DB599A9}"/>
              </a:ext>
            </a:extLst>
          </p:cNvPr>
          <p:cNvSpPr/>
          <p:nvPr/>
        </p:nvSpPr>
        <p:spPr>
          <a:xfrm>
            <a:off x="5501259" y="3792716"/>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65" name="右矢印 64">
            <a:extLst>
              <a:ext uri="{FF2B5EF4-FFF2-40B4-BE49-F238E27FC236}">
                <a16:creationId xmlns:a16="http://schemas.microsoft.com/office/drawing/2014/main" id="{1181FEBD-CC92-5832-3FF3-BCA3D92F88CC}"/>
              </a:ext>
            </a:extLst>
          </p:cNvPr>
          <p:cNvSpPr/>
          <p:nvPr/>
        </p:nvSpPr>
        <p:spPr>
          <a:xfrm>
            <a:off x="8337359" y="3868169"/>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67" name="テキスト ボックス 66">
            <a:extLst>
              <a:ext uri="{FF2B5EF4-FFF2-40B4-BE49-F238E27FC236}">
                <a16:creationId xmlns:a16="http://schemas.microsoft.com/office/drawing/2014/main" id="{0051D913-0BDE-36FF-BF5F-81D182A2B9F4}"/>
              </a:ext>
            </a:extLst>
          </p:cNvPr>
          <p:cNvSpPr txBox="1"/>
          <p:nvPr/>
        </p:nvSpPr>
        <p:spPr>
          <a:xfrm>
            <a:off x="424543" y="5842185"/>
            <a:ext cx="10929257" cy="923330"/>
          </a:xfrm>
          <a:prstGeom prst="rect">
            <a:avLst/>
          </a:prstGeom>
          <a:noFill/>
        </p:spPr>
        <p:txBody>
          <a:bodyPr wrap="square" rtlCol="0">
            <a:spAutoFit/>
          </a:bodyPr>
          <a:lstStyle/>
          <a:p>
            <a:r>
              <a:rPr lang="ja-JP" altLang="en-US" dirty="0"/>
              <a:t>同じ入力データに由来する複数の破損データは，特徴空間において近傍に存在するはずであり，モデルの出力も一環であるべきという制約をかけることで，決定境界を滑らかにし，ノイズに対して頑健なモデルを構築する</a:t>
            </a:r>
            <a:endParaRPr kumimoji="1" lang="ja-JP" altLang="en-US" dirty="0"/>
          </a:p>
        </p:txBody>
      </p:sp>
    </p:spTree>
    <p:extLst>
      <p:ext uri="{BB962C8B-B14F-4D97-AF65-F5344CB8AC3E}">
        <p14:creationId xmlns:p14="http://schemas.microsoft.com/office/powerpoint/2010/main" val="1845202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197AAF-FB65-F3A6-744A-EBED07B940FD}"/>
              </a:ext>
            </a:extLst>
          </p:cNvPr>
          <p:cNvSpPr>
            <a:spLocks noGrp="1"/>
          </p:cNvSpPr>
          <p:nvPr>
            <p:ph type="title"/>
          </p:nvPr>
        </p:nvSpPr>
        <p:spPr/>
        <p:txBody>
          <a:bodyPr/>
          <a:lstStyle/>
          <a:p>
            <a:r>
              <a:rPr lang="ja-JP" altLang="en-US"/>
              <a:t>先行研究１のまとめ</a:t>
            </a:r>
            <a:endParaRPr kumimoji="1" lang="ja-JP" altLang="en-US"/>
          </a:p>
        </p:txBody>
      </p:sp>
      <p:sp>
        <p:nvSpPr>
          <p:cNvPr id="3" name="スライド番号プレースホルダー 2">
            <a:extLst>
              <a:ext uri="{FF2B5EF4-FFF2-40B4-BE49-F238E27FC236}">
                <a16:creationId xmlns:a16="http://schemas.microsoft.com/office/drawing/2014/main" id="{9000BA35-792E-8DE6-0788-46B34B6EA673}"/>
              </a:ext>
            </a:extLst>
          </p:cNvPr>
          <p:cNvSpPr>
            <a:spLocks noGrp="1"/>
          </p:cNvSpPr>
          <p:nvPr>
            <p:ph type="sldNum" sz="quarter" idx="12"/>
          </p:nvPr>
        </p:nvSpPr>
        <p:spPr/>
        <p:txBody>
          <a:bodyPr/>
          <a:lstStyle/>
          <a:p>
            <a:fld id="{766CFED1-DF6F-7E4C-BB21-72E6FAF4BC7E}" type="slidenum">
              <a:rPr kumimoji="1" lang="ja-JP" altLang="en-US" smtClean="0"/>
              <a:t>16</a:t>
            </a:fld>
            <a:endParaRPr kumimoji="1" lang="ja-JP" altLang="en-US"/>
          </a:p>
        </p:txBody>
      </p:sp>
      <p:sp>
        <p:nvSpPr>
          <p:cNvPr id="8" name="テキスト ボックス 7">
            <a:extLst>
              <a:ext uri="{FF2B5EF4-FFF2-40B4-BE49-F238E27FC236}">
                <a16:creationId xmlns:a16="http://schemas.microsoft.com/office/drawing/2014/main" id="{AA3D795D-95D0-530F-E010-EE0D97418DDD}"/>
              </a:ext>
            </a:extLst>
          </p:cNvPr>
          <p:cNvSpPr txBox="1"/>
          <p:nvPr/>
        </p:nvSpPr>
        <p:spPr>
          <a:xfrm>
            <a:off x="1018165" y="1265934"/>
            <a:ext cx="2236510" cy="400110"/>
          </a:xfrm>
          <a:prstGeom prst="rect">
            <a:avLst/>
          </a:prstGeom>
          <a:noFill/>
        </p:spPr>
        <p:txBody>
          <a:bodyPr wrap="none" rtlCol="0">
            <a:spAutoFit/>
          </a:bodyPr>
          <a:lstStyle/>
          <a:p>
            <a:r>
              <a:rPr kumimoji="1" lang="ja-JP" altLang="en-US" sz="2000" b="1"/>
              <a:t>自己教師あり学習</a:t>
            </a:r>
          </a:p>
        </p:txBody>
      </p:sp>
      <p:sp>
        <p:nvSpPr>
          <p:cNvPr id="9" name="テキスト ボックス 8">
            <a:extLst>
              <a:ext uri="{FF2B5EF4-FFF2-40B4-BE49-F238E27FC236}">
                <a16:creationId xmlns:a16="http://schemas.microsoft.com/office/drawing/2014/main" id="{AB92605B-61D5-E448-1AF7-4318FABF3E69}"/>
              </a:ext>
            </a:extLst>
          </p:cNvPr>
          <p:cNvSpPr txBox="1"/>
          <p:nvPr/>
        </p:nvSpPr>
        <p:spPr>
          <a:xfrm>
            <a:off x="1018165" y="3172784"/>
            <a:ext cx="1980029" cy="400110"/>
          </a:xfrm>
          <a:prstGeom prst="rect">
            <a:avLst/>
          </a:prstGeom>
          <a:noFill/>
        </p:spPr>
        <p:txBody>
          <a:bodyPr wrap="none" rtlCol="0">
            <a:spAutoFit/>
          </a:bodyPr>
          <a:lstStyle/>
          <a:p>
            <a:r>
              <a:rPr lang="ja-JP" altLang="en-US" sz="2000" b="1"/>
              <a:t>半</a:t>
            </a:r>
            <a:r>
              <a:rPr kumimoji="1" lang="ja-JP" altLang="en-US" sz="2000" b="1"/>
              <a:t>教師あり学習</a:t>
            </a:r>
          </a:p>
        </p:txBody>
      </p:sp>
      <p:sp>
        <p:nvSpPr>
          <p:cNvPr id="10" name="テキスト ボックス 9">
            <a:extLst>
              <a:ext uri="{FF2B5EF4-FFF2-40B4-BE49-F238E27FC236}">
                <a16:creationId xmlns:a16="http://schemas.microsoft.com/office/drawing/2014/main" id="{1F090B6E-2A48-C183-2DA8-A7472E9A7DCE}"/>
              </a:ext>
            </a:extLst>
          </p:cNvPr>
          <p:cNvSpPr txBox="1"/>
          <p:nvPr/>
        </p:nvSpPr>
        <p:spPr>
          <a:xfrm>
            <a:off x="656657" y="1874423"/>
            <a:ext cx="5277293" cy="1200329"/>
          </a:xfrm>
          <a:prstGeom prst="rect">
            <a:avLst/>
          </a:prstGeom>
          <a:noFill/>
        </p:spPr>
        <p:txBody>
          <a:bodyPr wrap="square" rtlCol="0">
            <a:spAutoFit/>
          </a:bodyPr>
          <a:lstStyle/>
          <a:p>
            <a:r>
              <a:rPr kumimoji="1" lang="ja-JP" altLang="en-US" dirty="0"/>
              <a:t>・大量のラベルなしデータから</a:t>
            </a:r>
            <a:r>
              <a:rPr lang="ja-JP" altLang="en-US" dirty="0"/>
              <a:t>「</a:t>
            </a:r>
            <a:r>
              <a:rPr lang="en-US" altLang="ja-JP" dirty="0"/>
              <a:t>Encoder</a:t>
            </a:r>
            <a:r>
              <a:rPr lang="ja-JP" altLang="en-US" dirty="0"/>
              <a:t>」を事前学習</a:t>
            </a:r>
            <a:endParaRPr lang="en-US" altLang="ja-JP" dirty="0"/>
          </a:p>
          <a:p>
            <a:r>
              <a:rPr kumimoji="1" lang="ja-JP" altLang="en-US" dirty="0"/>
              <a:t>・代理タスクを通じて，テーブルデータの潜在的な相関関係を学習</a:t>
            </a:r>
            <a:endParaRPr kumimoji="1" lang="en-US" altLang="ja-JP" dirty="0"/>
          </a:p>
        </p:txBody>
      </p:sp>
      <p:sp>
        <p:nvSpPr>
          <p:cNvPr id="11" name="テキスト ボックス 10">
            <a:extLst>
              <a:ext uri="{FF2B5EF4-FFF2-40B4-BE49-F238E27FC236}">
                <a16:creationId xmlns:a16="http://schemas.microsoft.com/office/drawing/2014/main" id="{156CEDCA-8EC2-5507-BA12-219CBE5E45D9}"/>
              </a:ext>
            </a:extLst>
          </p:cNvPr>
          <p:cNvSpPr txBox="1"/>
          <p:nvPr/>
        </p:nvSpPr>
        <p:spPr>
          <a:xfrm>
            <a:off x="656657" y="3670927"/>
            <a:ext cx="5277293" cy="1200329"/>
          </a:xfrm>
          <a:prstGeom prst="rect">
            <a:avLst/>
          </a:prstGeom>
          <a:noFill/>
        </p:spPr>
        <p:txBody>
          <a:bodyPr wrap="square" rtlCol="0">
            <a:spAutoFit/>
          </a:bodyPr>
          <a:lstStyle/>
          <a:p>
            <a:r>
              <a:rPr kumimoji="1" lang="ja-JP" altLang="en-US" dirty="0"/>
              <a:t>・</a:t>
            </a:r>
            <a:r>
              <a:rPr kumimoji="1" lang="en-US" altLang="ja-JP" dirty="0"/>
              <a:t>K</a:t>
            </a:r>
            <a:r>
              <a:rPr kumimoji="1" lang="ja-JP" altLang="en-US" dirty="0"/>
              <a:t>個の破損データを作成して，予測値の最小化を図る</a:t>
            </a:r>
            <a:endParaRPr lang="en-US" altLang="ja-JP" dirty="0"/>
          </a:p>
          <a:p>
            <a:r>
              <a:rPr kumimoji="1" lang="ja-JP" altLang="en-US" dirty="0"/>
              <a:t>・一貫性正則化により，</a:t>
            </a:r>
            <a:r>
              <a:rPr kumimoji="1" lang="en-US" altLang="ja-JP" dirty="0"/>
              <a:t>Predictor</a:t>
            </a:r>
            <a:r>
              <a:rPr kumimoji="1" lang="ja-JP" altLang="en-US" dirty="0"/>
              <a:t>（予測器）の判定の安定性と堅牢性を最大化する</a:t>
            </a:r>
            <a:endParaRPr kumimoji="1" lang="en-US" altLang="ja-JP" dirty="0"/>
          </a:p>
        </p:txBody>
      </p:sp>
      <p:sp>
        <p:nvSpPr>
          <p:cNvPr id="12" name="角丸四角形 11">
            <a:extLst>
              <a:ext uri="{FF2B5EF4-FFF2-40B4-BE49-F238E27FC236}">
                <a16:creationId xmlns:a16="http://schemas.microsoft.com/office/drawing/2014/main" id="{E70DCB3D-6C0C-6A59-84AE-761A345C60EA}"/>
              </a:ext>
            </a:extLst>
          </p:cNvPr>
          <p:cNvSpPr/>
          <p:nvPr/>
        </p:nvSpPr>
        <p:spPr>
          <a:xfrm>
            <a:off x="212034" y="1111171"/>
            <a:ext cx="6073019" cy="535907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角丸四角形 12">
            <a:extLst>
              <a:ext uri="{FF2B5EF4-FFF2-40B4-BE49-F238E27FC236}">
                <a16:creationId xmlns:a16="http://schemas.microsoft.com/office/drawing/2014/main" id="{EAC0E931-BC76-81E4-F964-4A4093F5133A}"/>
              </a:ext>
            </a:extLst>
          </p:cNvPr>
          <p:cNvSpPr/>
          <p:nvPr/>
        </p:nvSpPr>
        <p:spPr>
          <a:xfrm>
            <a:off x="6516914" y="1111171"/>
            <a:ext cx="5413840" cy="312516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81597718-8F15-D586-40EC-803C95E15D49}"/>
              </a:ext>
            </a:extLst>
          </p:cNvPr>
          <p:cNvSpPr txBox="1"/>
          <p:nvPr/>
        </p:nvSpPr>
        <p:spPr>
          <a:xfrm>
            <a:off x="6846205" y="1211703"/>
            <a:ext cx="4944139" cy="461665"/>
          </a:xfrm>
          <a:prstGeom prst="rect">
            <a:avLst/>
          </a:prstGeom>
          <a:noFill/>
        </p:spPr>
        <p:txBody>
          <a:bodyPr wrap="square" rtlCol="0">
            <a:spAutoFit/>
          </a:bodyPr>
          <a:lstStyle/>
          <a:p>
            <a:pPr algn="ctr"/>
            <a:r>
              <a:rPr kumimoji="1" lang="ja-JP" altLang="en-US" sz="2400" b="1">
                <a:solidFill>
                  <a:srgbClr val="FF0000"/>
                </a:solidFill>
              </a:rPr>
              <a:t>課題</a:t>
            </a:r>
            <a:endParaRPr kumimoji="1" lang="en-US" altLang="ja-JP" sz="2400" b="1" dirty="0">
              <a:solidFill>
                <a:srgbClr val="FF0000"/>
              </a:solidFill>
            </a:endParaRPr>
          </a:p>
        </p:txBody>
      </p:sp>
      <p:sp>
        <p:nvSpPr>
          <p:cNvPr id="18" name="テキスト ボックス 17">
            <a:extLst>
              <a:ext uri="{FF2B5EF4-FFF2-40B4-BE49-F238E27FC236}">
                <a16:creationId xmlns:a16="http://schemas.microsoft.com/office/drawing/2014/main" id="{6D60128D-7717-FAB1-B6BC-76BF0955D64B}"/>
              </a:ext>
            </a:extLst>
          </p:cNvPr>
          <p:cNvSpPr txBox="1"/>
          <p:nvPr/>
        </p:nvSpPr>
        <p:spPr>
          <a:xfrm>
            <a:off x="6699462" y="1734996"/>
            <a:ext cx="5027759" cy="1015663"/>
          </a:xfrm>
          <a:prstGeom prst="rect">
            <a:avLst/>
          </a:prstGeom>
          <a:noFill/>
        </p:spPr>
        <p:txBody>
          <a:bodyPr wrap="square" rtlCol="0">
            <a:spAutoFit/>
          </a:bodyPr>
          <a:lstStyle/>
          <a:p>
            <a:r>
              <a:rPr lang="ja-JP" altLang="en-US" sz="2000" b="1"/>
              <a:t>異なる</a:t>
            </a:r>
            <a:r>
              <a:rPr kumimoji="1" lang="ja-JP" altLang="en-US" sz="2000" b="1"/>
              <a:t>行から値をランダムに補完するため，意味的に現実的じゃない（おかしな）データを生成する恐れがある</a:t>
            </a:r>
          </a:p>
        </p:txBody>
      </p:sp>
      <p:sp>
        <p:nvSpPr>
          <p:cNvPr id="19" name="テキスト ボックス 18">
            <a:extLst>
              <a:ext uri="{FF2B5EF4-FFF2-40B4-BE49-F238E27FC236}">
                <a16:creationId xmlns:a16="http://schemas.microsoft.com/office/drawing/2014/main" id="{8DAEEE2E-DDD2-526E-3132-23D9616D26E4}"/>
              </a:ext>
            </a:extLst>
          </p:cNvPr>
          <p:cNvSpPr txBox="1"/>
          <p:nvPr/>
        </p:nvSpPr>
        <p:spPr>
          <a:xfrm>
            <a:off x="6904078" y="2848691"/>
            <a:ext cx="4280915" cy="1200329"/>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a:t>相関の破壊</a:t>
            </a:r>
            <a:endParaRPr kumimoji="1" lang="en-US" altLang="ja-JP" dirty="0"/>
          </a:p>
          <a:p>
            <a:pPr marL="285750" indent="-285750">
              <a:buFont typeface="Arial" panose="020B0604020202020204" pitchFamily="34" charset="0"/>
              <a:buChar char="•"/>
            </a:pPr>
            <a:r>
              <a:rPr lang="ja-JP" altLang="en-US"/>
              <a:t>代理タスクの簡略化による，学習の不十分さ</a:t>
            </a:r>
            <a:endParaRPr lang="en-US" altLang="ja-JP" dirty="0"/>
          </a:p>
          <a:p>
            <a:pPr marL="285750" indent="-285750">
              <a:buFont typeface="Arial" panose="020B0604020202020204" pitchFamily="34" charset="0"/>
              <a:buChar char="•"/>
            </a:pPr>
            <a:r>
              <a:rPr kumimoji="1" lang="ja-JP" altLang="en-US"/>
              <a:t>決定境界の歪み</a:t>
            </a:r>
          </a:p>
        </p:txBody>
      </p:sp>
      <p:sp>
        <p:nvSpPr>
          <p:cNvPr id="5" name="テキスト ボックス 4">
            <a:extLst>
              <a:ext uri="{FF2B5EF4-FFF2-40B4-BE49-F238E27FC236}">
                <a16:creationId xmlns:a16="http://schemas.microsoft.com/office/drawing/2014/main" id="{BB0878C1-F43F-E349-1C70-974104CF240B}"/>
              </a:ext>
            </a:extLst>
          </p:cNvPr>
          <p:cNvSpPr txBox="1"/>
          <p:nvPr/>
        </p:nvSpPr>
        <p:spPr>
          <a:xfrm>
            <a:off x="977536" y="5233442"/>
            <a:ext cx="697627" cy="400110"/>
          </a:xfrm>
          <a:prstGeom prst="rect">
            <a:avLst/>
          </a:prstGeom>
          <a:noFill/>
        </p:spPr>
        <p:txBody>
          <a:bodyPr wrap="none" rtlCol="0">
            <a:spAutoFit/>
          </a:bodyPr>
          <a:lstStyle/>
          <a:p>
            <a:r>
              <a:rPr lang="ja-JP" altLang="en-US" sz="2000" b="1"/>
              <a:t>結果</a:t>
            </a:r>
            <a:endParaRPr kumimoji="1" lang="ja-JP" altLang="en-US" sz="2000" b="1"/>
          </a:p>
        </p:txBody>
      </p:sp>
      <p:sp>
        <p:nvSpPr>
          <p:cNvPr id="15" name="テキスト ボックス 14">
            <a:extLst>
              <a:ext uri="{FF2B5EF4-FFF2-40B4-BE49-F238E27FC236}">
                <a16:creationId xmlns:a16="http://schemas.microsoft.com/office/drawing/2014/main" id="{4E4F10A4-B112-F26C-8191-FAF28D9E31FC}"/>
              </a:ext>
            </a:extLst>
          </p:cNvPr>
          <p:cNvSpPr txBox="1"/>
          <p:nvPr/>
        </p:nvSpPr>
        <p:spPr>
          <a:xfrm>
            <a:off x="656656" y="5646306"/>
            <a:ext cx="5277293" cy="646331"/>
          </a:xfrm>
          <a:prstGeom prst="rect">
            <a:avLst/>
          </a:prstGeom>
          <a:noFill/>
        </p:spPr>
        <p:txBody>
          <a:bodyPr wrap="square" rtlCol="0">
            <a:spAutoFit/>
          </a:bodyPr>
          <a:lstStyle/>
          <a:p>
            <a:r>
              <a:rPr kumimoji="1" lang="ja-JP" altLang="en-US"/>
              <a:t>既存手法（教師あり学習，半教師あり学習）よりも少ない正解ラベルで，高精度</a:t>
            </a:r>
            <a:endParaRPr kumimoji="1" lang="en-US" altLang="ja-JP" dirty="0"/>
          </a:p>
        </p:txBody>
      </p:sp>
      <p:graphicFrame>
        <p:nvGraphicFramePr>
          <p:cNvPr id="16" name="表 15">
            <a:extLst>
              <a:ext uri="{FF2B5EF4-FFF2-40B4-BE49-F238E27FC236}">
                <a16:creationId xmlns:a16="http://schemas.microsoft.com/office/drawing/2014/main" id="{68FF1096-C831-6E68-CB7D-4DE3366D71D7}"/>
              </a:ext>
            </a:extLst>
          </p:cNvPr>
          <p:cNvGraphicFramePr>
            <a:graphicFrameLocks noGrp="1"/>
          </p:cNvGraphicFramePr>
          <p:nvPr>
            <p:extLst>
              <p:ext uri="{D42A27DB-BD31-4B8C-83A1-F6EECF244321}">
                <p14:modId xmlns:p14="http://schemas.microsoft.com/office/powerpoint/2010/main" val="2146252886"/>
              </p:ext>
            </p:extLst>
          </p:nvPr>
        </p:nvGraphicFramePr>
        <p:xfrm>
          <a:off x="7050555" y="4344337"/>
          <a:ext cx="3510391" cy="2346960"/>
        </p:xfrm>
        <a:graphic>
          <a:graphicData uri="http://schemas.openxmlformats.org/drawingml/2006/table">
            <a:tbl>
              <a:tblPr firstRow="1" bandRow="1">
                <a:tableStyleId>{3B4B98B0-60AC-42C2-AFA5-B58CD77FA1E5}</a:tableStyleId>
              </a:tblPr>
              <a:tblGrid>
                <a:gridCol w="915992">
                  <a:extLst>
                    <a:ext uri="{9D8B030D-6E8A-4147-A177-3AD203B41FA5}">
                      <a16:colId xmlns:a16="http://schemas.microsoft.com/office/drawing/2014/main" val="2496282999"/>
                    </a:ext>
                  </a:extLst>
                </a:gridCol>
                <a:gridCol w="744165">
                  <a:extLst>
                    <a:ext uri="{9D8B030D-6E8A-4147-A177-3AD203B41FA5}">
                      <a16:colId xmlns:a16="http://schemas.microsoft.com/office/drawing/2014/main" val="544436572"/>
                    </a:ext>
                  </a:extLst>
                </a:gridCol>
                <a:gridCol w="925117">
                  <a:extLst>
                    <a:ext uri="{9D8B030D-6E8A-4147-A177-3AD203B41FA5}">
                      <a16:colId xmlns:a16="http://schemas.microsoft.com/office/drawing/2014/main" val="3853200450"/>
                    </a:ext>
                  </a:extLst>
                </a:gridCol>
                <a:gridCol w="925117">
                  <a:extLst>
                    <a:ext uri="{9D8B030D-6E8A-4147-A177-3AD203B41FA5}">
                      <a16:colId xmlns:a16="http://schemas.microsoft.com/office/drawing/2014/main" val="3896458265"/>
                    </a:ext>
                  </a:extLst>
                </a:gridCol>
              </a:tblGrid>
              <a:tr h="0">
                <a:tc>
                  <a:txBody>
                    <a:bodyPr/>
                    <a:lstStyle/>
                    <a:p>
                      <a:pPr algn="ctr"/>
                      <a:r>
                        <a:rPr kumimoji="1" lang="ja-JP" altLang="en-US" sz="1400"/>
                        <a:t>患者</a:t>
                      </a:r>
                      <a:r>
                        <a:rPr kumimoji="1" lang="en-US" altLang="ja-JP" sz="1400" dirty="0"/>
                        <a:t>ID</a:t>
                      </a:r>
                      <a:endParaRPr kumimoji="1" lang="ja-JP" altLang="en-US" sz="1400"/>
                    </a:p>
                  </a:txBody>
                  <a:tcPr/>
                </a:tc>
                <a:tc>
                  <a:txBody>
                    <a:bodyPr/>
                    <a:lstStyle/>
                    <a:p>
                      <a:pPr algn="ctr"/>
                      <a:r>
                        <a:rPr kumimoji="1" lang="ja-JP" altLang="en-US" sz="1400"/>
                        <a:t>年齢</a:t>
                      </a:r>
                    </a:p>
                  </a:txBody>
                  <a:tcPr/>
                </a:tc>
                <a:tc>
                  <a:txBody>
                    <a:bodyPr/>
                    <a:lstStyle/>
                    <a:p>
                      <a:pPr algn="ctr"/>
                      <a:r>
                        <a:rPr kumimoji="1" lang="ja-JP" altLang="en-US" sz="1400"/>
                        <a:t>喫煙</a:t>
                      </a:r>
                      <a:br>
                        <a:rPr kumimoji="1" lang="en-US" altLang="ja-JP" sz="1400" dirty="0"/>
                      </a:br>
                      <a:endParaRPr kumimoji="1" lang="ja-JP" altLang="en-US" sz="1400"/>
                    </a:p>
                  </a:txBody>
                  <a:tcPr/>
                </a:tc>
                <a:tc>
                  <a:txBody>
                    <a:bodyPr/>
                    <a:lstStyle/>
                    <a:p>
                      <a:pPr algn="ctr"/>
                      <a:r>
                        <a:rPr kumimoji="1" lang="ja-JP" altLang="en-US" sz="1400"/>
                        <a:t>血圧</a:t>
                      </a:r>
                    </a:p>
                  </a:txBody>
                  <a:tcPr/>
                </a:tc>
                <a:extLst>
                  <a:ext uri="{0D108BD9-81ED-4DB2-BD59-A6C34878D82A}">
                    <a16:rowId xmlns:a16="http://schemas.microsoft.com/office/drawing/2014/main" val="2055531652"/>
                  </a:ext>
                </a:extLst>
              </a:tr>
              <a:tr h="252029">
                <a:tc>
                  <a:txBody>
                    <a:bodyPr/>
                    <a:lstStyle/>
                    <a:p>
                      <a:pPr algn="ctr"/>
                      <a:r>
                        <a:rPr kumimoji="1" lang="en-US" altLang="ja-JP" sz="1400" dirty="0"/>
                        <a:t>A</a:t>
                      </a:r>
                      <a:endParaRPr kumimoji="1" lang="ja-JP" alt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t>❓</a:t>
                      </a:r>
                    </a:p>
                  </a:txBody>
                  <a:tcPr/>
                </a:tc>
                <a:tc>
                  <a:txBody>
                    <a:bodyPr/>
                    <a:lstStyle/>
                    <a:p>
                      <a:pPr algn="ctr"/>
                      <a:r>
                        <a:rPr kumimoji="1" lang="ja-JP" altLang="en-US" sz="1400"/>
                        <a:t>喫煙</a:t>
                      </a:r>
                    </a:p>
                  </a:txBody>
                  <a:tcPr/>
                </a:tc>
                <a:tc>
                  <a:txBody>
                    <a:bodyPr/>
                    <a:lstStyle/>
                    <a:p>
                      <a:pPr algn="ctr"/>
                      <a:r>
                        <a:rPr kumimoji="1" lang="ja-JP" altLang="en-US" sz="1400"/>
                        <a:t>高</a:t>
                      </a:r>
                    </a:p>
                  </a:txBody>
                  <a:tcPr/>
                </a:tc>
                <a:extLst>
                  <a:ext uri="{0D108BD9-81ED-4DB2-BD59-A6C34878D82A}">
                    <a16:rowId xmlns:a16="http://schemas.microsoft.com/office/drawing/2014/main" val="2277551511"/>
                  </a:ext>
                </a:extLst>
              </a:tr>
              <a:tr h="252029">
                <a:tc>
                  <a:txBody>
                    <a:bodyPr/>
                    <a:lstStyle/>
                    <a:p>
                      <a:pPr algn="ctr"/>
                      <a:r>
                        <a:rPr kumimoji="1" lang="en-US" altLang="ja-JP" sz="1400" dirty="0"/>
                        <a:t>B</a:t>
                      </a:r>
                      <a:endParaRPr kumimoji="1" lang="ja-JP" altLang="en-US" sz="1400"/>
                    </a:p>
                  </a:txBody>
                  <a:tcPr/>
                </a:tc>
                <a:tc>
                  <a:txBody>
                    <a:bodyPr/>
                    <a:lstStyle/>
                    <a:p>
                      <a:pPr algn="ctr"/>
                      <a:r>
                        <a:rPr kumimoji="1" lang="en-US" altLang="ja-JP" sz="1400" dirty="0"/>
                        <a:t>25</a:t>
                      </a:r>
                      <a:endParaRPr kumimoji="1" lang="ja-JP" alt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a:t>❓</a:t>
                      </a:r>
                    </a:p>
                  </a:txBody>
                  <a:tcPr/>
                </a:tc>
                <a:tc>
                  <a:txBody>
                    <a:bodyPr/>
                    <a:lstStyle/>
                    <a:p>
                      <a:pPr algn="ctr"/>
                      <a:r>
                        <a:rPr kumimoji="1" lang="ja-JP" altLang="en-US" sz="1400"/>
                        <a:t>普</a:t>
                      </a:r>
                    </a:p>
                  </a:txBody>
                  <a:tcPr/>
                </a:tc>
                <a:extLst>
                  <a:ext uri="{0D108BD9-81ED-4DB2-BD59-A6C34878D82A}">
                    <a16:rowId xmlns:a16="http://schemas.microsoft.com/office/drawing/2014/main" val="2911145715"/>
                  </a:ext>
                </a:extLst>
              </a:tr>
              <a:tr h="252029">
                <a:tc>
                  <a:txBody>
                    <a:bodyPr/>
                    <a:lstStyle/>
                    <a:p>
                      <a:pPr algn="ctr"/>
                      <a:r>
                        <a:rPr kumimoji="1" lang="en-US" altLang="ja-JP" sz="1400" dirty="0"/>
                        <a:t>C</a:t>
                      </a:r>
                      <a:endParaRPr kumimoji="1" lang="ja-JP" altLang="en-US" sz="1400"/>
                    </a:p>
                  </a:txBody>
                  <a:tcPr/>
                </a:tc>
                <a:tc>
                  <a:txBody>
                    <a:bodyPr/>
                    <a:lstStyle/>
                    <a:p>
                      <a:pPr algn="ctr"/>
                      <a:r>
                        <a:rPr kumimoji="1" lang="en-US" altLang="ja-JP" sz="1400" dirty="0"/>
                        <a:t>30</a:t>
                      </a:r>
                      <a:endParaRPr kumimoji="1" lang="ja-JP" altLang="en-US" sz="1400"/>
                    </a:p>
                  </a:txBody>
                  <a:tcPr/>
                </a:tc>
                <a:tc>
                  <a:txBody>
                    <a:bodyPr/>
                    <a:lstStyle/>
                    <a:p>
                      <a:pPr algn="ctr"/>
                      <a:r>
                        <a:rPr kumimoji="1" lang="ja-JP" altLang="en-US" sz="1400"/>
                        <a:t>禁煙</a:t>
                      </a:r>
                    </a:p>
                  </a:txBody>
                  <a:tcPr/>
                </a:tc>
                <a:tc>
                  <a:txBody>
                    <a:bodyPr/>
                    <a:lstStyle/>
                    <a:p>
                      <a:pPr algn="ctr"/>
                      <a:r>
                        <a:rPr kumimoji="1" lang="ja-JP" altLang="en-US" sz="1400"/>
                        <a:t>高</a:t>
                      </a:r>
                    </a:p>
                  </a:txBody>
                  <a:tcPr/>
                </a:tc>
                <a:extLst>
                  <a:ext uri="{0D108BD9-81ED-4DB2-BD59-A6C34878D82A}">
                    <a16:rowId xmlns:a16="http://schemas.microsoft.com/office/drawing/2014/main" val="2717377868"/>
                  </a:ext>
                </a:extLst>
              </a:tr>
              <a:tr h="252029">
                <a:tc>
                  <a:txBody>
                    <a:bodyPr/>
                    <a:lstStyle/>
                    <a:p>
                      <a:pPr algn="ctr"/>
                      <a:r>
                        <a:rPr kumimoji="1" lang="en-US" altLang="ja-JP" sz="1400" dirty="0"/>
                        <a:t>D</a:t>
                      </a:r>
                      <a:endParaRPr kumimoji="1" lang="ja-JP" altLang="en-US" sz="1400"/>
                    </a:p>
                  </a:txBody>
                  <a:tcPr/>
                </a:tc>
                <a:tc>
                  <a:txBody>
                    <a:bodyPr/>
                    <a:lstStyle/>
                    <a:p>
                      <a:pPr algn="ctr"/>
                      <a:r>
                        <a:rPr kumimoji="1" lang="en-US" altLang="ja-JP" sz="1400" dirty="0"/>
                        <a:t>50</a:t>
                      </a:r>
                    </a:p>
                  </a:txBody>
                  <a:tcPr/>
                </a:tc>
                <a:tc>
                  <a:txBody>
                    <a:bodyPr/>
                    <a:lstStyle/>
                    <a:p>
                      <a:pPr algn="ctr"/>
                      <a:r>
                        <a:rPr kumimoji="1" lang="ja-JP" altLang="en-US" sz="1400"/>
                        <a:t>喫煙</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a:t>❓</a:t>
                      </a:r>
                    </a:p>
                  </a:txBody>
                  <a:tcPr/>
                </a:tc>
                <a:extLst>
                  <a:ext uri="{0D108BD9-81ED-4DB2-BD59-A6C34878D82A}">
                    <a16:rowId xmlns:a16="http://schemas.microsoft.com/office/drawing/2014/main" val="3240614734"/>
                  </a:ext>
                </a:extLst>
              </a:tr>
              <a:tr h="252029">
                <a:tc>
                  <a:txBody>
                    <a:bodyPr/>
                    <a:lstStyle/>
                    <a:p>
                      <a:pPr algn="ctr"/>
                      <a:r>
                        <a:rPr kumimoji="1" lang="en-US" altLang="ja-JP" sz="1400" dirty="0"/>
                        <a:t>E</a:t>
                      </a:r>
                      <a:endParaRPr kumimoji="1" lang="ja-JP" altLang="en-US" sz="1400"/>
                    </a:p>
                  </a:txBody>
                  <a:tcPr/>
                </a:tc>
                <a:tc>
                  <a:txBody>
                    <a:bodyPr/>
                    <a:lstStyle/>
                    <a:p>
                      <a:pPr algn="ctr"/>
                      <a:r>
                        <a:rPr kumimoji="1" lang="en-US" altLang="ja-JP" sz="1400" dirty="0"/>
                        <a:t>15</a:t>
                      </a:r>
                      <a:endParaRPr kumimoji="1" lang="ja-JP" altLang="en-US" sz="1400"/>
                    </a:p>
                  </a:txBody>
                  <a:tcPr/>
                </a:tc>
                <a:tc>
                  <a:txBody>
                    <a:bodyPr/>
                    <a:lstStyle/>
                    <a:p>
                      <a:pPr algn="ctr"/>
                      <a:r>
                        <a:rPr kumimoji="1" lang="ja-JP" altLang="en-US" sz="1400"/>
                        <a:t>禁煙</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a:t>❓</a:t>
                      </a:r>
                    </a:p>
                  </a:txBody>
                  <a:tcPr/>
                </a:tc>
                <a:extLst>
                  <a:ext uri="{0D108BD9-81ED-4DB2-BD59-A6C34878D82A}">
                    <a16:rowId xmlns:a16="http://schemas.microsoft.com/office/drawing/2014/main" val="3225296712"/>
                  </a:ext>
                </a:extLst>
              </a:tr>
              <a:tr h="252029">
                <a:tc gridSpan="4">
                  <a:txBody>
                    <a:bodyPr/>
                    <a:lstStyle/>
                    <a:p>
                      <a:pPr algn="ctr"/>
                      <a:r>
                        <a:rPr kumimoji="1" lang="ja-JP" altLang="en-US" sz="1400" dirty="0"/>
                        <a:t>：</a:t>
                      </a:r>
                    </a:p>
                  </a:txBody>
                  <a:tcPr/>
                </a:tc>
                <a:tc hMerge="1">
                  <a:txBody>
                    <a:bodyPr/>
                    <a:lstStyle/>
                    <a:p>
                      <a:pPr algn="ctr"/>
                      <a:endParaRPr kumimoji="1" lang="ja-JP" altLang="en-US"/>
                    </a:p>
                  </a:txBody>
                  <a:tcPr/>
                </a:tc>
                <a:tc hMerge="1">
                  <a:txBody>
                    <a:bodyPr/>
                    <a:lstStyle/>
                    <a:p>
                      <a:pPr algn="ctr"/>
                      <a:endParaRPr kumimoji="1" lang="ja-JP" altLang="en-US"/>
                    </a:p>
                  </a:txBody>
                  <a:tcPr/>
                </a:tc>
                <a:tc hMerge="1">
                  <a:txBody>
                    <a:bodyPr/>
                    <a:lstStyle/>
                    <a:p>
                      <a:pPr algn="ctr"/>
                      <a:endParaRPr kumimoji="1" lang="ja-JP" altLang="en-US"/>
                    </a:p>
                  </a:txBody>
                  <a:tcPr/>
                </a:tc>
                <a:extLst>
                  <a:ext uri="{0D108BD9-81ED-4DB2-BD59-A6C34878D82A}">
                    <a16:rowId xmlns:a16="http://schemas.microsoft.com/office/drawing/2014/main" val="4217469324"/>
                  </a:ext>
                </a:extLst>
              </a:tr>
            </a:tbl>
          </a:graphicData>
        </a:graphic>
      </p:graphicFrame>
    </p:spTree>
    <p:extLst>
      <p:ext uri="{BB962C8B-B14F-4D97-AF65-F5344CB8AC3E}">
        <p14:creationId xmlns:p14="http://schemas.microsoft.com/office/powerpoint/2010/main" val="2319904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BC7D1FE-D39E-6B63-2D9A-C08699D5871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D7EC533-4391-EEC9-8470-8506CD168190}"/>
              </a:ext>
            </a:extLst>
          </p:cNvPr>
          <p:cNvSpPr>
            <a:spLocks noGrp="1"/>
          </p:cNvSpPr>
          <p:nvPr>
            <p:ph type="title"/>
          </p:nvPr>
        </p:nvSpPr>
        <p:spPr/>
        <p:txBody>
          <a:bodyPr/>
          <a:lstStyle/>
          <a:p>
            <a:r>
              <a:rPr kumimoji="1" lang="ja-JP" altLang="en-US" dirty="0"/>
              <a:t>先行研究２</a:t>
            </a:r>
          </a:p>
        </p:txBody>
      </p:sp>
      <p:sp>
        <p:nvSpPr>
          <p:cNvPr id="3" name="スライド番号プレースホルダー 2">
            <a:extLst>
              <a:ext uri="{FF2B5EF4-FFF2-40B4-BE49-F238E27FC236}">
                <a16:creationId xmlns:a16="http://schemas.microsoft.com/office/drawing/2014/main" id="{7DFC8D62-4FB0-0B11-EE87-53B417DCD5D5}"/>
              </a:ext>
            </a:extLst>
          </p:cNvPr>
          <p:cNvSpPr>
            <a:spLocks noGrp="1"/>
          </p:cNvSpPr>
          <p:nvPr>
            <p:ph type="sldNum" sz="quarter" idx="12"/>
          </p:nvPr>
        </p:nvSpPr>
        <p:spPr/>
        <p:txBody>
          <a:bodyPr/>
          <a:lstStyle/>
          <a:p>
            <a:fld id="{766CFED1-DF6F-7E4C-BB21-72E6FAF4BC7E}" type="slidenum">
              <a:rPr kumimoji="1" lang="ja-JP" altLang="en-US" smtClean="0"/>
              <a:t>17</a:t>
            </a:fld>
            <a:endParaRPr kumimoji="1" lang="ja-JP" altLang="en-US"/>
          </a:p>
        </p:txBody>
      </p:sp>
      <p:sp>
        <p:nvSpPr>
          <p:cNvPr id="15" name="テキスト ボックス 14">
            <a:extLst>
              <a:ext uri="{FF2B5EF4-FFF2-40B4-BE49-F238E27FC236}">
                <a16:creationId xmlns:a16="http://schemas.microsoft.com/office/drawing/2014/main" id="{245D2C31-7383-AACC-ECEB-B819F743C153}"/>
              </a:ext>
            </a:extLst>
          </p:cNvPr>
          <p:cNvSpPr txBox="1"/>
          <p:nvPr/>
        </p:nvSpPr>
        <p:spPr>
          <a:xfrm>
            <a:off x="838200" y="1080724"/>
            <a:ext cx="10975945" cy="461665"/>
          </a:xfrm>
          <a:prstGeom prst="rect">
            <a:avLst/>
          </a:prstGeom>
          <a:noFill/>
        </p:spPr>
        <p:txBody>
          <a:bodyPr wrap="square" rtlCol="0">
            <a:spAutoFit/>
          </a:bodyPr>
          <a:lstStyle/>
          <a:p>
            <a:pPr algn="ctr"/>
            <a:r>
              <a:rPr kumimoji="1" lang="ja-JP" altLang="en-US" sz="2400" b="1" dirty="0"/>
              <a:t>テーブルデータにおけるクラス条件と相関関係を考慮したデータ拡張を提案</a:t>
            </a:r>
          </a:p>
        </p:txBody>
      </p:sp>
      <p:sp>
        <p:nvSpPr>
          <p:cNvPr id="16" name="四角形: 角を丸くする 4">
            <a:extLst>
              <a:ext uri="{FF2B5EF4-FFF2-40B4-BE49-F238E27FC236}">
                <a16:creationId xmlns:a16="http://schemas.microsoft.com/office/drawing/2014/main" id="{8263462F-7D04-64D1-AE28-3291C94D108F}"/>
              </a:ext>
            </a:extLst>
          </p:cNvPr>
          <p:cNvSpPr/>
          <p:nvPr/>
        </p:nvSpPr>
        <p:spPr>
          <a:xfrm>
            <a:off x="361096" y="1830801"/>
            <a:ext cx="11469807" cy="159819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4FF96EF7-6FC9-78DB-6A59-2D86A0368CBE}"/>
              </a:ext>
            </a:extLst>
          </p:cNvPr>
          <p:cNvSpPr txBox="1"/>
          <p:nvPr/>
        </p:nvSpPr>
        <p:spPr>
          <a:xfrm>
            <a:off x="605938" y="1941692"/>
            <a:ext cx="11049250" cy="400110"/>
          </a:xfrm>
          <a:prstGeom prst="rect">
            <a:avLst/>
          </a:prstGeom>
          <a:noFill/>
        </p:spPr>
        <p:txBody>
          <a:bodyPr wrap="square" rtlCol="0">
            <a:spAutoFit/>
          </a:bodyPr>
          <a:lstStyle/>
          <a:p>
            <a:r>
              <a:rPr kumimoji="1" lang="en-US" altLang="ja-JP" sz="2000" b="1" dirty="0"/>
              <a:t>[</a:t>
            </a:r>
            <a:r>
              <a:rPr kumimoji="1" lang="ja-JP" altLang="en-US" sz="2000" b="1"/>
              <a:t>第</a:t>
            </a:r>
            <a:r>
              <a:rPr kumimoji="1" lang="en-US" altLang="ja-JP" sz="2000" b="1" dirty="0"/>
              <a:t>1</a:t>
            </a:r>
            <a:r>
              <a:rPr kumimoji="1" lang="ja-JP" altLang="en-US" sz="2000" b="1"/>
              <a:t>段階</a:t>
            </a:r>
            <a:r>
              <a:rPr kumimoji="1" lang="en-US" altLang="ja-JP" sz="2000" b="1" dirty="0"/>
              <a:t>]</a:t>
            </a:r>
            <a:r>
              <a:rPr lang="ja-JP" altLang="en-US" sz="2000" b="1"/>
              <a:t>　　　</a:t>
            </a:r>
            <a:r>
              <a:rPr kumimoji="1" lang="ja-JP" altLang="en-US" sz="2000" b="1"/>
              <a:t>事前学習</a:t>
            </a:r>
          </a:p>
        </p:txBody>
      </p:sp>
      <p:sp>
        <p:nvSpPr>
          <p:cNvPr id="18" name="四角形: 角を丸くする 6">
            <a:extLst>
              <a:ext uri="{FF2B5EF4-FFF2-40B4-BE49-F238E27FC236}">
                <a16:creationId xmlns:a16="http://schemas.microsoft.com/office/drawing/2014/main" id="{88DD3EE1-D349-B9CE-9822-3C7BBFD5758F}"/>
              </a:ext>
            </a:extLst>
          </p:cNvPr>
          <p:cNvSpPr/>
          <p:nvPr/>
        </p:nvSpPr>
        <p:spPr>
          <a:xfrm>
            <a:off x="395316" y="3785344"/>
            <a:ext cx="11469807" cy="1598199"/>
          </a:xfrm>
          <a:prstGeom prst="round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1DCE5C55-6DC3-5A89-1370-EA15821CEF45}"/>
              </a:ext>
            </a:extLst>
          </p:cNvPr>
          <p:cNvSpPr txBox="1"/>
          <p:nvPr/>
        </p:nvSpPr>
        <p:spPr>
          <a:xfrm>
            <a:off x="605594" y="3939342"/>
            <a:ext cx="11049250" cy="400110"/>
          </a:xfrm>
          <a:prstGeom prst="rect">
            <a:avLst/>
          </a:prstGeom>
          <a:noFill/>
        </p:spPr>
        <p:txBody>
          <a:bodyPr wrap="square" rtlCol="0">
            <a:spAutoFit/>
          </a:bodyPr>
          <a:lstStyle/>
          <a:p>
            <a:r>
              <a:rPr kumimoji="1" lang="en-US" altLang="ja-JP" sz="2000" b="1" dirty="0">
                <a:solidFill>
                  <a:schemeClr val="bg2">
                    <a:lumMod val="90000"/>
                  </a:schemeClr>
                </a:solidFill>
              </a:rPr>
              <a:t>[</a:t>
            </a:r>
            <a:r>
              <a:rPr kumimoji="1" lang="ja-JP" altLang="en-US" sz="2000" b="1">
                <a:solidFill>
                  <a:schemeClr val="bg2">
                    <a:lumMod val="90000"/>
                  </a:schemeClr>
                </a:solidFill>
              </a:rPr>
              <a:t>第</a:t>
            </a:r>
            <a:r>
              <a:rPr kumimoji="1" lang="en-US" altLang="ja-JP" sz="2000" b="1" dirty="0">
                <a:solidFill>
                  <a:schemeClr val="bg2">
                    <a:lumMod val="90000"/>
                  </a:schemeClr>
                </a:solidFill>
              </a:rPr>
              <a:t>2</a:t>
            </a:r>
            <a:r>
              <a:rPr kumimoji="1" lang="ja-JP" altLang="en-US" sz="2000" b="1">
                <a:solidFill>
                  <a:schemeClr val="bg2">
                    <a:lumMod val="90000"/>
                  </a:schemeClr>
                </a:solidFill>
              </a:rPr>
              <a:t>段階</a:t>
            </a:r>
            <a:r>
              <a:rPr kumimoji="1" lang="en-US" altLang="ja-JP" sz="2000" b="1" dirty="0">
                <a:solidFill>
                  <a:schemeClr val="bg2">
                    <a:lumMod val="90000"/>
                  </a:schemeClr>
                </a:solidFill>
              </a:rPr>
              <a:t>]</a:t>
            </a:r>
            <a:r>
              <a:rPr kumimoji="1" lang="ja-JP" altLang="en-US" sz="2000" b="1">
                <a:solidFill>
                  <a:schemeClr val="bg2">
                    <a:lumMod val="90000"/>
                  </a:schemeClr>
                </a:solidFill>
              </a:rPr>
              <a:t>　　　半教師あり学習</a:t>
            </a:r>
          </a:p>
        </p:txBody>
      </p:sp>
      <p:sp>
        <p:nvSpPr>
          <p:cNvPr id="21" name="テキスト ボックス 20">
            <a:extLst>
              <a:ext uri="{FF2B5EF4-FFF2-40B4-BE49-F238E27FC236}">
                <a16:creationId xmlns:a16="http://schemas.microsoft.com/office/drawing/2014/main" id="{61AC4A8E-1435-CB7E-5B6C-36DCCDF0B29D}"/>
              </a:ext>
            </a:extLst>
          </p:cNvPr>
          <p:cNvSpPr txBox="1"/>
          <p:nvPr/>
        </p:nvSpPr>
        <p:spPr>
          <a:xfrm>
            <a:off x="636924" y="4595024"/>
            <a:ext cx="11049250" cy="369332"/>
          </a:xfrm>
          <a:prstGeom prst="rect">
            <a:avLst/>
          </a:prstGeom>
          <a:noFill/>
        </p:spPr>
        <p:txBody>
          <a:bodyPr wrap="square" rtlCol="0">
            <a:spAutoFit/>
          </a:bodyPr>
          <a:lstStyle/>
          <a:p>
            <a:r>
              <a:rPr lang="ja-JP" altLang="en-US" dirty="0">
                <a:solidFill>
                  <a:schemeClr val="bg2">
                    <a:lumMod val="90000"/>
                  </a:schemeClr>
                </a:solidFill>
              </a:rPr>
              <a:t>ラベルなしデータに対してマスク適用と補完によるデータ拡張を行い、予測を安定させる</a:t>
            </a:r>
            <a:endParaRPr kumimoji="1" lang="ja-JP" altLang="en-US" dirty="0">
              <a:solidFill>
                <a:schemeClr val="bg2">
                  <a:lumMod val="90000"/>
                </a:schemeClr>
              </a:solidFill>
            </a:endParaRPr>
          </a:p>
        </p:txBody>
      </p:sp>
      <p:sp>
        <p:nvSpPr>
          <p:cNvPr id="22" name="四角形: 角を丸くする 6">
            <a:extLst>
              <a:ext uri="{FF2B5EF4-FFF2-40B4-BE49-F238E27FC236}">
                <a16:creationId xmlns:a16="http://schemas.microsoft.com/office/drawing/2014/main" id="{598CAF7F-5ABC-DCC8-A536-DC3E366AC013}"/>
              </a:ext>
            </a:extLst>
          </p:cNvPr>
          <p:cNvSpPr/>
          <p:nvPr/>
        </p:nvSpPr>
        <p:spPr>
          <a:xfrm>
            <a:off x="395316" y="5511329"/>
            <a:ext cx="11469807" cy="845021"/>
          </a:xfrm>
          <a:prstGeom prst="round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3674BADF-9B28-DD5D-7EAA-7F99CF0FFE31}"/>
              </a:ext>
            </a:extLst>
          </p:cNvPr>
          <p:cNvSpPr txBox="1"/>
          <p:nvPr/>
        </p:nvSpPr>
        <p:spPr>
          <a:xfrm>
            <a:off x="640158" y="5700668"/>
            <a:ext cx="11049250" cy="400110"/>
          </a:xfrm>
          <a:prstGeom prst="rect">
            <a:avLst/>
          </a:prstGeom>
          <a:noFill/>
        </p:spPr>
        <p:txBody>
          <a:bodyPr wrap="square" rtlCol="0">
            <a:spAutoFit/>
          </a:bodyPr>
          <a:lstStyle/>
          <a:p>
            <a:r>
              <a:rPr kumimoji="1" lang="en-US" altLang="ja-JP" sz="2000" b="1" dirty="0">
                <a:solidFill>
                  <a:schemeClr val="bg2">
                    <a:lumMod val="90000"/>
                  </a:schemeClr>
                </a:solidFill>
              </a:rPr>
              <a:t>[</a:t>
            </a:r>
            <a:r>
              <a:rPr kumimoji="1" lang="ja-JP" altLang="en-US" sz="2000" b="1">
                <a:solidFill>
                  <a:schemeClr val="bg2">
                    <a:lumMod val="90000"/>
                  </a:schemeClr>
                </a:solidFill>
              </a:rPr>
              <a:t>第</a:t>
            </a:r>
            <a:r>
              <a:rPr kumimoji="1" lang="en-US" altLang="ja-JP" sz="2000" b="1" dirty="0">
                <a:solidFill>
                  <a:schemeClr val="bg2">
                    <a:lumMod val="90000"/>
                  </a:schemeClr>
                </a:solidFill>
              </a:rPr>
              <a:t>3</a:t>
            </a:r>
            <a:r>
              <a:rPr kumimoji="1" lang="ja-JP" altLang="en-US" sz="2000" b="1">
                <a:solidFill>
                  <a:schemeClr val="bg2">
                    <a:lumMod val="90000"/>
                  </a:schemeClr>
                </a:solidFill>
              </a:rPr>
              <a:t>段階</a:t>
            </a:r>
            <a:r>
              <a:rPr kumimoji="1" lang="en-US" altLang="ja-JP" sz="2000" b="1" dirty="0">
                <a:solidFill>
                  <a:schemeClr val="bg2">
                    <a:lumMod val="90000"/>
                  </a:schemeClr>
                </a:solidFill>
              </a:rPr>
              <a:t>]</a:t>
            </a:r>
            <a:r>
              <a:rPr kumimoji="1" lang="ja-JP" altLang="en-US" sz="2000" b="1">
                <a:solidFill>
                  <a:schemeClr val="bg2">
                    <a:lumMod val="90000"/>
                  </a:schemeClr>
                </a:solidFill>
              </a:rPr>
              <a:t>　　　多層パーセプトロン（</a:t>
            </a:r>
            <a:r>
              <a:rPr kumimoji="1" lang="en-US" altLang="ja-JP" sz="2000" b="1" dirty="0">
                <a:solidFill>
                  <a:schemeClr val="bg2">
                    <a:lumMod val="90000"/>
                  </a:schemeClr>
                </a:solidFill>
              </a:rPr>
              <a:t>MLP</a:t>
            </a:r>
            <a:r>
              <a:rPr kumimoji="1" lang="ja-JP" altLang="en-US" sz="2000" b="1">
                <a:solidFill>
                  <a:schemeClr val="bg2">
                    <a:lumMod val="90000"/>
                  </a:schemeClr>
                </a:solidFill>
              </a:rPr>
              <a:t>）</a:t>
            </a:r>
            <a:r>
              <a:rPr lang="ja-JP" altLang="en-US" sz="2000" b="1">
                <a:solidFill>
                  <a:schemeClr val="bg2">
                    <a:lumMod val="90000"/>
                  </a:schemeClr>
                </a:solidFill>
              </a:rPr>
              <a:t>を使用して，最終予測をする</a:t>
            </a:r>
            <a:endParaRPr kumimoji="1" lang="ja-JP" altLang="en-US" sz="2000" b="1">
              <a:solidFill>
                <a:schemeClr val="bg2">
                  <a:lumMod val="90000"/>
                </a:schemeClr>
              </a:solidFill>
            </a:endParaRPr>
          </a:p>
        </p:txBody>
      </p:sp>
      <p:sp>
        <p:nvSpPr>
          <p:cNvPr id="24" name="テキスト ボックス 23">
            <a:extLst>
              <a:ext uri="{FF2B5EF4-FFF2-40B4-BE49-F238E27FC236}">
                <a16:creationId xmlns:a16="http://schemas.microsoft.com/office/drawing/2014/main" id="{3BB0465B-5531-193D-1132-E956A8142F44}"/>
              </a:ext>
            </a:extLst>
          </p:cNvPr>
          <p:cNvSpPr txBox="1"/>
          <p:nvPr/>
        </p:nvSpPr>
        <p:spPr>
          <a:xfrm>
            <a:off x="838200" y="2629900"/>
            <a:ext cx="2558714" cy="369332"/>
          </a:xfrm>
          <a:prstGeom prst="rect">
            <a:avLst/>
          </a:prstGeom>
          <a:noFill/>
        </p:spPr>
        <p:txBody>
          <a:bodyPr wrap="none" rtlCol="0">
            <a:spAutoFit/>
          </a:bodyPr>
          <a:lstStyle/>
          <a:p>
            <a:r>
              <a:rPr kumimoji="1" lang="en-US" altLang="ja-JP" dirty="0"/>
              <a:t>①</a:t>
            </a:r>
            <a:r>
              <a:rPr kumimoji="1" lang="ja-JP" altLang="en-US"/>
              <a:t> 特徴量の相関を計算</a:t>
            </a:r>
          </a:p>
        </p:txBody>
      </p:sp>
      <p:sp>
        <p:nvSpPr>
          <p:cNvPr id="25" name="テキスト ボックス 24">
            <a:extLst>
              <a:ext uri="{FF2B5EF4-FFF2-40B4-BE49-F238E27FC236}">
                <a16:creationId xmlns:a16="http://schemas.microsoft.com/office/drawing/2014/main" id="{9A25F008-1126-949C-C81D-9298CC8E0FA9}"/>
              </a:ext>
            </a:extLst>
          </p:cNvPr>
          <p:cNvSpPr txBox="1"/>
          <p:nvPr/>
        </p:nvSpPr>
        <p:spPr>
          <a:xfrm>
            <a:off x="3874018" y="2629900"/>
            <a:ext cx="2327881" cy="369332"/>
          </a:xfrm>
          <a:prstGeom prst="rect">
            <a:avLst/>
          </a:prstGeom>
          <a:noFill/>
        </p:spPr>
        <p:txBody>
          <a:bodyPr wrap="none" rtlCol="0">
            <a:spAutoFit/>
          </a:bodyPr>
          <a:lstStyle/>
          <a:p>
            <a:r>
              <a:rPr kumimoji="1" lang="en-US" altLang="ja-JP" dirty="0"/>
              <a:t>②</a:t>
            </a:r>
            <a:r>
              <a:rPr kumimoji="1" lang="ja-JP" altLang="en-US"/>
              <a:t> 擬似ラベルの付与</a:t>
            </a:r>
          </a:p>
        </p:txBody>
      </p:sp>
      <p:sp>
        <p:nvSpPr>
          <p:cNvPr id="26" name="テキスト ボックス 25">
            <a:extLst>
              <a:ext uri="{FF2B5EF4-FFF2-40B4-BE49-F238E27FC236}">
                <a16:creationId xmlns:a16="http://schemas.microsoft.com/office/drawing/2014/main" id="{CA7E6DFB-4E3C-E333-E617-58706B645793}"/>
              </a:ext>
            </a:extLst>
          </p:cNvPr>
          <p:cNvSpPr txBox="1"/>
          <p:nvPr/>
        </p:nvSpPr>
        <p:spPr>
          <a:xfrm>
            <a:off x="6661604" y="2632347"/>
            <a:ext cx="5150324" cy="646331"/>
          </a:xfrm>
          <a:prstGeom prst="rect">
            <a:avLst/>
          </a:prstGeom>
          <a:noFill/>
        </p:spPr>
        <p:txBody>
          <a:bodyPr wrap="square" rtlCol="0">
            <a:spAutoFit/>
          </a:bodyPr>
          <a:lstStyle/>
          <a:p>
            <a:r>
              <a:rPr kumimoji="1" lang="en-US" altLang="ja-JP" dirty="0"/>
              <a:t>③</a:t>
            </a:r>
            <a:r>
              <a:rPr kumimoji="1" lang="ja-JP" altLang="en-US"/>
              <a:t> 相関関係を考慮してデータの一部を隠し，同じクラスの中から値を補う</a:t>
            </a:r>
          </a:p>
        </p:txBody>
      </p:sp>
      <p:sp>
        <p:nvSpPr>
          <p:cNvPr id="5" name="テキスト ボックス 4">
            <a:extLst>
              <a:ext uri="{FF2B5EF4-FFF2-40B4-BE49-F238E27FC236}">
                <a16:creationId xmlns:a16="http://schemas.microsoft.com/office/drawing/2014/main" id="{9A4FE896-3610-56E5-50E2-78F94D319081}"/>
              </a:ext>
            </a:extLst>
          </p:cNvPr>
          <p:cNvSpPr txBox="1"/>
          <p:nvPr/>
        </p:nvSpPr>
        <p:spPr>
          <a:xfrm>
            <a:off x="636924" y="6411867"/>
            <a:ext cx="10633364" cy="400110"/>
          </a:xfrm>
          <a:prstGeom prst="rect">
            <a:avLst/>
          </a:prstGeom>
          <a:noFill/>
        </p:spPr>
        <p:txBody>
          <a:bodyPr wrap="square">
            <a:spAutoFit/>
          </a:bodyPr>
          <a:lstStyle/>
          <a:p>
            <a:r>
              <a:rPr lang="ja-JP" altLang="ja-JP" sz="1000" dirty="0"/>
              <a:t>Cui, W., Hosseinzadeh, R., Ma, J., Wu, T., Sui, Y., &amp; Golestan, K. (2024). Tabular Data Contrastive Learning via Class-Conditioned and Feature-Correlation Based Augmentation. </a:t>
            </a:r>
            <a:r>
              <a:rPr lang="ja-JP" altLang="ja-JP" sz="1000" i="1" dirty="0"/>
              <a:t>arXiv preprint arXiv:2402.04414</a:t>
            </a:r>
            <a:r>
              <a:rPr lang="ja-JP" altLang="ja-JP" sz="1000" dirty="0"/>
              <a:t>.</a:t>
            </a:r>
            <a:endParaRPr lang="ja-JP" altLang="en-US" sz="1000" dirty="0"/>
          </a:p>
        </p:txBody>
      </p:sp>
    </p:spTree>
    <p:extLst>
      <p:ext uri="{BB962C8B-B14F-4D97-AF65-F5344CB8AC3E}">
        <p14:creationId xmlns:p14="http://schemas.microsoft.com/office/powerpoint/2010/main" val="2587131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5F9D73-6512-57D7-A194-404A459A8E3B}"/>
              </a:ext>
            </a:extLst>
          </p:cNvPr>
          <p:cNvSpPr>
            <a:spLocks noGrp="1"/>
          </p:cNvSpPr>
          <p:nvPr>
            <p:ph type="title"/>
          </p:nvPr>
        </p:nvSpPr>
        <p:spPr/>
        <p:txBody>
          <a:bodyPr/>
          <a:lstStyle/>
          <a:p>
            <a:r>
              <a:rPr lang="ja-JP" altLang="en-US" dirty="0"/>
              <a:t>先行研究２　事前学習</a:t>
            </a:r>
            <a:endParaRPr kumimoji="1" lang="ja-JP" altLang="en-US" dirty="0"/>
          </a:p>
        </p:txBody>
      </p:sp>
      <p:sp>
        <p:nvSpPr>
          <p:cNvPr id="3" name="スライド番号プレースホルダー 2">
            <a:extLst>
              <a:ext uri="{FF2B5EF4-FFF2-40B4-BE49-F238E27FC236}">
                <a16:creationId xmlns:a16="http://schemas.microsoft.com/office/drawing/2014/main" id="{BF91DB89-C865-66D9-0EA6-9F3AA922E11F}"/>
              </a:ext>
            </a:extLst>
          </p:cNvPr>
          <p:cNvSpPr>
            <a:spLocks noGrp="1"/>
          </p:cNvSpPr>
          <p:nvPr>
            <p:ph type="sldNum" sz="quarter" idx="12"/>
          </p:nvPr>
        </p:nvSpPr>
        <p:spPr/>
        <p:txBody>
          <a:bodyPr/>
          <a:lstStyle/>
          <a:p>
            <a:fld id="{766CFED1-DF6F-7E4C-BB21-72E6FAF4BC7E}" type="slidenum">
              <a:rPr kumimoji="1" lang="ja-JP" altLang="en-US" smtClean="0"/>
              <a:t>18</a:t>
            </a:fld>
            <a:endParaRPr kumimoji="1" lang="ja-JP" altLang="en-US"/>
          </a:p>
        </p:txBody>
      </p:sp>
      <p:sp>
        <p:nvSpPr>
          <p:cNvPr id="4" name="テキスト ボックス 3">
            <a:extLst>
              <a:ext uri="{FF2B5EF4-FFF2-40B4-BE49-F238E27FC236}">
                <a16:creationId xmlns:a16="http://schemas.microsoft.com/office/drawing/2014/main" id="{FA6B674A-69E8-17AB-2515-F633BABCF3C9}"/>
              </a:ext>
            </a:extLst>
          </p:cNvPr>
          <p:cNvSpPr txBox="1"/>
          <p:nvPr/>
        </p:nvSpPr>
        <p:spPr>
          <a:xfrm>
            <a:off x="1334578" y="1139308"/>
            <a:ext cx="9874819" cy="400110"/>
          </a:xfrm>
          <a:prstGeom prst="rect">
            <a:avLst/>
          </a:prstGeom>
          <a:noFill/>
        </p:spPr>
        <p:txBody>
          <a:bodyPr wrap="none" rtlCol="0">
            <a:spAutoFit/>
          </a:bodyPr>
          <a:lstStyle/>
          <a:p>
            <a:r>
              <a:rPr kumimoji="1" lang="ja-JP" altLang="en-US" sz="2000" b="1" dirty="0"/>
              <a:t>ラベルのないデータを使って，データの構造を深く理解した</a:t>
            </a:r>
            <a:r>
              <a:rPr lang="ja-JP" altLang="en-US" sz="2000" b="1" dirty="0"/>
              <a:t>「</a:t>
            </a:r>
            <a:r>
              <a:rPr kumimoji="1" lang="en-US" altLang="ja-JP" sz="2000" b="1" dirty="0"/>
              <a:t>Encoder</a:t>
            </a:r>
            <a:r>
              <a:rPr kumimoji="1" lang="ja-JP" altLang="en-US" sz="2000" b="1" dirty="0"/>
              <a:t>」を作成する</a:t>
            </a:r>
          </a:p>
        </p:txBody>
      </p:sp>
      <p:sp>
        <p:nvSpPr>
          <p:cNvPr id="10" name="角丸四角形 9">
            <a:extLst>
              <a:ext uri="{FF2B5EF4-FFF2-40B4-BE49-F238E27FC236}">
                <a16:creationId xmlns:a16="http://schemas.microsoft.com/office/drawing/2014/main" id="{600FC221-20F2-EBB1-B181-8FEB4F89D82E}"/>
              </a:ext>
            </a:extLst>
          </p:cNvPr>
          <p:cNvSpPr/>
          <p:nvPr/>
        </p:nvSpPr>
        <p:spPr>
          <a:xfrm>
            <a:off x="614742" y="1516919"/>
            <a:ext cx="2879119" cy="19384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角丸四角形 12">
            <a:extLst>
              <a:ext uri="{FF2B5EF4-FFF2-40B4-BE49-F238E27FC236}">
                <a16:creationId xmlns:a16="http://schemas.microsoft.com/office/drawing/2014/main" id="{F4CB5D91-2D4B-45D9-C9DA-15C496830A52}"/>
              </a:ext>
            </a:extLst>
          </p:cNvPr>
          <p:cNvSpPr/>
          <p:nvPr/>
        </p:nvSpPr>
        <p:spPr>
          <a:xfrm>
            <a:off x="143682" y="4164738"/>
            <a:ext cx="3145555" cy="202627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DAE75398-13E4-C4C8-87A1-2E89AB0CD46C}"/>
              </a:ext>
            </a:extLst>
          </p:cNvPr>
          <p:cNvSpPr txBox="1"/>
          <p:nvPr/>
        </p:nvSpPr>
        <p:spPr>
          <a:xfrm>
            <a:off x="784622" y="1680126"/>
            <a:ext cx="2682145" cy="430887"/>
          </a:xfrm>
          <a:prstGeom prst="rect">
            <a:avLst/>
          </a:prstGeom>
          <a:noFill/>
        </p:spPr>
        <p:txBody>
          <a:bodyPr wrap="none" rtlCol="0">
            <a:spAutoFit/>
          </a:bodyPr>
          <a:lstStyle/>
          <a:p>
            <a:r>
              <a:rPr kumimoji="1" lang="en-US" altLang="ja-JP" sz="2200" b="1" dirty="0"/>
              <a:t>1.</a:t>
            </a:r>
            <a:r>
              <a:rPr lang="ja-JP" altLang="en-US" sz="2200" b="1" dirty="0"/>
              <a:t>特徴量相関の計算</a:t>
            </a:r>
            <a:endParaRPr kumimoji="1" lang="en-US" altLang="ja-JP" sz="2200" b="1" dirty="0"/>
          </a:p>
        </p:txBody>
      </p:sp>
      <p:sp>
        <p:nvSpPr>
          <p:cNvPr id="15" name="テキスト ボックス 14">
            <a:extLst>
              <a:ext uri="{FF2B5EF4-FFF2-40B4-BE49-F238E27FC236}">
                <a16:creationId xmlns:a16="http://schemas.microsoft.com/office/drawing/2014/main" id="{C9FFC3C8-A31C-D09F-ACBE-1F3F3CA4D95B}"/>
              </a:ext>
            </a:extLst>
          </p:cNvPr>
          <p:cNvSpPr txBox="1"/>
          <p:nvPr/>
        </p:nvSpPr>
        <p:spPr>
          <a:xfrm>
            <a:off x="3774083" y="1693936"/>
            <a:ext cx="2682145" cy="430887"/>
          </a:xfrm>
          <a:prstGeom prst="rect">
            <a:avLst/>
          </a:prstGeom>
          <a:noFill/>
        </p:spPr>
        <p:txBody>
          <a:bodyPr wrap="none" rtlCol="0">
            <a:spAutoFit/>
          </a:bodyPr>
          <a:lstStyle/>
          <a:p>
            <a:r>
              <a:rPr kumimoji="1" lang="en-US" altLang="ja-JP" sz="2200" b="1" dirty="0"/>
              <a:t>2.</a:t>
            </a:r>
            <a:r>
              <a:rPr lang="ja-JP" altLang="en-US" sz="2200" b="1" dirty="0"/>
              <a:t>擬似ラベルの付与</a:t>
            </a:r>
            <a:endParaRPr kumimoji="1" lang="en-US" altLang="ja-JP" sz="2200" b="1" dirty="0"/>
          </a:p>
        </p:txBody>
      </p:sp>
      <p:sp>
        <p:nvSpPr>
          <p:cNvPr id="16" name="テキスト ボックス 15">
            <a:extLst>
              <a:ext uri="{FF2B5EF4-FFF2-40B4-BE49-F238E27FC236}">
                <a16:creationId xmlns:a16="http://schemas.microsoft.com/office/drawing/2014/main" id="{5D0D1F29-EA99-79C0-9F16-C05CC074D4DF}"/>
              </a:ext>
            </a:extLst>
          </p:cNvPr>
          <p:cNvSpPr txBox="1"/>
          <p:nvPr/>
        </p:nvSpPr>
        <p:spPr>
          <a:xfrm>
            <a:off x="6690944" y="1680126"/>
            <a:ext cx="5503430" cy="430887"/>
          </a:xfrm>
          <a:prstGeom prst="rect">
            <a:avLst/>
          </a:prstGeom>
          <a:noFill/>
        </p:spPr>
        <p:txBody>
          <a:bodyPr wrap="none" rtlCol="0">
            <a:spAutoFit/>
          </a:bodyPr>
          <a:lstStyle/>
          <a:p>
            <a:r>
              <a:rPr lang="en-US" altLang="ja-JP" sz="2200" b="1" dirty="0"/>
              <a:t>3</a:t>
            </a:r>
            <a:r>
              <a:rPr kumimoji="1" lang="en-US" altLang="ja-JP" sz="2200" b="1" dirty="0"/>
              <a:t>.</a:t>
            </a:r>
            <a:r>
              <a:rPr kumimoji="1" lang="ja-JP" altLang="en-US" sz="2200" b="1" dirty="0"/>
              <a:t>意味的構造を保持した拡張</a:t>
            </a:r>
            <a:r>
              <a:rPr lang="ja-JP" altLang="en-US" sz="2200" b="1" dirty="0"/>
              <a:t>データ</a:t>
            </a:r>
            <a:r>
              <a:rPr kumimoji="1" lang="ja-JP" altLang="en-US" sz="2200" b="1" dirty="0"/>
              <a:t>の生成</a:t>
            </a:r>
            <a:endParaRPr kumimoji="1" lang="en-US" altLang="ja-JP" sz="2200" b="1" dirty="0"/>
          </a:p>
        </p:txBody>
      </p:sp>
      <p:sp>
        <p:nvSpPr>
          <p:cNvPr id="17" name="テキスト ボックス 16">
            <a:extLst>
              <a:ext uri="{FF2B5EF4-FFF2-40B4-BE49-F238E27FC236}">
                <a16:creationId xmlns:a16="http://schemas.microsoft.com/office/drawing/2014/main" id="{51B2EFE3-7473-CB03-9998-2C42B446F3EB}"/>
              </a:ext>
            </a:extLst>
          </p:cNvPr>
          <p:cNvSpPr txBox="1"/>
          <p:nvPr/>
        </p:nvSpPr>
        <p:spPr>
          <a:xfrm>
            <a:off x="649149" y="4266647"/>
            <a:ext cx="1553630" cy="430887"/>
          </a:xfrm>
          <a:prstGeom prst="rect">
            <a:avLst/>
          </a:prstGeom>
          <a:noFill/>
        </p:spPr>
        <p:txBody>
          <a:bodyPr wrap="none" rtlCol="0">
            <a:spAutoFit/>
          </a:bodyPr>
          <a:lstStyle/>
          <a:p>
            <a:r>
              <a:rPr lang="en-US" altLang="ja-JP" sz="2200" b="1" dirty="0"/>
              <a:t>4</a:t>
            </a:r>
            <a:r>
              <a:rPr kumimoji="1" lang="en-US" altLang="ja-JP" sz="2200" b="1" dirty="0"/>
              <a:t>.</a:t>
            </a:r>
            <a:r>
              <a:rPr kumimoji="1" lang="ja-JP" altLang="en-US" sz="2200" b="1" dirty="0"/>
              <a:t>対照学習</a:t>
            </a:r>
            <a:endParaRPr kumimoji="1" lang="en-US" altLang="ja-JP" sz="2200" b="1" dirty="0"/>
          </a:p>
        </p:txBody>
      </p:sp>
      <p:sp>
        <p:nvSpPr>
          <p:cNvPr id="18" name="テキスト ボックス 17">
            <a:extLst>
              <a:ext uri="{FF2B5EF4-FFF2-40B4-BE49-F238E27FC236}">
                <a16:creationId xmlns:a16="http://schemas.microsoft.com/office/drawing/2014/main" id="{22D61288-25D9-DFE9-2BDE-56CBFD08EB49}"/>
              </a:ext>
            </a:extLst>
          </p:cNvPr>
          <p:cNvSpPr txBox="1"/>
          <p:nvPr/>
        </p:nvSpPr>
        <p:spPr>
          <a:xfrm>
            <a:off x="892296" y="2255303"/>
            <a:ext cx="2498973" cy="584775"/>
          </a:xfrm>
          <a:prstGeom prst="rect">
            <a:avLst/>
          </a:prstGeom>
          <a:noFill/>
        </p:spPr>
        <p:txBody>
          <a:bodyPr wrap="square" rtlCol="0">
            <a:spAutoFit/>
          </a:bodyPr>
          <a:lstStyle/>
          <a:p>
            <a:r>
              <a:rPr kumimoji="1" lang="en-US" altLang="ja-JP" sz="1600" dirty="0" err="1"/>
              <a:t>XGBoost</a:t>
            </a:r>
            <a:r>
              <a:rPr kumimoji="1" lang="ja-JP" altLang="en-US" sz="1600" dirty="0"/>
              <a:t>などを使用して，特徴量の相関を計算</a:t>
            </a:r>
          </a:p>
        </p:txBody>
      </p:sp>
      <p:sp>
        <p:nvSpPr>
          <p:cNvPr id="19" name="テキスト ボックス 18">
            <a:extLst>
              <a:ext uri="{FF2B5EF4-FFF2-40B4-BE49-F238E27FC236}">
                <a16:creationId xmlns:a16="http://schemas.microsoft.com/office/drawing/2014/main" id="{5478EA91-C83C-728B-4669-4AC2D1A1A604}"/>
              </a:ext>
            </a:extLst>
          </p:cNvPr>
          <p:cNvSpPr txBox="1"/>
          <p:nvPr/>
        </p:nvSpPr>
        <p:spPr>
          <a:xfrm>
            <a:off x="3889493" y="2147348"/>
            <a:ext cx="2480885" cy="1077218"/>
          </a:xfrm>
          <a:prstGeom prst="rect">
            <a:avLst/>
          </a:prstGeom>
          <a:noFill/>
        </p:spPr>
        <p:txBody>
          <a:bodyPr wrap="square" rtlCol="0">
            <a:spAutoFit/>
          </a:bodyPr>
          <a:lstStyle/>
          <a:p>
            <a:r>
              <a:rPr kumimoji="1" lang="ja-JP" altLang="en-US" sz="1600" dirty="0"/>
              <a:t>一部のラベル付きデータをもとに，ラベルなしデータに対してラベルを付与</a:t>
            </a:r>
            <a:endParaRPr kumimoji="1" lang="en-US" altLang="ja-JP" sz="1600" dirty="0"/>
          </a:p>
        </p:txBody>
      </p:sp>
      <p:sp>
        <p:nvSpPr>
          <p:cNvPr id="25" name="テキスト ボックス 24">
            <a:extLst>
              <a:ext uri="{FF2B5EF4-FFF2-40B4-BE49-F238E27FC236}">
                <a16:creationId xmlns:a16="http://schemas.microsoft.com/office/drawing/2014/main" id="{0B5586C9-8780-A5B6-E6AB-FC51FC7E9B3A}"/>
              </a:ext>
            </a:extLst>
          </p:cNvPr>
          <p:cNvSpPr txBox="1"/>
          <p:nvPr/>
        </p:nvSpPr>
        <p:spPr>
          <a:xfrm>
            <a:off x="6768612" y="2124823"/>
            <a:ext cx="5211354" cy="1200329"/>
          </a:xfrm>
          <a:prstGeom prst="rect">
            <a:avLst/>
          </a:prstGeom>
          <a:noFill/>
        </p:spPr>
        <p:txBody>
          <a:bodyPr wrap="square" rtlCol="0">
            <a:spAutoFit/>
          </a:bodyPr>
          <a:lstStyle/>
          <a:p>
            <a:r>
              <a:rPr kumimoji="1" lang="ja-JP" altLang="en-US" dirty="0"/>
              <a:t>・相関に基づくマスキング</a:t>
            </a:r>
            <a:endParaRPr kumimoji="1" lang="en-US" altLang="ja-JP" dirty="0"/>
          </a:p>
          <a:p>
            <a:r>
              <a:rPr kumimoji="1" lang="ja-JP" altLang="en-US" dirty="0"/>
              <a:t>・マスクされたセルの値を補完する際に，２で割り当てた同一の擬似クラス内から値をサンプリングする</a:t>
            </a:r>
          </a:p>
        </p:txBody>
      </p:sp>
      <p:sp>
        <p:nvSpPr>
          <p:cNvPr id="26" name="テキスト ボックス 25">
            <a:extLst>
              <a:ext uri="{FF2B5EF4-FFF2-40B4-BE49-F238E27FC236}">
                <a16:creationId xmlns:a16="http://schemas.microsoft.com/office/drawing/2014/main" id="{730BD3ED-DAC9-8111-3C9D-01D28483C06D}"/>
              </a:ext>
            </a:extLst>
          </p:cNvPr>
          <p:cNvSpPr txBox="1"/>
          <p:nvPr/>
        </p:nvSpPr>
        <p:spPr>
          <a:xfrm>
            <a:off x="156068" y="4799443"/>
            <a:ext cx="3290447" cy="923330"/>
          </a:xfrm>
          <a:prstGeom prst="rect">
            <a:avLst/>
          </a:prstGeom>
          <a:noFill/>
        </p:spPr>
        <p:txBody>
          <a:bodyPr wrap="square" rtlCol="0">
            <a:spAutoFit/>
          </a:bodyPr>
          <a:lstStyle/>
          <a:p>
            <a:r>
              <a:rPr kumimoji="1" lang="ja-JP" altLang="en-US" dirty="0"/>
              <a:t>３で作られた</a:t>
            </a:r>
            <a:r>
              <a:rPr lang="ja-JP" altLang="en-US" dirty="0"/>
              <a:t>データと</a:t>
            </a:r>
            <a:r>
              <a:rPr kumimoji="1" lang="ja-JP" altLang="en-US" dirty="0"/>
              <a:t>元のデータを似た潜在表現になるように学習させる</a:t>
            </a:r>
          </a:p>
        </p:txBody>
      </p:sp>
      <p:sp>
        <p:nvSpPr>
          <p:cNvPr id="28" name="角丸四角形 9">
            <a:extLst>
              <a:ext uri="{FF2B5EF4-FFF2-40B4-BE49-F238E27FC236}">
                <a16:creationId xmlns:a16="http://schemas.microsoft.com/office/drawing/2014/main" id="{119EA92E-7FF8-6815-7E53-D44A8FB614B5}"/>
              </a:ext>
            </a:extLst>
          </p:cNvPr>
          <p:cNvSpPr/>
          <p:nvPr/>
        </p:nvSpPr>
        <p:spPr>
          <a:xfrm>
            <a:off x="3636647" y="1577481"/>
            <a:ext cx="2879119" cy="19384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角丸四角形 9">
            <a:extLst>
              <a:ext uri="{FF2B5EF4-FFF2-40B4-BE49-F238E27FC236}">
                <a16:creationId xmlns:a16="http://schemas.microsoft.com/office/drawing/2014/main" id="{90616B9A-93C3-A950-62B6-F0DB96FA0BD5}"/>
              </a:ext>
            </a:extLst>
          </p:cNvPr>
          <p:cNvSpPr/>
          <p:nvPr/>
        </p:nvSpPr>
        <p:spPr>
          <a:xfrm>
            <a:off x="6623223" y="1571932"/>
            <a:ext cx="5503429" cy="19384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32" name="表 31">
            <a:extLst>
              <a:ext uri="{FF2B5EF4-FFF2-40B4-BE49-F238E27FC236}">
                <a16:creationId xmlns:a16="http://schemas.microsoft.com/office/drawing/2014/main" id="{38240ABC-CAB0-F03C-C76A-CE9390E6948F}"/>
              </a:ext>
            </a:extLst>
          </p:cNvPr>
          <p:cNvGraphicFramePr>
            <a:graphicFrameLocks noGrp="1"/>
          </p:cNvGraphicFramePr>
          <p:nvPr>
            <p:extLst>
              <p:ext uri="{D42A27DB-BD31-4B8C-83A1-F6EECF244321}">
                <p14:modId xmlns:p14="http://schemas.microsoft.com/office/powerpoint/2010/main" val="3281798386"/>
              </p:ext>
            </p:extLst>
          </p:nvPr>
        </p:nvGraphicFramePr>
        <p:xfrm>
          <a:off x="3562100" y="3788197"/>
          <a:ext cx="3506921" cy="2773680"/>
        </p:xfrm>
        <a:graphic>
          <a:graphicData uri="http://schemas.openxmlformats.org/drawingml/2006/table">
            <a:tbl>
              <a:tblPr firstRow="1" bandRow="1">
                <a:tableStyleId>{3B4B98B0-60AC-42C2-AFA5-B58CD77FA1E5}</a:tableStyleId>
              </a:tblPr>
              <a:tblGrid>
                <a:gridCol w="708958">
                  <a:extLst>
                    <a:ext uri="{9D8B030D-6E8A-4147-A177-3AD203B41FA5}">
                      <a16:colId xmlns:a16="http://schemas.microsoft.com/office/drawing/2014/main" val="2496282999"/>
                    </a:ext>
                  </a:extLst>
                </a:gridCol>
                <a:gridCol w="603640">
                  <a:extLst>
                    <a:ext uri="{9D8B030D-6E8A-4147-A177-3AD203B41FA5}">
                      <a16:colId xmlns:a16="http://schemas.microsoft.com/office/drawing/2014/main" val="544436572"/>
                    </a:ext>
                  </a:extLst>
                </a:gridCol>
                <a:gridCol w="731441">
                  <a:extLst>
                    <a:ext uri="{9D8B030D-6E8A-4147-A177-3AD203B41FA5}">
                      <a16:colId xmlns:a16="http://schemas.microsoft.com/office/drawing/2014/main" val="3853200450"/>
                    </a:ext>
                  </a:extLst>
                </a:gridCol>
                <a:gridCol w="731441">
                  <a:extLst>
                    <a:ext uri="{9D8B030D-6E8A-4147-A177-3AD203B41FA5}">
                      <a16:colId xmlns:a16="http://schemas.microsoft.com/office/drawing/2014/main" val="3896458265"/>
                    </a:ext>
                  </a:extLst>
                </a:gridCol>
                <a:gridCol w="731441">
                  <a:extLst>
                    <a:ext uri="{9D8B030D-6E8A-4147-A177-3AD203B41FA5}">
                      <a16:colId xmlns:a16="http://schemas.microsoft.com/office/drawing/2014/main" val="333148011"/>
                    </a:ext>
                  </a:extLst>
                </a:gridCol>
              </a:tblGrid>
              <a:tr h="291052">
                <a:tc>
                  <a:txBody>
                    <a:bodyPr/>
                    <a:lstStyle/>
                    <a:p>
                      <a:pPr algn="ctr"/>
                      <a:r>
                        <a:rPr kumimoji="1" lang="ja-JP" altLang="en-US" sz="1600"/>
                        <a:t>患者</a:t>
                      </a:r>
                      <a:br>
                        <a:rPr kumimoji="1" lang="en-US" altLang="ja-JP" sz="1600" dirty="0"/>
                      </a:br>
                      <a:r>
                        <a:rPr kumimoji="1" lang="en-US" altLang="ja-JP" sz="1600" dirty="0"/>
                        <a:t>ID</a:t>
                      </a:r>
                      <a:endParaRPr kumimoji="1" lang="ja-JP" altLang="en-US" sz="1600"/>
                    </a:p>
                  </a:txBody>
                  <a:tcPr/>
                </a:tc>
                <a:tc>
                  <a:txBody>
                    <a:bodyPr/>
                    <a:lstStyle/>
                    <a:p>
                      <a:pPr algn="ctr"/>
                      <a:r>
                        <a:rPr kumimoji="1" lang="ja-JP" altLang="en-US" sz="1600"/>
                        <a:t>年齢</a:t>
                      </a:r>
                    </a:p>
                  </a:txBody>
                  <a:tcPr/>
                </a:tc>
                <a:tc>
                  <a:txBody>
                    <a:bodyPr/>
                    <a:lstStyle/>
                    <a:p>
                      <a:pPr algn="ctr"/>
                      <a:r>
                        <a:rPr kumimoji="1" lang="ja-JP" altLang="en-US" sz="1600"/>
                        <a:t>喫煙</a:t>
                      </a:r>
                      <a:br>
                        <a:rPr kumimoji="1" lang="en-US" altLang="ja-JP" sz="1600" dirty="0"/>
                      </a:br>
                      <a:endParaRPr kumimoji="1" lang="ja-JP" altLang="en-US" sz="1600"/>
                    </a:p>
                  </a:txBody>
                  <a:tcPr/>
                </a:tc>
                <a:tc>
                  <a:txBody>
                    <a:bodyPr/>
                    <a:lstStyle/>
                    <a:p>
                      <a:pPr algn="ctr"/>
                      <a:r>
                        <a:rPr kumimoji="1" lang="ja-JP" altLang="en-US" sz="1600"/>
                        <a:t>血圧</a:t>
                      </a:r>
                    </a:p>
                  </a:txBody>
                  <a:tcPr/>
                </a:tc>
                <a:tc>
                  <a:txBody>
                    <a:bodyPr/>
                    <a:lstStyle/>
                    <a:p>
                      <a:pPr algn="ctr"/>
                      <a:r>
                        <a:rPr kumimoji="1" lang="ja-JP" altLang="en-US" strike="noStrike"/>
                        <a:t>肺癌</a:t>
                      </a:r>
                    </a:p>
                  </a:txBody>
                  <a:tcPr/>
                </a:tc>
                <a:extLst>
                  <a:ext uri="{0D108BD9-81ED-4DB2-BD59-A6C34878D82A}">
                    <a16:rowId xmlns:a16="http://schemas.microsoft.com/office/drawing/2014/main" val="2055531652"/>
                  </a:ext>
                </a:extLst>
              </a:tr>
              <a:tr h="291052">
                <a:tc>
                  <a:txBody>
                    <a:bodyPr/>
                    <a:lstStyle/>
                    <a:p>
                      <a:pPr algn="ctr"/>
                      <a:r>
                        <a:rPr kumimoji="1" lang="en-US" altLang="ja-JP" sz="1600" dirty="0"/>
                        <a:t>A</a:t>
                      </a:r>
                      <a:endParaRPr kumimoji="1" lang="ja-JP" altLang="en-US" sz="1600"/>
                    </a:p>
                  </a:txBody>
                  <a:tcPr/>
                </a:tc>
                <a:tc>
                  <a:txBody>
                    <a:bodyPr/>
                    <a:lstStyle/>
                    <a:p>
                      <a:pPr algn="ctr"/>
                      <a:r>
                        <a:rPr kumimoji="1" lang="en-US" altLang="ja-JP" sz="1600" dirty="0"/>
                        <a:t>65</a:t>
                      </a:r>
                      <a:endParaRPr kumimoji="1" lang="ja-JP" altLang="en-US" sz="1600"/>
                    </a:p>
                  </a:txBody>
                  <a:tcPr/>
                </a:tc>
                <a:tc>
                  <a:txBody>
                    <a:bodyPr/>
                    <a:lstStyle/>
                    <a:p>
                      <a:pPr algn="ctr"/>
                      <a:r>
                        <a:rPr kumimoji="1" lang="ja-JP" altLang="en-US" sz="1600"/>
                        <a:t>喫煙</a:t>
                      </a:r>
                    </a:p>
                  </a:txBody>
                  <a:tcPr/>
                </a:tc>
                <a:tc>
                  <a:txBody>
                    <a:bodyPr/>
                    <a:lstStyle/>
                    <a:p>
                      <a:pPr algn="ctr"/>
                      <a:r>
                        <a:rPr kumimoji="1" lang="ja-JP" altLang="en-US" sz="1600"/>
                        <a:t>高</a:t>
                      </a:r>
                    </a:p>
                  </a:txBody>
                  <a:tcPr/>
                </a:tc>
                <a:tc>
                  <a:txBody>
                    <a:bodyPr/>
                    <a:lstStyle/>
                    <a:p>
                      <a:pPr algn="ctr"/>
                      <a:r>
                        <a:rPr kumimoji="1" lang="ja-JP" altLang="en-US" b="1" strike="noStrike"/>
                        <a:t>⭕️</a:t>
                      </a:r>
                      <a:endParaRPr kumimoji="1" lang="ja-JP" altLang="en-US" strike="noStrike"/>
                    </a:p>
                  </a:txBody>
                  <a:tcPr/>
                </a:tc>
                <a:extLst>
                  <a:ext uri="{0D108BD9-81ED-4DB2-BD59-A6C34878D82A}">
                    <a16:rowId xmlns:a16="http://schemas.microsoft.com/office/drawing/2014/main" val="2277551511"/>
                  </a:ext>
                </a:extLst>
              </a:tr>
              <a:tr h="291052">
                <a:tc>
                  <a:txBody>
                    <a:bodyPr/>
                    <a:lstStyle/>
                    <a:p>
                      <a:pPr algn="ctr"/>
                      <a:r>
                        <a:rPr kumimoji="1" lang="en-US" altLang="ja-JP" sz="1600" dirty="0"/>
                        <a:t>B</a:t>
                      </a:r>
                      <a:endParaRPr kumimoji="1" lang="ja-JP" altLang="en-US" sz="1600"/>
                    </a:p>
                  </a:txBody>
                  <a:tcPr/>
                </a:tc>
                <a:tc>
                  <a:txBody>
                    <a:bodyPr/>
                    <a:lstStyle/>
                    <a:p>
                      <a:pPr algn="ctr"/>
                      <a:r>
                        <a:rPr kumimoji="1" lang="en-US" altLang="ja-JP" sz="1600" dirty="0"/>
                        <a:t>25</a:t>
                      </a:r>
                      <a:endParaRPr kumimoji="1" lang="ja-JP" altLang="en-US" sz="1600"/>
                    </a:p>
                  </a:txBody>
                  <a:tcPr/>
                </a:tc>
                <a:tc>
                  <a:txBody>
                    <a:bodyPr/>
                    <a:lstStyle/>
                    <a:p>
                      <a:pPr algn="ctr"/>
                      <a:r>
                        <a:rPr kumimoji="1" lang="ja-JP" altLang="en-US" sz="1600" dirty="0"/>
                        <a:t>禁煙</a:t>
                      </a:r>
                    </a:p>
                  </a:txBody>
                  <a:tcPr/>
                </a:tc>
                <a:tc>
                  <a:txBody>
                    <a:bodyPr/>
                    <a:lstStyle/>
                    <a:p>
                      <a:pPr algn="ctr"/>
                      <a:r>
                        <a:rPr kumimoji="1" lang="ja-JP" altLang="en-US" sz="1600" dirty="0"/>
                        <a:t>普</a:t>
                      </a:r>
                    </a:p>
                  </a:txBody>
                  <a:tcPr/>
                </a:tc>
                <a:tc>
                  <a:txBody>
                    <a:bodyPr/>
                    <a:lstStyle/>
                    <a:p>
                      <a:pPr algn="ctr"/>
                      <a:r>
                        <a:rPr kumimoji="1" lang="ja-JP" altLang="en-US" strike="noStrike"/>
                        <a:t>❌</a:t>
                      </a:r>
                    </a:p>
                  </a:txBody>
                  <a:tcPr/>
                </a:tc>
                <a:extLst>
                  <a:ext uri="{0D108BD9-81ED-4DB2-BD59-A6C34878D82A}">
                    <a16:rowId xmlns:a16="http://schemas.microsoft.com/office/drawing/2014/main" val="2911145715"/>
                  </a:ext>
                </a:extLst>
              </a:tr>
              <a:tr h="309688">
                <a:tc>
                  <a:txBody>
                    <a:bodyPr/>
                    <a:lstStyle/>
                    <a:p>
                      <a:pPr algn="ctr"/>
                      <a:r>
                        <a:rPr kumimoji="1" lang="en-US" altLang="ja-JP" sz="1600" dirty="0"/>
                        <a:t>C</a:t>
                      </a:r>
                      <a:endParaRPr kumimoji="1" lang="ja-JP" altLang="en-US" sz="1600"/>
                    </a:p>
                  </a:txBody>
                  <a:tcPr/>
                </a:tc>
                <a:tc>
                  <a:txBody>
                    <a:bodyPr/>
                    <a:lstStyle/>
                    <a:p>
                      <a:pPr algn="ctr"/>
                      <a:r>
                        <a:rPr kumimoji="1" lang="en-US" altLang="ja-JP" sz="1600" dirty="0"/>
                        <a:t>30</a:t>
                      </a:r>
                      <a:endParaRPr kumimoji="1" lang="ja-JP" altLang="en-US" sz="1600"/>
                    </a:p>
                  </a:txBody>
                  <a:tcPr/>
                </a:tc>
                <a:tc>
                  <a:txBody>
                    <a:bodyPr/>
                    <a:lstStyle/>
                    <a:p>
                      <a:pPr algn="ctr"/>
                      <a:r>
                        <a:rPr kumimoji="1" lang="ja-JP" altLang="en-US" sz="1600"/>
                        <a:t>禁煙</a:t>
                      </a:r>
                    </a:p>
                  </a:txBody>
                  <a:tcPr/>
                </a:tc>
                <a:tc>
                  <a:txBody>
                    <a:bodyPr/>
                    <a:lstStyle/>
                    <a:p>
                      <a:pPr algn="ctr"/>
                      <a:r>
                        <a:rPr kumimoji="1" lang="ja-JP" altLang="en-US" sz="1600"/>
                        <a:t>高</a:t>
                      </a:r>
                    </a:p>
                  </a:txBody>
                  <a:tcPr/>
                </a:tc>
                <a:tc>
                  <a:txBody>
                    <a:bodyPr/>
                    <a:lstStyle/>
                    <a:p>
                      <a:pPr algn="ctr"/>
                      <a:r>
                        <a:rPr kumimoji="1" lang="ja-JP" altLang="en-US" strike="sngStrike"/>
                        <a:t>❌</a:t>
                      </a:r>
                    </a:p>
                  </a:txBody>
                  <a:tcPr/>
                </a:tc>
                <a:extLst>
                  <a:ext uri="{0D108BD9-81ED-4DB2-BD59-A6C34878D82A}">
                    <a16:rowId xmlns:a16="http://schemas.microsoft.com/office/drawing/2014/main" val="2717377868"/>
                  </a:ext>
                </a:extLst>
              </a:tr>
              <a:tr h="291052">
                <a:tc>
                  <a:txBody>
                    <a:bodyPr/>
                    <a:lstStyle/>
                    <a:p>
                      <a:pPr algn="ctr"/>
                      <a:r>
                        <a:rPr kumimoji="1" lang="en-US" altLang="ja-JP" sz="1600" dirty="0"/>
                        <a:t>D</a:t>
                      </a:r>
                      <a:endParaRPr kumimoji="1" lang="ja-JP" altLang="en-US" sz="1600"/>
                    </a:p>
                  </a:txBody>
                  <a:tcPr/>
                </a:tc>
                <a:tc>
                  <a:txBody>
                    <a:bodyPr/>
                    <a:lstStyle/>
                    <a:p>
                      <a:pPr algn="ctr"/>
                      <a:r>
                        <a:rPr kumimoji="1" lang="en-US" altLang="ja-JP" sz="1600" dirty="0"/>
                        <a:t>50</a:t>
                      </a:r>
                    </a:p>
                  </a:txBody>
                  <a:tcPr/>
                </a:tc>
                <a:tc>
                  <a:txBody>
                    <a:bodyPr/>
                    <a:lstStyle/>
                    <a:p>
                      <a:pPr algn="ctr"/>
                      <a:r>
                        <a:rPr kumimoji="1" lang="ja-JP" altLang="en-US" sz="1600"/>
                        <a:t>喫煙</a:t>
                      </a:r>
                    </a:p>
                  </a:txBody>
                  <a:tcPr/>
                </a:tc>
                <a:tc>
                  <a:txBody>
                    <a:bodyPr/>
                    <a:lstStyle/>
                    <a:p>
                      <a:pPr algn="ctr"/>
                      <a:r>
                        <a:rPr kumimoji="1" lang="ja-JP" altLang="en-US" sz="1600"/>
                        <a:t>高</a:t>
                      </a:r>
                      <a:endParaRPr kumimoji="1" lang="en-US" altLang="ja-JP" sz="1600" dirty="0"/>
                    </a:p>
                  </a:txBody>
                  <a:tcPr/>
                </a:tc>
                <a:tc>
                  <a:txBody>
                    <a:bodyPr/>
                    <a:lstStyle/>
                    <a:p>
                      <a:pPr algn="ctr"/>
                      <a:r>
                        <a:rPr kumimoji="1" lang="ja-JP" altLang="en-US" b="1" strike="sngStrike"/>
                        <a:t>⭕️</a:t>
                      </a:r>
                    </a:p>
                  </a:txBody>
                  <a:tcPr/>
                </a:tc>
                <a:extLst>
                  <a:ext uri="{0D108BD9-81ED-4DB2-BD59-A6C34878D82A}">
                    <a16:rowId xmlns:a16="http://schemas.microsoft.com/office/drawing/2014/main" val="3240614734"/>
                  </a:ext>
                </a:extLst>
              </a:tr>
              <a:tr h="291052">
                <a:tc>
                  <a:txBody>
                    <a:bodyPr/>
                    <a:lstStyle/>
                    <a:p>
                      <a:pPr algn="ctr"/>
                      <a:r>
                        <a:rPr kumimoji="1" lang="en-US" altLang="ja-JP" sz="1600" dirty="0"/>
                        <a:t>E</a:t>
                      </a:r>
                      <a:endParaRPr kumimoji="1" lang="ja-JP" altLang="en-US" sz="1600"/>
                    </a:p>
                  </a:txBody>
                  <a:tcPr/>
                </a:tc>
                <a:tc>
                  <a:txBody>
                    <a:bodyPr/>
                    <a:lstStyle/>
                    <a:p>
                      <a:pPr algn="ctr"/>
                      <a:r>
                        <a:rPr kumimoji="1" lang="en-US" altLang="ja-JP" sz="1600" dirty="0"/>
                        <a:t>15</a:t>
                      </a:r>
                      <a:endParaRPr kumimoji="1" lang="ja-JP" altLang="en-US" sz="1600"/>
                    </a:p>
                  </a:txBody>
                  <a:tcPr/>
                </a:tc>
                <a:tc>
                  <a:txBody>
                    <a:bodyPr/>
                    <a:lstStyle/>
                    <a:p>
                      <a:pPr algn="ctr"/>
                      <a:r>
                        <a:rPr kumimoji="1" lang="ja-JP" altLang="en-US" sz="1600"/>
                        <a:t>禁煙</a:t>
                      </a:r>
                    </a:p>
                  </a:txBody>
                  <a:tcPr/>
                </a:tc>
                <a:tc>
                  <a:txBody>
                    <a:bodyPr/>
                    <a:lstStyle/>
                    <a:p>
                      <a:pPr algn="ctr"/>
                      <a:r>
                        <a:rPr kumimoji="1" lang="ja-JP" altLang="en-US" sz="1600"/>
                        <a:t>低</a:t>
                      </a:r>
                    </a:p>
                  </a:txBody>
                  <a:tcPr/>
                </a:tc>
                <a:tc>
                  <a:txBody>
                    <a:bodyPr/>
                    <a:lstStyle/>
                    <a:p>
                      <a:pPr algn="ctr"/>
                      <a:r>
                        <a:rPr kumimoji="1" lang="ja-JP" altLang="en-US" strike="noStrike"/>
                        <a:t>❌</a:t>
                      </a:r>
                    </a:p>
                  </a:txBody>
                  <a:tcPr/>
                </a:tc>
                <a:extLst>
                  <a:ext uri="{0D108BD9-81ED-4DB2-BD59-A6C34878D82A}">
                    <a16:rowId xmlns:a16="http://schemas.microsoft.com/office/drawing/2014/main" val="3225296712"/>
                  </a:ext>
                </a:extLst>
              </a:tr>
              <a:tr h="291052">
                <a:tc gridSpan="4">
                  <a:txBody>
                    <a:bodyPr/>
                    <a:lstStyle/>
                    <a:p>
                      <a:pPr algn="ctr"/>
                      <a:r>
                        <a:rPr kumimoji="1" lang="ja-JP" altLang="en-US" sz="1600" dirty="0"/>
                        <a:t>：</a:t>
                      </a:r>
                    </a:p>
                  </a:txBody>
                  <a:tcPr/>
                </a:tc>
                <a:tc hMerge="1">
                  <a:txBody>
                    <a:bodyPr/>
                    <a:lstStyle/>
                    <a:p>
                      <a:pPr algn="ctr"/>
                      <a:endParaRPr kumimoji="1" lang="ja-JP" altLang="en-US"/>
                    </a:p>
                  </a:txBody>
                  <a:tcPr/>
                </a:tc>
                <a:tc hMerge="1">
                  <a:txBody>
                    <a:bodyPr/>
                    <a:lstStyle/>
                    <a:p>
                      <a:pPr algn="ctr"/>
                      <a:endParaRPr kumimoji="1" lang="ja-JP" altLang="en-US"/>
                    </a:p>
                  </a:txBody>
                  <a:tcPr/>
                </a:tc>
                <a:tc hMerge="1">
                  <a:txBody>
                    <a:bodyPr/>
                    <a:lstStyle/>
                    <a:p>
                      <a:pPr algn="ctr"/>
                      <a:endParaRPr kumimoji="1" lang="ja-JP" altLang="en-US"/>
                    </a:p>
                  </a:txBody>
                  <a:tcPr/>
                </a:tc>
                <a:tc>
                  <a:txBody>
                    <a:bodyPr/>
                    <a:lstStyle/>
                    <a:p>
                      <a:pPr algn="ctr"/>
                      <a:endParaRPr kumimoji="1" lang="ja-JP" altLang="en-US" strike="sngStrike"/>
                    </a:p>
                  </a:txBody>
                  <a:tcPr/>
                </a:tc>
                <a:extLst>
                  <a:ext uri="{0D108BD9-81ED-4DB2-BD59-A6C34878D82A}">
                    <a16:rowId xmlns:a16="http://schemas.microsoft.com/office/drawing/2014/main" val="4217469324"/>
                  </a:ext>
                </a:extLst>
              </a:tr>
            </a:tbl>
          </a:graphicData>
        </a:graphic>
      </p:graphicFrame>
      <p:sp>
        <p:nvSpPr>
          <p:cNvPr id="34" name="右矢印 22">
            <a:extLst>
              <a:ext uri="{FF2B5EF4-FFF2-40B4-BE49-F238E27FC236}">
                <a16:creationId xmlns:a16="http://schemas.microsoft.com/office/drawing/2014/main" id="{BFE36B60-A3C3-E665-E07B-F05E17755466}"/>
              </a:ext>
            </a:extLst>
          </p:cNvPr>
          <p:cNvSpPr/>
          <p:nvPr/>
        </p:nvSpPr>
        <p:spPr>
          <a:xfrm>
            <a:off x="7292012" y="5185834"/>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aphicFrame>
        <p:nvGraphicFramePr>
          <p:cNvPr id="6" name="表 5">
            <a:extLst>
              <a:ext uri="{FF2B5EF4-FFF2-40B4-BE49-F238E27FC236}">
                <a16:creationId xmlns:a16="http://schemas.microsoft.com/office/drawing/2014/main" id="{452087B4-37E3-910C-D48F-4F60C0AC7EEB}"/>
              </a:ext>
            </a:extLst>
          </p:cNvPr>
          <p:cNvGraphicFramePr>
            <a:graphicFrameLocks noGrp="1"/>
          </p:cNvGraphicFramePr>
          <p:nvPr>
            <p:extLst>
              <p:ext uri="{D42A27DB-BD31-4B8C-83A1-F6EECF244321}">
                <p14:modId xmlns:p14="http://schemas.microsoft.com/office/powerpoint/2010/main" val="1412562606"/>
              </p:ext>
            </p:extLst>
          </p:nvPr>
        </p:nvGraphicFramePr>
        <p:xfrm>
          <a:off x="7941074" y="3818870"/>
          <a:ext cx="3506921" cy="2773680"/>
        </p:xfrm>
        <a:graphic>
          <a:graphicData uri="http://schemas.openxmlformats.org/drawingml/2006/table">
            <a:tbl>
              <a:tblPr firstRow="1" bandRow="1">
                <a:tableStyleId>{3B4B98B0-60AC-42C2-AFA5-B58CD77FA1E5}</a:tableStyleId>
              </a:tblPr>
              <a:tblGrid>
                <a:gridCol w="708958">
                  <a:extLst>
                    <a:ext uri="{9D8B030D-6E8A-4147-A177-3AD203B41FA5}">
                      <a16:colId xmlns:a16="http://schemas.microsoft.com/office/drawing/2014/main" val="2496282999"/>
                    </a:ext>
                  </a:extLst>
                </a:gridCol>
                <a:gridCol w="603640">
                  <a:extLst>
                    <a:ext uri="{9D8B030D-6E8A-4147-A177-3AD203B41FA5}">
                      <a16:colId xmlns:a16="http://schemas.microsoft.com/office/drawing/2014/main" val="544436572"/>
                    </a:ext>
                  </a:extLst>
                </a:gridCol>
                <a:gridCol w="731441">
                  <a:extLst>
                    <a:ext uri="{9D8B030D-6E8A-4147-A177-3AD203B41FA5}">
                      <a16:colId xmlns:a16="http://schemas.microsoft.com/office/drawing/2014/main" val="3853200450"/>
                    </a:ext>
                  </a:extLst>
                </a:gridCol>
                <a:gridCol w="731441">
                  <a:extLst>
                    <a:ext uri="{9D8B030D-6E8A-4147-A177-3AD203B41FA5}">
                      <a16:colId xmlns:a16="http://schemas.microsoft.com/office/drawing/2014/main" val="3896458265"/>
                    </a:ext>
                  </a:extLst>
                </a:gridCol>
                <a:gridCol w="731441">
                  <a:extLst>
                    <a:ext uri="{9D8B030D-6E8A-4147-A177-3AD203B41FA5}">
                      <a16:colId xmlns:a16="http://schemas.microsoft.com/office/drawing/2014/main" val="333148011"/>
                    </a:ext>
                  </a:extLst>
                </a:gridCol>
              </a:tblGrid>
              <a:tr h="291052">
                <a:tc>
                  <a:txBody>
                    <a:bodyPr/>
                    <a:lstStyle/>
                    <a:p>
                      <a:pPr algn="ctr"/>
                      <a:r>
                        <a:rPr kumimoji="1" lang="ja-JP" altLang="en-US" sz="1600"/>
                        <a:t>患者</a:t>
                      </a:r>
                      <a:br>
                        <a:rPr kumimoji="1" lang="en-US" altLang="ja-JP" sz="1600" dirty="0"/>
                      </a:br>
                      <a:r>
                        <a:rPr kumimoji="1" lang="en-US" altLang="ja-JP" sz="1600" dirty="0"/>
                        <a:t>ID</a:t>
                      </a:r>
                      <a:endParaRPr kumimoji="1" lang="ja-JP" altLang="en-US" sz="1600"/>
                    </a:p>
                  </a:txBody>
                  <a:tcPr/>
                </a:tc>
                <a:tc>
                  <a:txBody>
                    <a:bodyPr/>
                    <a:lstStyle/>
                    <a:p>
                      <a:pPr algn="ctr"/>
                      <a:r>
                        <a:rPr kumimoji="1" lang="ja-JP" altLang="en-US" sz="1600"/>
                        <a:t>年齢</a:t>
                      </a:r>
                    </a:p>
                  </a:txBody>
                  <a:tcPr/>
                </a:tc>
                <a:tc>
                  <a:txBody>
                    <a:bodyPr/>
                    <a:lstStyle/>
                    <a:p>
                      <a:pPr algn="ctr"/>
                      <a:r>
                        <a:rPr kumimoji="1" lang="ja-JP" altLang="en-US" sz="1600"/>
                        <a:t>喫煙</a:t>
                      </a:r>
                      <a:br>
                        <a:rPr kumimoji="1" lang="en-US" altLang="ja-JP" sz="1600" dirty="0"/>
                      </a:br>
                      <a:endParaRPr kumimoji="1" lang="ja-JP" altLang="en-US" sz="1600"/>
                    </a:p>
                  </a:txBody>
                  <a:tcPr/>
                </a:tc>
                <a:tc>
                  <a:txBody>
                    <a:bodyPr/>
                    <a:lstStyle/>
                    <a:p>
                      <a:pPr algn="ctr"/>
                      <a:r>
                        <a:rPr kumimoji="1" lang="ja-JP" altLang="en-US" sz="1600"/>
                        <a:t>血圧</a:t>
                      </a:r>
                    </a:p>
                  </a:txBody>
                  <a:tcPr/>
                </a:tc>
                <a:tc>
                  <a:txBody>
                    <a:bodyPr/>
                    <a:lstStyle/>
                    <a:p>
                      <a:pPr algn="ctr"/>
                      <a:r>
                        <a:rPr kumimoji="1" lang="ja-JP" altLang="en-US"/>
                        <a:t>肺癌</a:t>
                      </a:r>
                    </a:p>
                  </a:txBody>
                  <a:tcPr/>
                </a:tc>
                <a:extLst>
                  <a:ext uri="{0D108BD9-81ED-4DB2-BD59-A6C34878D82A}">
                    <a16:rowId xmlns:a16="http://schemas.microsoft.com/office/drawing/2014/main" val="2055531652"/>
                  </a:ext>
                </a:extLst>
              </a:tr>
              <a:tr h="291052">
                <a:tc>
                  <a:txBody>
                    <a:bodyPr/>
                    <a:lstStyle/>
                    <a:p>
                      <a:pPr algn="ctr"/>
                      <a:r>
                        <a:rPr kumimoji="1" lang="en-US" altLang="ja-JP" sz="1600" dirty="0"/>
                        <a:t>A</a:t>
                      </a:r>
                      <a:endParaRPr kumimoji="1" lang="ja-JP" altLang="en-US" sz="16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t>❓</a:t>
                      </a:r>
                    </a:p>
                  </a:txBody>
                  <a:tcPr/>
                </a:tc>
                <a:tc>
                  <a:txBody>
                    <a:bodyPr/>
                    <a:lstStyle/>
                    <a:p>
                      <a:pPr algn="ctr"/>
                      <a:r>
                        <a:rPr kumimoji="1" lang="ja-JP" altLang="en-US" sz="1600"/>
                        <a:t>喫煙</a:t>
                      </a:r>
                    </a:p>
                  </a:txBody>
                  <a:tcPr/>
                </a:tc>
                <a:tc>
                  <a:txBody>
                    <a:bodyPr/>
                    <a:lstStyle/>
                    <a:p>
                      <a:pPr algn="ctr"/>
                      <a:r>
                        <a:rPr kumimoji="1" lang="ja-JP" altLang="en-US" sz="1600"/>
                        <a:t>高</a:t>
                      </a:r>
                    </a:p>
                  </a:txBody>
                  <a:tcPr/>
                </a:tc>
                <a:tc>
                  <a:txBody>
                    <a:bodyPr/>
                    <a:lstStyle/>
                    <a:p>
                      <a:pPr algn="ctr"/>
                      <a:r>
                        <a:rPr kumimoji="1" lang="ja-JP" altLang="en-US" b="1"/>
                        <a:t>⭕️</a:t>
                      </a:r>
                      <a:endParaRPr kumimoji="1" lang="ja-JP" altLang="en-US"/>
                    </a:p>
                  </a:txBody>
                  <a:tcPr/>
                </a:tc>
                <a:extLst>
                  <a:ext uri="{0D108BD9-81ED-4DB2-BD59-A6C34878D82A}">
                    <a16:rowId xmlns:a16="http://schemas.microsoft.com/office/drawing/2014/main" val="2277551511"/>
                  </a:ext>
                </a:extLst>
              </a:tr>
              <a:tr h="291052">
                <a:tc>
                  <a:txBody>
                    <a:bodyPr/>
                    <a:lstStyle/>
                    <a:p>
                      <a:pPr algn="ctr"/>
                      <a:r>
                        <a:rPr kumimoji="1" lang="en-US" altLang="ja-JP" sz="1600" dirty="0"/>
                        <a:t>B</a:t>
                      </a:r>
                      <a:endParaRPr kumimoji="1" lang="ja-JP" altLang="en-US" sz="1600"/>
                    </a:p>
                  </a:txBody>
                  <a:tcPr/>
                </a:tc>
                <a:tc>
                  <a:txBody>
                    <a:bodyPr/>
                    <a:lstStyle/>
                    <a:p>
                      <a:pPr algn="ctr"/>
                      <a:r>
                        <a:rPr kumimoji="1" lang="en-US" altLang="ja-JP" sz="1600" dirty="0"/>
                        <a:t>25</a:t>
                      </a:r>
                      <a:endParaRPr kumimoji="1" lang="ja-JP" altLang="en-US" sz="16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t>❓</a:t>
                      </a:r>
                    </a:p>
                  </a:txBody>
                  <a:tcPr/>
                </a:tc>
                <a:tc>
                  <a:txBody>
                    <a:bodyPr/>
                    <a:lstStyle/>
                    <a:p>
                      <a:pPr algn="ctr"/>
                      <a:r>
                        <a:rPr kumimoji="1" lang="ja-JP" altLang="en-US" sz="1600" dirty="0"/>
                        <a:t>普</a:t>
                      </a:r>
                    </a:p>
                  </a:txBody>
                  <a:tcPr/>
                </a:tc>
                <a:tc>
                  <a:txBody>
                    <a:bodyPr/>
                    <a:lstStyle/>
                    <a:p>
                      <a:pPr algn="ctr"/>
                      <a:r>
                        <a:rPr kumimoji="1" lang="ja-JP" altLang="en-US"/>
                        <a:t>❌</a:t>
                      </a:r>
                    </a:p>
                  </a:txBody>
                  <a:tcPr/>
                </a:tc>
                <a:extLst>
                  <a:ext uri="{0D108BD9-81ED-4DB2-BD59-A6C34878D82A}">
                    <a16:rowId xmlns:a16="http://schemas.microsoft.com/office/drawing/2014/main" val="2911145715"/>
                  </a:ext>
                </a:extLst>
              </a:tr>
              <a:tr h="309688">
                <a:tc>
                  <a:txBody>
                    <a:bodyPr/>
                    <a:lstStyle/>
                    <a:p>
                      <a:pPr algn="ctr"/>
                      <a:r>
                        <a:rPr kumimoji="1" lang="en-US" altLang="ja-JP" sz="1600" dirty="0"/>
                        <a:t>C</a:t>
                      </a:r>
                      <a:endParaRPr kumimoji="1" lang="ja-JP" altLang="en-US" sz="1600"/>
                    </a:p>
                  </a:txBody>
                  <a:tcPr/>
                </a:tc>
                <a:tc>
                  <a:txBody>
                    <a:bodyPr/>
                    <a:lstStyle/>
                    <a:p>
                      <a:pPr algn="ctr"/>
                      <a:r>
                        <a:rPr kumimoji="1" lang="en-US" altLang="ja-JP" sz="1600" dirty="0"/>
                        <a:t>30</a:t>
                      </a:r>
                      <a:endParaRPr kumimoji="1" lang="ja-JP" altLang="en-US" sz="1600"/>
                    </a:p>
                  </a:txBody>
                  <a:tcPr/>
                </a:tc>
                <a:tc>
                  <a:txBody>
                    <a:bodyPr/>
                    <a:lstStyle/>
                    <a:p>
                      <a:pPr algn="ctr"/>
                      <a:r>
                        <a:rPr kumimoji="1" lang="ja-JP" altLang="en-US" sz="1600"/>
                        <a:t>禁煙</a:t>
                      </a:r>
                    </a:p>
                  </a:txBody>
                  <a:tcPr/>
                </a:tc>
                <a:tc>
                  <a:txBody>
                    <a:bodyPr/>
                    <a:lstStyle/>
                    <a:p>
                      <a:pPr algn="ctr"/>
                      <a:r>
                        <a:rPr kumimoji="1" lang="ja-JP" altLang="en-US" sz="1600"/>
                        <a:t>高</a:t>
                      </a:r>
                    </a:p>
                  </a:txBody>
                  <a:tcPr/>
                </a:tc>
                <a:tc>
                  <a:txBody>
                    <a:bodyPr/>
                    <a:lstStyle/>
                    <a:p>
                      <a:pPr algn="ctr"/>
                      <a:r>
                        <a:rPr kumimoji="1" lang="ja-JP" altLang="en-US" strike="noStrike">
                          <a:solidFill>
                            <a:schemeClr val="accent6"/>
                          </a:solidFill>
                        </a:rPr>
                        <a:t>❌</a:t>
                      </a:r>
                    </a:p>
                  </a:txBody>
                  <a:tcPr>
                    <a:solidFill>
                      <a:schemeClr val="accent2">
                        <a:lumMod val="20000"/>
                        <a:lumOff val="80000"/>
                      </a:schemeClr>
                    </a:solidFill>
                  </a:tcPr>
                </a:tc>
                <a:extLst>
                  <a:ext uri="{0D108BD9-81ED-4DB2-BD59-A6C34878D82A}">
                    <a16:rowId xmlns:a16="http://schemas.microsoft.com/office/drawing/2014/main" val="2717377868"/>
                  </a:ext>
                </a:extLst>
              </a:tr>
              <a:tr h="291052">
                <a:tc>
                  <a:txBody>
                    <a:bodyPr/>
                    <a:lstStyle/>
                    <a:p>
                      <a:pPr algn="ctr"/>
                      <a:r>
                        <a:rPr kumimoji="1" lang="en-US" altLang="ja-JP" sz="1600" dirty="0"/>
                        <a:t>D</a:t>
                      </a:r>
                      <a:endParaRPr kumimoji="1" lang="ja-JP" altLang="en-US" sz="1600"/>
                    </a:p>
                  </a:txBody>
                  <a:tcPr/>
                </a:tc>
                <a:tc>
                  <a:txBody>
                    <a:bodyPr/>
                    <a:lstStyle/>
                    <a:p>
                      <a:pPr algn="ctr"/>
                      <a:r>
                        <a:rPr kumimoji="1" lang="en-US" altLang="ja-JP" sz="1600" dirty="0"/>
                        <a:t>50</a:t>
                      </a:r>
                    </a:p>
                  </a:txBody>
                  <a:tcPr/>
                </a:tc>
                <a:tc>
                  <a:txBody>
                    <a:bodyPr/>
                    <a:lstStyle/>
                    <a:p>
                      <a:pPr algn="ctr"/>
                      <a:r>
                        <a:rPr kumimoji="1" lang="ja-JP" altLang="en-US" sz="1600"/>
                        <a:t>喫煙</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t>❓</a:t>
                      </a:r>
                    </a:p>
                  </a:txBody>
                  <a:tcPr/>
                </a:tc>
                <a:tc>
                  <a:txBody>
                    <a:bodyPr/>
                    <a:lstStyle/>
                    <a:p>
                      <a:pPr algn="ctr"/>
                      <a:r>
                        <a:rPr kumimoji="1" lang="ja-JP" altLang="en-US" b="1" strike="noStrike">
                          <a:solidFill>
                            <a:schemeClr val="accent6"/>
                          </a:solidFill>
                        </a:rPr>
                        <a:t>⭕️</a:t>
                      </a:r>
                    </a:p>
                  </a:txBody>
                  <a:tcPr>
                    <a:solidFill>
                      <a:schemeClr val="accent2">
                        <a:lumMod val="20000"/>
                        <a:lumOff val="80000"/>
                      </a:schemeClr>
                    </a:solidFill>
                  </a:tcPr>
                </a:tc>
                <a:extLst>
                  <a:ext uri="{0D108BD9-81ED-4DB2-BD59-A6C34878D82A}">
                    <a16:rowId xmlns:a16="http://schemas.microsoft.com/office/drawing/2014/main" val="3240614734"/>
                  </a:ext>
                </a:extLst>
              </a:tr>
              <a:tr h="291052">
                <a:tc>
                  <a:txBody>
                    <a:bodyPr/>
                    <a:lstStyle/>
                    <a:p>
                      <a:pPr algn="ctr"/>
                      <a:r>
                        <a:rPr kumimoji="1" lang="en-US" altLang="ja-JP" sz="1600" dirty="0"/>
                        <a:t>E</a:t>
                      </a:r>
                      <a:endParaRPr kumimoji="1" lang="ja-JP" altLang="en-US" sz="1600"/>
                    </a:p>
                  </a:txBody>
                  <a:tcPr/>
                </a:tc>
                <a:tc>
                  <a:txBody>
                    <a:bodyPr/>
                    <a:lstStyle/>
                    <a:p>
                      <a:pPr algn="ctr"/>
                      <a:r>
                        <a:rPr kumimoji="1" lang="en-US" altLang="ja-JP" sz="1600" dirty="0"/>
                        <a:t>15</a:t>
                      </a:r>
                      <a:endParaRPr kumimoji="1" lang="ja-JP" altLang="en-US" sz="1600"/>
                    </a:p>
                  </a:txBody>
                  <a:tcPr/>
                </a:tc>
                <a:tc>
                  <a:txBody>
                    <a:bodyPr/>
                    <a:lstStyle/>
                    <a:p>
                      <a:pPr algn="ctr"/>
                      <a:r>
                        <a:rPr kumimoji="1" lang="ja-JP" altLang="en-US" sz="1600"/>
                        <a:t>禁煙</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t>❓</a:t>
                      </a:r>
                    </a:p>
                  </a:txBody>
                  <a:tcPr/>
                </a:tc>
                <a:tc>
                  <a:txBody>
                    <a:bodyPr/>
                    <a:lstStyle/>
                    <a:p>
                      <a:pPr algn="ctr"/>
                      <a:r>
                        <a:rPr kumimoji="1" lang="ja-JP" altLang="en-US"/>
                        <a:t>❌</a:t>
                      </a:r>
                    </a:p>
                  </a:txBody>
                  <a:tcPr/>
                </a:tc>
                <a:extLst>
                  <a:ext uri="{0D108BD9-81ED-4DB2-BD59-A6C34878D82A}">
                    <a16:rowId xmlns:a16="http://schemas.microsoft.com/office/drawing/2014/main" val="3225296712"/>
                  </a:ext>
                </a:extLst>
              </a:tr>
              <a:tr h="291052">
                <a:tc gridSpan="4">
                  <a:txBody>
                    <a:bodyPr/>
                    <a:lstStyle/>
                    <a:p>
                      <a:pPr algn="ctr"/>
                      <a:r>
                        <a:rPr kumimoji="1" lang="ja-JP" altLang="en-US" sz="1600" dirty="0"/>
                        <a:t>：</a:t>
                      </a:r>
                    </a:p>
                  </a:txBody>
                  <a:tcPr/>
                </a:tc>
                <a:tc hMerge="1">
                  <a:txBody>
                    <a:bodyPr/>
                    <a:lstStyle/>
                    <a:p>
                      <a:pPr algn="ctr"/>
                      <a:endParaRPr kumimoji="1" lang="ja-JP" altLang="en-US"/>
                    </a:p>
                  </a:txBody>
                  <a:tcPr/>
                </a:tc>
                <a:tc hMerge="1">
                  <a:txBody>
                    <a:bodyPr/>
                    <a:lstStyle/>
                    <a:p>
                      <a:pPr algn="ctr"/>
                      <a:endParaRPr kumimoji="1" lang="ja-JP" altLang="en-US"/>
                    </a:p>
                  </a:txBody>
                  <a:tcPr/>
                </a:tc>
                <a:tc hMerge="1">
                  <a:txBody>
                    <a:bodyPr/>
                    <a:lstStyle/>
                    <a:p>
                      <a:pPr algn="ctr"/>
                      <a:endParaRPr kumimoji="1" lang="ja-JP" altLang="en-US"/>
                    </a:p>
                  </a:txBody>
                  <a:tcPr/>
                </a:tc>
                <a:tc>
                  <a:txBody>
                    <a:bodyPr/>
                    <a:lstStyle/>
                    <a:p>
                      <a:pPr algn="ctr"/>
                      <a:endParaRPr kumimoji="1" lang="ja-JP" altLang="en-US"/>
                    </a:p>
                  </a:txBody>
                  <a:tcPr/>
                </a:tc>
                <a:extLst>
                  <a:ext uri="{0D108BD9-81ED-4DB2-BD59-A6C34878D82A}">
                    <a16:rowId xmlns:a16="http://schemas.microsoft.com/office/drawing/2014/main" val="4217469324"/>
                  </a:ext>
                </a:extLst>
              </a:tr>
            </a:tbl>
          </a:graphicData>
        </a:graphic>
      </p:graphicFrame>
    </p:spTree>
    <p:extLst>
      <p:ext uri="{BB962C8B-B14F-4D97-AF65-F5344CB8AC3E}">
        <p14:creationId xmlns:p14="http://schemas.microsoft.com/office/powerpoint/2010/main" val="11179727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7E00328-8AF6-BFF8-7FA1-67CF399E5CA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5426E59-E2B3-427A-DD55-5496C8CAC960}"/>
              </a:ext>
            </a:extLst>
          </p:cNvPr>
          <p:cNvSpPr>
            <a:spLocks noGrp="1"/>
          </p:cNvSpPr>
          <p:nvPr>
            <p:ph type="title"/>
          </p:nvPr>
        </p:nvSpPr>
        <p:spPr/>
        <p:txBody>
          <a:bodyPr/>
          <a:lstStyle/>
          <a:p>
            <a:r>
              <a:rPr kumimoji="1" lang="ja-JP" altLang="en-US" dirty="0"/>
              <a:t>先行研究２</a:t>
            </a:r>
          </a:p>
        </p:txBody>
      </p:sp>
      <p:sp>
        <p:nvSpPr>
          <p:cNvPr id="3" name="スライド番号プレースホルダー 2">
            <a:extLst>
              <a:ext uri="{FF2B5EF4-FFF2-40B4-BE49-F238E27FC236}">
                <a16:creationId xmlns:a16="http://schemas.microsoft.com/office/drawing/2014/main" id="{0C02156A-6BE6-2B60-32CB-87C57DB1D159}"/>
              </a:ext>
            </a:extLst>
          </p:cNvPr>
          <p:cNvSpPr>
            <a:spLocks noGrp="1"/>
          </p:cNvSpPr>
          <p:nvPr>
            <p:ph type="sldNum" sz="quarter" idx="12"/>
          </p:nvPr>
        </p:nvSpPr>
        <p:spPr/>
        <p:txBody>
          <a:bodyPr/>
          <a:lstStyle/>
          <a:p>
            <a:fld id="{766CFED1-DF6F-7E4C-BB21-72E6FAF4BC7E}" type="slidenum">
              <a:rPr kumimoji="1" lang="ja-JP" altLang="en-US" smtClean="0"/>
              <a:t>19</a:t>
            </a:fld>
            <a:endParaRPr kumimoji="1" lang="ja-JP" altLang="en-US"/>
          </a:p>
        </p:txBody>
      </p:sp>
      <p:sp>
        <p:nvSpPr>
          <p:cNvPr id="15" name="テキスト ボックス 14">
            <a:extLst>
              <a:ext uri="{FF2B5EF4-FFF2-40B4-BE49-F238E27FC236}">
                <a16:creationId xmlns:a16="http://schemas.microsoft.com/office/drawing/2014/main" id="{A0B51D05-73AE-0629-7B47-9F6641115D97}"/>
              </a:ext>
            </a:extLst>
          </p:cNvPr>
          <p:cNvSpPr txBox="1"/>
          <p:nvPr/>
        </p:nvSpPr>
        <p:spPr>
          <a:xfrm>
            <a:off x="838200" y="1080724"/>
            <a:ext cx="10975945" cy="461665"/>
          </a:xfrm>
          <a:prstGeom prst="rect">
            <a:avLst/>
          </a:prstGeom>
          <a:noFill/>
        </p:spPr>
        <p:txBody>
          <a:bodyPr wrap="square" rtlCol="0">
            <a:spAutoFit/>
          </a:bodyPr>
          <a:lstStyle/>
          <a:p>
            <a:pPr algn="ctr"/>
            <a:r>
              <a:rPr kumimoji="1" lang="ja-JP" altLang="en-US" sz="2400" b="1"/>
              <a:t>テーブルデータにおけるクラス条件と相関関係を考慮したデータ拡張</a:t>
            </a:r>
          </a:p>
        </p:txBody>
      </p:sp>
      <p:sp>
        <p:nvSpPr>
          <p:cNvPr id="16" name="四角形: 角を丸くする 4">
            <a:extLst>
              <a:ext uri="{FF2B5EF4-FFF2-40B4-BE49-F238E27FC236}">
                <a16:creationId xmlns:a16="http://schemas.microsoft.com/office/drawing/2014/main" id="{D4546335-DDE5-5A3D-B7ED-EC75518BE0D9}"/>
              </a:ext>
            </a:extLst>
          </p:cNvPr>
          <p:cNvSpPr/>
          <p:nvPr/>
        </p:nvSpPr>
        <p:spPr>
          <a:xfrm>
            <a:off x="361096" y="1830801"/>
            <a:ext cx="11469807" cy="1598199"/>
          </a:xfrm>
          <a:prstGeom prst="round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7D4DECDA-E610-02BC-5D73-D5F1C279B46A}"/>
              </a:ext>
            </a:extLst>
          </p:cNvPr>
          <p:cNvSpPr txBox="1"/>
          <p:nvPr/>
        </p:nvSpPr>
        <p:spPr>
          <a:xfrm>
            <a:off x="605938" y="1941692"/>
            <a:ext cx="11049250" cy="400110"/>
          </a:xfrm>
          <a:prstGeom prst="rect">
            <a:avLst/>
          </a:prstGeom>
          <a:noFill/>
        </p:spPr>
        <p:txBody>
          <a:bodyPr wrap="square" rtlCol="0">
            <a:spAutoFit/>
          </a:bodyPr>
          <a:lstStyle/>
          <a:p>
            <a:r>
              <a:rPr kumimoji="1" lang="en-US" altLang="ja-JP" sz="2000" b="1" dirty="0">
                <a:solidFill>
                  <a:schemeClr val="bg2"/>
                </a:solidFill>
              </a:rPr>
              <a:t>[</a:t>
            </a:r>
            <a:r>
              <a:rPr kumimoji="1" lang="ja-JP" altLang="en-US" sz="2000" b="1">
                <a:solidFill>
                  <a:schemeClr val="bg2"/>
                </a:solidFill>
              </a:rPr>
              <a:t>第</a:t>
            </a:r>
            <a:r>
              <a:rPr kumimoji="1" lang="en-US" altLang="ja-JP" sz="2000" b="1" dirty="0">
                <a:solidFill>
                  <a:schemeClr val="bg2"/>
                </a:solidFill>
              </a:rPr>
              <a:t>1</a:t>
            </a:r>
            <a:r>
              <a:rPr kumimoji="1" lang="ja-JP" altLang="en-US" sz="2000" b="1">
                <a:solidFill>
                  <a:schemeClr val="bg2"/>
                </a:solidFill>
              </a:rPr>
              <a:t>段階</a:t>
            </a:r>
            <a:r>
              <a:rPr kumimoji="1" lang="en-US" altLang="ja-JP" sz="2000" b="1" dirty="0">
                <a:solidFill>
                  <a:schemeClr val="bg2"/>
                </a:solidFill>
              </a:rPr>
              <a:t>]</a:t>
            </a:r>
            <a:r>
              <a:rPr lang="ja-JP" altLang="en-US" sz="2000" b="1">
                <a:solidFill>
                  <a:schemeClr val="bg2"/>
                </a:solidFill>
              </a:rPr>
              <a:t>　　　</a:t>
            </a:r>
            <a:r>
              <a:rPr kumimoji="1" lang="ja-JP" altLang="en-US" sz="2000" b="1">
                <a:solidFill>
                  <a:schemeClr val="bg2"/>
                </a:solidFill>
              </a:rPr>
              <a:t>事前学習</a:t>
            </a:r>
          </a:p>
        </p:txBody>
      </p:sp>
      <p:sp>
        <p:nvSpPr>
          <p:cNvPr id="18" name="四角形: 角を丸くする 6">
            <a:extLst>
              <a:ext uri="{FF2B5EF4-FFF2-40B4-BE49-F238E27FC236}">
                <a16:creationId xmlns:a16="http://schemas.microsoft.com/office/drawing/2014/main" id="{1BD81316-B46C-4E5F-3094-517ED91C524F}"/>
              </a:ext>
            </a:extLst>
          </p:cNvPr>
          <p:cNvSpPr/>
          <p:nvPr/>
        </p:nvSpPr>
        <p:spPr>
          <a:xfrm>
            <a:off x="395316" y="3785344"/>
            <a:ext cx="11469807" cy="159819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9" name="テキスト ボックス 18">
            <a:extLst>
              <a:ext uri="{FF2B5EF4-FFF2-40B4-BE49-F238E27FC236}">
                <a16:creationId xmlns:a16="http://schemas.microsoft.com/office/drawing/2014/main" id="{60D494EF-E04C-422E-1E46-953F479E19FA}"/>
              </a:ext>
            </a:extLst>
          </p:cNvPr>
          <p:cNvSpPr txBox="1"/>
          <p:nvPr/>
        </p:nvSpPr>
        <p:spPr>
          <a:xfrm>
            <a:off x="605594" y="3939342"/>
            <a:ext cx="11049250" cy="400110"/>
          </a:xfrm>
          <a:prstGeom prst="rect">
            <a:avLst/>
          </a:prstGeom>
          <a:noFill/>
        </p:spPr>
        <p:txBody>
          <a:bodyPr wrap="square" rtlCol="0">
            <a:spAutoFit/>
          </a:bodyPr>
          <a:lstStyle/>
          <a:p>
            <a:r>
              <a:rPr kumimoji="1" lang="en-US" altLang="ja-JP" sz="2000" b="1"/>
              <a:t>[</a:t>
            </a:r>
            <a:r>
              <a:rPr kumimoji="1" lang="ja-JP" altLang="en-US" sz="2000" b="1"/>
              <a:t>第</a:t>
            </a:r>
            <a:r>
              <a:rPr kumimoji="1" lang="en-US" altLang="ja-JP" sz="2000" b="1"/>
              <a:t>2</a:t>
            </a:r>
            <a:r>
              <a:rPr kumimoji="1" lang="ja-JP" altLang="en-US" sz="2000" b="1"/>
              <a:t>段階</a:t>
            </a:r>
            <a:r>
              <a:rPr kumimoji="1" lang="en-US" altLang="ja-JP" sz="2000" b="1"/>
              <a:t>]</a:t>
            </a:r>
            <a:r>
              <a:rPr kumimoji="1" lang="ja-JP" altLang="en-US" sz="2000" b="1"/>
              <a:t>　　　半教師あり学習</a:t>
            </a:r>
          </a:p>
        </p:txBody>
      </p:sp>
      <p:sp>
        <p:nvSpPr>
          <p:cNvPr id="21" name="テキスト ボックス 20">
            <a:extLst>
              <a:ext uri="{FF2B5EF4-FFF2-40B4-BE49-F238E27FC236}">
                <a16:creationId xmlns:a16="http://schemas.microsoft.com/office/drawing/2014/main" id="{07D79530-5CF0-B103-F599-C7772A93E210}"/>
              </a:ext>
            </a:extLst>
          </p:cNvPr>
          <p:cNvSpPr txBox="1"/>
          <p:nvPr/>
        </p:nvSpPr>
        <p:spPr>
          <a:xfrm>
            <a:off x="640158" y="4595024"/>
            <a:ext cx="11049250" cy="369332"/>
          </a:xfrm>
          <a:prstGeom prst="rect">
            <a:avLst/>
          </a:prstGeom>
          <a:noFill/>
        </p:spPr>
        <p:txBody>
          <a:bodyPr wrap="square" rtlCol="0">
            <a:spAutoFit/>
          </a:bodyPr>
          <a:lstStyle/>
          <a:p>
            <a:r>
              <a:rPr lang="ja-JP" altLang="en-US" dirty="0"/>
              <a:t>ラベルなしデータに対してマスク適用と補完によるデータ拡張を行い、予測を安定させる</a:t>
            </a:r>
            <a:endParaRPr kumimoji="1" lang="ja-JP" altLang="en-US" dirty="0"/>
          </a:p>
        </p:txBody>
      </p:sp>
      <p:sp>
        <p:nvSpPr>
          <p:cNvPr id="22" name="四角形: 角を丸くする 6">
            <a:extLst>
              <a:ext uri="{FF2B5EF4-FFF2-40B4-BE49-F238E27FC236}">
                <a16:creationId xmlns:a16="http://schemas.microsoft.com/office/drawing/2014/main" id="{901CCA82-82EC-4924-7D72-5A5096A4848C}"/>
              </a:ext>
            </a:extLst>
          </p:cNvPr>
          <p:cNvSpPr/>
          <p:nvPr/>
        </p:nvSpPr>
        <p:spPr>
          <a:xfrm>
            <a:off x="395316" y="5511329"/>
            <a:ext cx="11469807" cy="845021"/>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BD67F7BF-DC76-2A4E-AC28-614A263DEE2E}"/>
              </a:ext>
            </a:extLst>
          </p:cNvPr>
          <p:cNvSpPr txBox="1"/>
          <p:nvPr/>
        </p:nvSpPr>
        <p:spPr>
          <a:xfrm>
            <a:off x="640158" y="5700668"/>
            <a:ext cx="11049250" cy="400110"/>
          </a:xfrm>
          <a:prstGeom prst="rect">
            <a:avLst/>
          </a:prstGeom>
          <a:noFill/>
        </p:spPr>
        <p:txBody>
          <a:bodyPr wrap="square" rtlCol="0">
            <a:spAutoFit/>
          </a:bodyPr>
          <a:lstStyle/>
          <a:p>
            <a:r>
              <a:rPr kumimoji="1" lang="en-US" altLang="ja-JP" sz="2000" b="1" dirty="0"/>
              <a:t>[</a:t>
            </a:r>
            <a:r>
              <a:rPr kumimoji="1" lang="ja-JP" altLang="en-US" sz="2000" b="1" dirty="0"/>
              <a:t>第</a:t>
            </a:r>
            <a:r>
              <a:rPr kumimoji="1" lang="en-US" altLang="ja-JP" sz="2000" b="1" dirty="0"/>
              <a:t>3</a:t>
            </a:r>
            <a:r>
              <a:rPr kumimoji="1" lang="ja-JP" altLang="en-US" sz="2000" b="1" dirty="0"/>
              <a:t>段階</a:t>
            </a:r>
            <a:r>
              <a:rPr kumimoji="1" lang="en-US" altLang="ja-JP" sz="2000" b="1" dirty="0"/>
              <a:t>]</a:t>
            </a:r>
            <a:r>
              <a:rPr kumimoji="1" lang="ja-JP" altLang="en-US" sz="2000" b="1" dirty="0"/>
              <a:t>　　　多層パーセプトロン（</a:t>
            </a:r>
            <a:r>
              <a:rPr kumimoji="1" lang="en-US" altLang="ja-JP" sz="2000" b="1" dirty="0"/>
              <a:t>MLP</a:t>
            </a:r>
            <a:r>
              <a:rPr kumimoji="1" lang="ja-JP" altLang="en-US" sz="2000" b="1" dirty="0"/>
              <a:t>）</a:t>
            </a:r>
            <a:r>
              <a:rPr lang="ja-JP" altLang="en-US" sz="2000" b="1" dirty="0"/>
              <a:t>を使用して，最終予測をする</a:t>
            </a:r>
            <a:endParaRPr kumimoji="1" lang="ja-JP" altLang="en-US" sz="2000" b="1" dirty="0"/>
          </a:p>
        </p:txBody>
      </p:sp>
      <p:sp>
        <p:nvSpPr>
          <p:cNvPr id="24" name="テキスト ボックス 23">
            <a:extLst>
              <a:ext uri="{FF2B5EF4-FFF2-40B4-BE49-F238E27FC236}">
                <a16:creationId xmlns:a16="http://schemas.microsoft.com/office/drawing/2014/main" id="{79631E42-4C86-8A61-708B-BDD7AB2F683B}"/>
              </a:ext>
            </a:extLst>
          </p:cNvPr>
          <p:cNvSpPr txBox="1"/>
          <p:nvPr/>
        </p:nvSpPr>
        <p:spPr>
          <a:xfrm>
            <a:off x="838200" y="2629900"/>
            <a:ext cx="2558714" cy="369332"/>
          </a:xfrm>
          <a:prstGeom prst="rect">
            <a:avLst/>
          </a:prstGeom>
          <a:noFill/>
        </p:spPr>
        <p:txBody>
          <a:bodyPr wrap="none" rtlCol="0">
            <a:spAutoFit/>
          </a:bodyPr>
          <a:lstStyle/>
          <a:p>
            <a:r>
              <a:rPr kumimoji="1" lang="en-US" altLang="ja-JP" dirty="0">
                <a:solidFill>
                  <a:schemeClr val="bg2"/>
                </a:solidFill>
              </a:rPr>
              <a:t>①</a:t>
            </a:r>
            <a:r>
              <a:rPr kumimoji="1" lang="ja-JP" altLang="en-US">
                <a:solidFill>
                  <a:schemeClr val="bg2"/>
                </a:solidFill>
              </a:rPr>
              <a:t> 特徴量の相関を計算</a:t>
            </a:r>
          </a:p>
        </p:txBody>
      </p:sp>
      <p:sp>
        <p:nvSpPr>
          <p:cNvPr id="25" name="テキスト ボックス 24">
            <a:extLst>
              <a:ext uri="{FF2B5EF4-FFF2-40B4-BE49-F238E27FC236}">
                <a16:creationId xmlns:a16="http://schemas.microsoft.com/office/drawing/2014/main" id="{ED8DF4A9-1F75-A9EA-D110-73E85BEAE2CC}"/>
              </a:ext>
            </a:extLst>
          </p:cNvPr>
          <p:cNvSpPr txBox="1"/>
          <p:nvPr/>
        </p:nvSpPr>
        <p:spPr>
          <a:xfrm>
            <a:off x="3874018" y="2629900"/>
            <a:ext cx="2327881" cy="369332"/>
          </a:xfrm>
          <a:prstGeom prst="rect">
            <a:avLst/>
          </a:prstGeom>
          <a:noFill/>
        </p:spPr>
        <p:txBody>
          <a:bodyPr wrap="none" rtlCol="0">
            <a:spAutoFit/>
          </a:bodyPr>
          <a:lstStyle/>
          <a:p>
            <a:r>
              <a:rPr kumimoji="1" lang="en-US" altLang="ja-JP" dirty="0">
                <a:solidFill>
                  <a:schemeClr val="bg2"/>
                </a:solidFill>
              </a:rPr>
              <a:t>②</a:t>
            </a:r>
            <a:r>
              <a:rPr kumimoji="1" lang="ja-JP" altLang="en-US">
                <a:solidFill>
                  <a:schemeClr val="bg2"/>
                </a:solidFill>
              </a:rPr>
              <a:t> 擬似ラベルの付与</a:t>
            </a:r>
          </a:p>
        </p:txBody>
      </p:sp>
      <p:sp>
        <p:nvSpPr>
          <p:cNvPr id="26" name="テキスト ボックス 25">
            <a:extLst>
              <a:ext uri="{FF2B5EF4-FFF2-40B4-BE49-F238E27FC236}">
                <a16:creationId xmlns:a16="http://schemas.microsoft.com/office/drawing/2014/main" id="{BAE9B3B3-0F32-7C41-1CDF-6DA886C3582C}"/>
              </a:ext>
            </a:extLst>
          </p:cNvPr>
          <p:cNvSpPr txBox="1"/>
          <p:nvPr/>
        </p:nvSpPr>
        <p:spPr>
          <a:xfrm>
            <a:off x="6661604" y="2632347"/>
            <a:ext cx="5150324" cy="646331"/>
          </a:xfrm>
          <a:prstGeom prst="rect">
            <a:avLst/>
          </a:prstGeom>
          <a:noFill/>
        </p:spPr>
        <p:txBody>
          <a:bodyPr wrap="square" rtlCol="0">
            <a:spAutoFit/>
          </a:bodyPr>
          <a:lstStyle/>
          <a:p>
            <a:r>
              <a:rPr kumimoji="1" lang="en-US" altLang="ja-JP" dirty="0">
                <a:solidFill>
                  <a:schemeClr val="bg2"/>
                </a:solidFill>
              </a:rPr>
              <a:t>③</a:t>
            </a:r>
            <a:r>
              <a:rPr kumimoji="1" lang="ja-JP" altLang="en-US">
                <a:solidFill>
                  <a:schemeClr val="bg2"/>
                </a:solidFill>
              </a:rPr>
              <a:t> 相関関係を考慮してデータの一部を隠し，同じクラスの中から値を補う</a:t>
            </a:r>
          </a:p>
        </p:txBody>
      </p:sp>
    </p:spTree>
    <p:extLst>
      <p:ext uri="{BB962C8B-B14F-4D97-AF65-F5344CB8AC3E}">
        <p14:creationId xmlns:p14="http://schemas.microsoft.com/office/powerpoint/2010/main" val="22086434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7150480-CF69-5437-03FF-1EE09545B8A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0562699-EAA4-91AE-BABB-069799A4C9A5}"/>
              </a:ext>
            </a:extLst>
          </p:cNvPr>
          <p:cNvSpPr>
            <a:spLocks noGrp="1"/>
          </p:cNvSpPr>
          <p:nvPr>
            <p:ph type="title"/>
          </p:nvPr>
        </p:nvSpPr>
        <p:spPr/>
        <p:txBody>
          <a:bodyPr/>
          <a:lstStyle/>
          <a:p>
            <a:r>
              <a:rPr lang="ja-JP" altLang="en-US" dirty="0"/>
              <a:t>先行研究２　半教師あり学習とは</a:t>
            </a:r>
            <a:endParaRPr kumimoji="1" lang="ja-JP" altLang="en-US" dirty="0"/>
          </a:p>
        </p:txBody>
      </p:sp>
      <p:sp>
        <p:nvSpPr>
          <p:cNvPr id="3" name="スライド番号プレースホルダー 2">
            <a:extLst>
              <a:ext uri="{FF2B5EF4-FFF2-40B4-BE49-F238E27FC236}">
                <a16:creationId xmlns:a16="http://schemas.microsoft.com/office/drawing/2014/main" id="{A9B548D2-877B-4B9F-EC55-BEDD9E0C709E}"/>
              </a:ext>
            </a:extLst>
          </p:cNvPr>
          <p:cNvSpPr>
            <a:spLocks noGrp="1"/>
          </p:cNvSpPr>
          <p:nvPr>
            <p:ph type="sldNum" sz="quarter" idx="12"/>
          </p:nvPr>
        </p:nvSpPr>
        <p:spPr/>
        <p:txBody>
          <a:bodyPr/>
          <a:lstStyle/>
          <a:p>
            <a:fld id="{766CFED1-DF6F-7E4C-BB21-72E6FAF4BC7E}" type="slidenum">
              <a:rPr kumimoji="1" lang="ja-JP" altLang="en-US" smtClean="0"/>
              <a:t>20</a:t>
            </a:fld>
            <a:endParaRPr kumimoji="1" lang="ja-JP" altLang="en-US"/>
          </a:p>
        </p:txBody>
      </p:sp>
      <p:grpSp>
        <p:nvGrpSpPr>
          <p:cNvPr id="5" name="グループ化 4">
            <a:extLst>
              <a:ext uri="{FF2B5EF4-FFF2-40B4-BE49-F238E27FC236}">
                <a16:creationId xmlns:a16="http://schemas.microsoft.com/office/drawing/2014/main" id="{E16B12D5-8955-E136-1C45-31960DF631DF}"/>
              </a:ext>
            </a:extLst>
          </p:cNvPr>
          <p:cNvGrpSpPr/>
          <p:nvPr/>
        </p:nvGrpSpPr>
        <p:grpSpPr>
          <a:xfrm>
            <a:off x="166385" y="3160876"/>
            <a:ext cx="12025615" cy="2509148"/>
            <a:chOff x="68041" y="2130585"/>
            <a:chExt cx="12018442" cy="3572540"/>
          </a:xfrm>
        </p:grpSpPr>
        <p:sp>
          <p:nvSpPr>
            <p:cNvPr id="66" name="正方形/長方形 65">
              <a:extLst>
                <a:ext uri="{FF2B5EF4-FFF2-40B4-BE49-F238E27FC236}">
                  <a16:creationId xmlns:a16="http://schemas.microsoft.com/office/drawing/2014/main" id="{14CFE632-3F15-5EC4-05BF-44D897A9192E}"/>
                </a:ext>
              </a:extLst>
            </p:cNvPr>
            <p:cNvSpPr/>
            <p:nvPr/>
          </p:nvSpPr>
          <p:spPr>
            <a:xfrm>
              <a:off x="68041" y="2130585"/>
              <a:ext cx="12018442" cy="35725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右矢印 41">
              <a:extLst>
                <a:ext uri="{FF2B5EF4-FFF2-40B4-BE49-F238E27FC236}">
                  <a16:creationId xmlns:a16="http://schemas.microsoft.com/office/drawing/2014/main" id="{5E011100-DBFE-B296-4A47-FA2AB787E951}"/>
                </a:ext>
              </a:extLst>
            </p:cNvPr>
            <p:cNvSpPr/>
            <p:nvPr/>
          </p:nvSpPr>
          <p:spPr>
            <a:xfrm>
              <a:off x="2598558" y="3792716"/>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pSp>
          <p:nvGrpSpPr>
            <p:cNvPr id="50" name="グループ化 49">
              <a:extLst>
                <a:ext uri="{FF2B5EF4-FFF2-40B4-BE49-F238E27FC236}">
                  <a16:creationId xmlns:a16="http://schemas.microsoft.com/office/drawing/2014/main" id="{4AA13A86-3D83-BCD0-AA2D-51BFA954F5A2}"/>
                </a:ext>
              </a:extLst>
            </p:cNvPr>
            <p:cNvGrpSpPr/>
            <p:nvPr/>
          </p:nvGrpSpPr>
          <p:grpSpPr>
            <a:xfrm>
              <a:off x="3141363" y="2443232"/>
              <a:ext cx="2236511" cy="765544"/>
              <a:chOff x="3513946" y="2160994"/>
              <a:chExt cx="2236511" cy="765544"/>
            </a:xfrm>
          </p:grpSpPr>
          <p:sp>
            <p:nvSpPr>
              <p:cNvPr id="43" name="角丸四角形 42">
                <a:extLst>
                  <a:ext uri="{FF2B5EF4-FFF2-40B4-BE49-F238E27FC236}">
                    <a16:creationId xmlns:a16="http://schemas.microsoft.com/office/drawing/2014/main" id="{B11889B0-D51F-C419-FC8E-7610DED67F39}"/>
                  </a:ext>
                </a:extLst>
              </p:cNvPr>
              <p:cNvSpPr/>
              <p:nvPr/>
            </p:nvSpPr>
            <p:spPr>
              <a:xfrm>
                <a:off x="3513946" y="2160994"/>
                <a:ext cx="2236511" cy="765544"/>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5D3E7326-436E-FA6B-4B5E-C7F651540A99}"/>
                      </a:ext>
                    </a:extLst>
                  </p:cNvPr>
                  <p:cNvSpPr txBox="1"/>
                  <p:nvPr/>
                </p:nvSpPr>
                <p:spPr>
                  <a:xfrm>
                    <a:off x="3630710" y="2351351"/>
                    <a:ext cx="2032864" cy="376193"/>
                  </a:xfrm>
                  <a:prstGeom prst="rect">
                    <a:avLst/>
                  </a:prstGeom>
                  <a:noFill/>
                </p:spPr>
                <p:txBody>
                  <a:bodyPr wrap="none" rtlCol="0">
                    <a:spAutoFit/>
                  </a:bodyPr>
                  <a:lstStyle/>
                  <a:p>
                    <a:r>
                      <a:rPr kumimoji="1" lang="ja-JP" altLang="en-US" b="1"/>
                      <a:t>破損データ１</a:t>
                    </a:r>
                    <a14:m>
                      <m:oMath xmlns:m="http://schemas.openxmlformats.org/officeDocument/2006/math">
                        <m:r>
                          <a:rPr kumimoji="1" lang="en-US" altLang="ja-JP" b="1" i="0" smtClean="0">
                            <a:latin typeface="Cambria Math" panose="02040503050406030204" pitchFamily="18" charset="0"/>
                          </a:rPr>
                          <m:t>(</m:t>
                        </m:r>
                        <m:sSub>
                          <m:sSubPr>
                            <m:ctrlPr>
                              <a:rPr kumimoji="1" lang="en-US" altLang="ja-JP" b="1" i="1" smtClean="0">
                                <a:latin typeface="Cambria Math" panose="02040503050406030204" pitchFamily="18" charset="0"/>
                              </a:rPr>
                            </m:ctrlPr>
                          </m:sSubPr>
                          <m:e>
                            <m:acc>
                              <m:accPr>
                                <m:chr m:val="̃"/>
                                <m:ctrlPr>
                                  <a:rPr kumimoji="1" lang="en-US" altLang="ja-JP" b="1" i="1" smtClean="0">
                                    <a:latin typeface="Cambria Math" panose="02040503050406030204" pitchFamily="18" charset="0"/>
                                  </a:rPr>
                                </m:ctrlPr>
                              </m:accPr>
                              <m:e>
                                <m:r>
                                  <a:rPr kumimoji="1" lang="en-US" altLang="ja-JP" b="1" i="1" smtClean="0">
                                    <a:latin typeface="Cambria Math" panose="02040503050406030204" pitchFamily="18" charset="0"/>
                                  </a:rPr>
                                  <m:t>𝑿</m:t>
                                </m:r>
                              </m:e>
                            </m:acc>
                          </m:e>
                          <m:sub>
                            <m:r>
                              <a:rPr kumimoji="1" lang="en-US" altLang="ja-JP" b="1" i="1" smtClean="0">
                                <a:latin typeface="Cambria Math" panose="02040503050406030204" pitchFamily="18" charset="0"/>
                              </a:rPr>
                              <m:t>𝟏</m:t>
                            </m:r>
                          </m:sub>
                        </m:sSub>
                        <m:r>
                          <a:rPr kumimoji="1" lang="en-US" altLang="ja-JP" b="1" i="1" smtClean="0">
                            <a:latin typeface="Cambria Math" panose="02040503050406030204" pitchFamily="18" charset="0"/>
                          </a:rPr>
                          <m:t>)</m:t>
                        </m:r>
                      </m:oMath>
                    </a14:m>
                    <a:endParaRPr kumimoji="1" lang="en-US" altLang="ja-JP" b="1" dirty="0"/>
                  </a:p>
                </p:txBody>
              </p:sp>
            </mc:Choice>
            <mc:Fallback xmlns="">
              <p:sp>
                <p:nvSpPr>
                  <p:cNvPr id="34" name="テキスト ボックス 33">
                    <a:extLst>
                      <a:ext uri="{FF2B5EF4-FFF2-40B4-BE49-F238E27FC236}">
                        <a16:creationId xmlns:a16="http://schemas.microsoft.com/office/drawing/2014/main" id="{61000A8F-5260-3C11-F3D4-80D924687E93}"/>
                      </a:ext>
                    </a:extLst>
                  </p:cNvPr>
                  <p:cNvSpPr txBox="1">
                    <a:spLocks noRot="1" noChangeAspect="1" noMove="1" noResize="1" noEditPoints="1" noAdjustHandles="1" noChangeArrowheads="1" noChangeShapeType="1" noTextEdit="1"/>
                  </p:cNvSpPr>
                  <p:nvPr/>
                </p:nvSpPr>
                <p:spPr>
                  <a:xfrm>
                    <a:off x="3630710" y="2351351"/>
                    <a:ext cx="2032864" cy="376193"/>
                  </a:xfrm>
                  <a:prstGeom prst="rect">
                    <a:avLst/>
                  </a:prstGeom>
                  <a:blipFill>
                    <a:blip r:embed="rId3"/>
                    <a:stretch>
                      <a:fillRect l="-2484" t="-6452" b="-22581"/>
                    </a:stretch>
                  </a:blipFill>
                </p:spPr>
                <p:txBody>
                  <a:bodyPr/>
                  <a:lstStyle/>
                  <a:p>
                    <a:r>
                      <a:rPr lang="ja-JP" altLang="en-US">
                        <a:noFill/>
                      </a:rPr>
                      <a:t> </a:t>
                    </a:r>
                  </a:p>
                </p:txBody>
              </p:sp>
            </mc:Fallback>
          </mc:AlternateContent>
        </p:grpSp>
        <p:grpSp>
          <p:nvGrpSpPr>
            <p:cNvPr id="51" name="グループ化 50">
              <a:extLst>
                <a:ext uri="{FF2B5EF4-FFF2-40B4-BE49-F238E27FC236}">
                  <a16:creationId xmlns:a16="http://schemas.microsoft.com/office/drawing/2014/main" id="{E66D0C70-0527-BE82-69CC-0BD327814F46}"/>
                </a:ext>
              </a:extLst>
            </p:cNvPr>
            <p:cNvGrpSpPr/>
            <p:nvPr/>
          </p:nvGrpSpPr>
          <p:grpSpPr>
            <a:xfrm>
              <a:off x="3141363" y="3517617"/>
              <a:ext cx="2236511" cy="765544"/>
              <a:chOff x="3576733" y="3362111"/>
              <a:chExt cx="2236511" cy="765544"/>
            </a:xfrm>
          </p:grpSpPr>
          <p:sp>
            <p:nvSpPr>
              <p:cNvPr id="44" name="角丸四角形 43">
                <a:extLst>
                  <a:ext uri="{FF2B5EF4-FFF2-40B4-BE49-F238E27FC236}">
                    <a16:creationId xmlns:a16="http://schemas.microsoft.com/office/drawing/2014/main" id="{F2A1D745-02DA-E63E-445C-5C1F3E153429}"/>
                  </a:ext>
                </a:extLst>
              </p:cNvPr>
              <p:cNvSpPr/>
              <p:nvPr/>
            </p:nvSpPr>
            <p:spPr>
              <a:xfrm>
                <a:off x="3576733" y="3362111"/>
                <a:ext cx="2236511" cy="765544"/>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7CD7EA0E-31CC-0BCA-53F8-61CE08A72D00}"/>
                      </a:ext>
                    </a:extLst>
                  </p:cNvPr>
                  <p:cNvSpPr txBox="1"/>
                  <p:nvPr/>
                </p:nvSpPr>
                <p:spPr>
                  <a:xfrm>
                    <a:off x="3759263" y="3548478"/>
                    <a:ext cx="1935082" cy="376193"/>
                  </a:xfrm>
                  <a:prstGeom prst="rect">
                    <a:avLst/>
                  </a:prstGeom>
                  <a:noFill/>
                </p:spPr>
                <p:txBody>
                  <a:bodyPr wrap="none" rtlCol="0">
                    <a:spAutoFit/>
                  </a:bodyPr>
                  <a:lstStyle/>
                  <a:p>
                    <a:r>
                      <a:rPr kumimoji="1" lang="ja-JP" altLang="en-US" b="1" dirty="0"/>
                      <a:t>破損データ</a:t>
                    </a:r>
                    <a:r>
                      <a:rPr kumimoji="1" lang="en-US" altLang="ja-JP" b="1" dirty="0"/>
                      <a:t>2</a:t>
                    </a:r>
                    <a14:m>
                      <m:oMath xmlns:m="http://schemas.openxmlformats.org/officeDocument/2006/math">
                        <m:r>
                          <a:rPr kumimoji="1" lang="en-US" altLang="ja-JP" b="1" i="0" smtClean="0">
                            <a:latin typeface="Cambria Math" panose="02040503050406030204" pitchFamily="18" charset="0"/>
                          </a:rPr>
                          <m:t>(</m:t>
                        </m:r>
                        <m:sSub>
                          <m:sSubPr>
                            <m:ctrlPr>
                              <a:rPr kumimoji="1" lang="en-US" altLang="ja-JP" b="1" i="1" smtClean="0">
                                <a:latin typeface="Cambria Math" panose="02040503050406030204" pitchFamily="18" charset="0"/>
                              </a:rPr>
                            </m:ctrlPr>
                          </m:sSubPr>
                          <m:e>
                            <m:acc>
                              <m:accPr>
                                <m:chr m:val="̃"/>
                                <m:ctrlPr>
                                  <a:rPr kumimoji="1" lang="en-US" altLang="ja-JP" b="1" i="1" smtClean="0">
                                    <a:latin typeface="Cambria Math" panose="02040503050406030204" pitchFamily="18" charset="0"/>
                                  </a:rPr>
                                </m:ctrlPr>
                              </m:accPr>
                              <m:e>
                                <m:r>
                                  <a:rPr kumimoji="1" lang="en-US" altLang="ja-JP" b="1" i="1" smtClean="0">
                                    <a:latin typeface="Cambria Math" panose="02040503050406030204" pitchFamily="18" charset="0"/>
                                  </a:rPr>
                                  <m:t>𝑿</m:t>
                                </m:r>
                              </m:e>
                            </m:acc>
                          </m:e>
                          <m:sub>
                            <m:r>
                              <a:rPr kumimoji="1" lang="en-US" altLang="ja-JP" b="1" i="1" smtClean="0">
                                <a:latin typeface="Cambria Math" panose="02040503050406030204" pitchFamily="18" charset="0"/>
                              </a:rPr>
                              <m:t>𝟐</m:t>
                            </m:r>
                          </m:sub>
                        </m:sSub>
                        <m:r>
                          <a:rPr kumimoji="1" lang="en-US" altLang="ja-JP" b="1" i="1" smtClean="0">
                            <a:latin typeface="Cambria Math" panose="02040503050406030204" pitchFamily="18" charset="0"/>
                          </a:rPr>
                          <m:t>)</m:t>
                        </m:r>
                      </m:oMath>
                    </a14:m>
                    <a:endParaRPr kumimoji="1" lang="en-US" altLang="ja-JP" b="1" dirty="0"/>
                  </a:p>
                </p:txBody>
              </p:sp>
            </mc:Choice>
            <mc:Fallback xmlns="">
              <p:sp>
                <p:nvSpPr>
                  <p:cNvPr id="35" name="テキスト ボックス 34">
                    <a:extLst>
                      <a:ext uri="{FF2B5EF4-FFF2-40B4-BE49-F238E27FC236}">
                        <a16:creationId xmlns:a16="http://schemas.microsoft.com/office/drawing/2014/main" id="{B373C3E1-9ECF-CC6A-F829-BA56590E3133}"/>
                      </a:ext>
                    </a:extLst>
                  </p:cNvPr>
                  <p:cNvSpPr txBox="1">
                    <a:spLocks noRot="1" noChangeAspect="1" noMove="1" noResize="1" noEditPoints="1" noAdjustHandles="1" noChangeArrowheads="1" noChangeShapeType="1" noTextEdit="1"/>
                  </p:cNvSpPr>
                  <p:nvPr/>
                </p:nvSpPr>
                <p:spPr>
                  <a:xfrm>
                    <a:off x="3759263" y="3548478"/>
                    <a:ext cx="1935082" cy="376193"/>
                  </a:xfrm>
                  <a:prstGeom prst="rect">
                    <a:avLst/>
                  </a:prstGeom>
                  <a:blipFill>
                    <a:blip r:embed="rId4"/>
                    <a:stretch>
                      <a:fillRect l="-2597" t="-6452" b="-22581"/>
                    </a:stretch>
                  </a:blipFill>
                </p:spPr>
                <p:txBody>
                  <a:bodyPr/>
                  <a:lstStyle/>
                  <a:p>
                    <a:r>
                      <a:rPr lang="ja-JP" altLang="en-US">
                        <a:noFill/>
                      </a:rPr>
                      <a:t> </a:t>
                    </a:r>
                  </a:p>
                </p:txBody>
              </p:sp>
            </mc:Fallback>
          </mc:AlternateContent>
        </p:grpSp>
        <p:grpSp>
          <p:nvGrpSpPr>
            <p:cNvPr id="61" name="グループ化 60">
              <a:extLst>
                <a:ext uri="{FF2B5EF4-FFF2-40B4-BE49-F238E27FC236}">
                  <a16:creationId xmlns:a16="http://schemas.microsoft.com/office/drawing/2014/main" id="{70BD5DC9-28B6-1321-1985-DE087671951C}"/>
                </a:ext>
              </a:extLst>
            </p:cNvPr>
            <p:cNvGrpSpPr/>
            <p:nvPr/>
          </p:nvGrpSpPr>
          <p:grpSpPr>
            <a:xfrm>
              <a:off x="3141362" y="4592002"/>
              <a:ext cx="2236511" cy="765544"/>
              <a:chOff x="3576732" y="4308740"/>
              <a:chExt cx="2236511" cy="765544"/>
            </a:xfrm>
          </p:grpSpPr>
          <p:sp>
            <p:nvSpPr>
              <p:cNvPr id="45" name="角丸四角形 44">
                <a:extLst>
                  <a:ext uri="{FF2B5EF4-FFF2-40B4-BE49-F238E27FC236}">
                    <a16:creationId xmlns:a16="http://schemas.microsoft.com/office/drawing/2014/main" id="{2105E04B-566E-2B6F-D774-6E009345E0B7}"/>
                  </a:ext>
                </a:extLst>
              </p:cNvPr>
              <p:cNvSpPr/>
              <p:nvPr/>
            </p:nvSpPr>
            <p:spPr>
              <a:xfrm>
                <a:off x="3576732" y="4308740"/>
                <a:ext cx="2236511" cy="765544"/>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E32D5B61-D2C5-D3B0-AAED-49D8F60E8C84}"/>
                      </a:ext>
                    </a:extLst>
                  </p:cNvPr>
                  <p:cNvSpPr txBox="1"/>
                  <p:nvPr/>
                </p:nvSpPr>
                <p:spPr>
                  <a:xfrm>
                    <a:off x="3744836" y="4496987"/>
                    <a:ext cx="1968744" cy="376193"/>
                  </a:xfrm>
                  <a:prstGeom prst="rect">
                    <a:avLst/>
                  </a:prstGeom>
                  <a:noFill/>
                </p:spPr>
                <p:txBody>
                  <a:bodyPr wrap="none" rtlCol="0">
                    <a:spAutoFit/>
                  </a:bodyPr>
                  <a:lstStyle/>
                  <a:p>
                    <a:r>
                      <a:rPr kumimoji="1" lang="ja-JP" altLang="en-US" b="1"/>
                      <a:t>破損データ</a:t>
                    </a:r>
                    <a:r>
                      <a:rPr kumimoji="1" lang="en-US" altLang="ja-JP" b="1" dirty="0"/>
                      <a:t>K</a:t>
                    </a:r>
                    <a14:m>
                      <m:oMath xmlns:m="http://schemas.openxmlformats.org/officeDocument/2006/math">
                        <m:r>
                          <a:rPr kumimoji="1" lang="en-US" altLang="ja-JP" b="1" i="0" smtClean="0">
                            <a:latin typeface="Cambria Math" panose="02040503050406030204" pitchFamily="18" charset="0"/>
                          </a:rPr>
                          <m:t>(</m:t>
                        </m:r>
                        <m:sSub>
                          <m:sSubPr>
                            <m:ctrlPr>
                              <a:rPr kumimoji="1" lang="en-US" altLang="ja-JP" b="1" i="1" smtClean="0">
                                <a:latin typeface="Cambria Math" panose="02040503050406030204" pitchFamily="18" charset="0"/>
                              </a:rPr>
                            </m:ctrlPr>
                          </m:sSubPr>
                          <m:e>
                            <m:acc>
                              <m:accPr>
                                <m:chr m:val="̃"/>
                                <m:ctrlPr>
                                  <a:rPr kumimoji="1" lang="en-US" altLang="ja-JP" b="1" i="1" smtClean="0">
                                    <a:latin typeface="Cambria Math" panose="02040503050406030204" pitchFamily="18" charset="0"/>
                                  </a:rPr>
                                </m:ctrlPr>
                              </m:accPr>
                              <m:e>
                                <m:r>
                                  <a:rPr kumimoji="1" lang="en-US" altLang="ja-JP" b="1" i="1" smtClean="0">
                                    <a:latin typeface="Cambria Math" panose="02040503050406030204" pitchFamily="18" charset="0"/>
                                  </a:rPr>
                                  <m:t>𝑿</m:t>
                                </m:r>
                              </m:e>
                            </m:acc>
                          </m:e>
                          <m:sub>
                            <m:r>
                              <a:rPr kumimoji="1" lang="en-US" altLang="ja-JP" b="1" i="1" smtClean="0">
                                <a:latin typeface="Cambria Math" panose="02040503050406030204" pitchFamily="18" charset="0"/>
                              </a:rPr>
                              <m:t>𝒌</m:t>
                            </m:r>
                          </m:sub>
                        </m:sSub>
                        <m:r>
                          <a:rPr kumimoji="1" lang="en-US" altLang="ja-JP" b="1" i="1" smtClean="0">
                            <a:latin typeface="Cambria Math" panose="02040503050406030204" pitchFamily="18" charset="0"/>
                          </a:rPr>
                          <m:t>)</m:t>
                        </m:r>
                      </m:oMath>
                    </a14:m>
                    <a:endParaRPr kumimoji="1" lang="en-US" altLang="ja-JP" b="1" dirty="0"/>
                  </a:p>
                </p:txBody>
              </p:sp>
            </mc:Choice>
            <mc:Fallback xmlns="">
              <p:sp>
                <p:nvSpPr>
                  <p:cNvPr id="36" name="テキスト ボックス 35">
                    <a:extLst>
                      <a:ext uri="{FF2B5EF4-FFF2-40B4-BE49-F238E27FC236}">
                        <a16:creationId xmlns:a16="http://schemas.microsoft.com/office/drawing/2014/main" id="{B1EFE4B9-1A27-CB5E-E0E0-FEA6A33B01D8}"/>
                      </a:ext>
                    </a:extLst>
                  </p:cNvPr>
                  <p:cNvSpPr txBox="1">
                    <a:spLocks noRot="1" noChangeAspect="1" noMove="1" noResize="1" noEditPoints="1" noAdjustHandles="1" noChangeArrowheads="1" noChangeShapeType="1" noTextEdit="1"/>
                  </p:cNvSpPr>
                  <p:nvPr/>
                </p:nvSpPr>
                <p:spPr>
                  <a:xfrm>
                    <a:off x="3744836" y="4496987"/>
                    <a:ext cx="1968744" cy="376193"/>
                  </a:xfrm>
                  <a:prstGeom prst="rect">
                    <a:avLst/>
                  </a:prstGeom>
                  <a:blipFill>
                    <a:blip r:embed="rId5"/>
                    <a:stretch>
                      <a:fillRect l="-2564" t="-6452" b="-22581"/>
                    </a:stretch>
                  </a:blipFill>
                </p:spPr>
                <p:txBody>
                  <a:bodyPr/>
                  <a:lstStyle/>
                  <a:p>
                    <a:r>
                      <a:rPr lang="ja-JP" altLang="en-US">
                        <a:noFill/>
                      </a:rPr>
                      <a:t> </a:t>
                    </a:r>
                  </a:p>
                </p:txBody>
              </p:sp>
            </mc:Fallback>
          </mc:AlternateContent>
        </p:grpSp>
        <p:grpSp>
          <p:nvGrpSpPr>
            <p:cNvPr id="63" name="グループ化 62">
              <a:extLst>
                <a:ext uri="{FF2B5EF4-FFF2-40B4-BE49-F238E27FC236}">
                  <a16:creationId xmlns:a16="http://schemas.microsoft.com/office/drawing/2014/main" id="{CD4CA12F-C55D-8E94-814F-2AE0630654BD}"/>
                </a:ext>
              </a:extLst>
            </p:cNvPr>
            <p:cNvGrpSpPr/>
            <p:nvPr/>
          </p:nvGrpSpPr>
          <p:grpSpPr>
            <a:xfrm>
              <a:off x="205141" y="3527325"/>
              <a:ext cx="2236511" cy="876428"/>
              <a:chOff x="446567" y="3314108"/>
              <a:chExt cx="2236511" cy="876428"/>
            </a:xfrm>
          </p:grpSpPr>
          <p:sp>
            <p:nvSpPr>
              <p:cNvPr id="41" name="角丸四角形 40">
                <a:extLst>
                  <a:ext uri="{FF2B5EF4-FFF2-40B4-BE49-F238E27FC236}">
                    <a16:creationId xmlns:a16="http://schemas.microsoft.com/office/drawing/2014/main" id="{6A1576D4-CD76-F96C-6C62-F362023670D5}"/>
                  </a:ext>
                </a:extLst>
              </p:cNvPr>
              <p:cNvSpPr/>
              <p:nvPr/>
            </p:nvSpPr>
            <p:spPr>
              <a:xfrm>
                <a:off x="446567" y="3338623"/>
                <a:ext cx="2236511" cy="76554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5164B46F-FBDE-C26A-6AF5-8D06E5DEDB6A}"/>
                      </a:ext>
                    </a:extLst>
                  </p:cNvPr>
                  <p:cNvSpPr txBox="1"/>
                  <p:nvPr/>
                </p:nvSpPr>
                <p:spPr>
                  <a:xfrm>
                    <a:off x="933920" y="3314108"/>
                    <a:ext cx="1209866" cy="876428"/>
                  </a:xfrm>
                  <a:prstGeom prst="rect">
                    <a:avLst/>
                  </a:prstGeom>
                  <a:noFill/>
                </p:spPr>
                <p:txBody>
                  <a:bodyPr wrap="none" rtlCol="0">
                    <a:spAutoFit/>
                  </a:bodyPr>
                  <a:lstStyle/>
                  <a:p>
                    <a:r>
                      <a:rPr kumimoji="1" lang="ja-JP" altLang="en-US" sz="1600" b="1"/>
                      <a:t>元のデータ</a:t>
                    </a:r>
                    <a:endParaRPr kumimoji="1" lang="en-US" altLang="ja-JP" sz="1600" b="1" dirty="0"/>
                  </a:p>
                  <a:p>
                    <a:pPr algn="ctr"/>
                    <a14:m>
                      <m:oMathPara xmlns:m="http://schemas.openxmlformats.org/officeDocument/2006/math">
                        <m:oMathParaPr>
                          <m:jc m:val="centerGroup"/>
                        </m:oMathParaPr>
                        <m:oMath xmlns:m="http://schemas.openxmlformats.org/officeDocument/2006/math">
                          <m:r>
                            <a:rPr kumimoji="1" lang="en-US" altLang="ja-JP" b="1" i="1" smtClean="0">
                              <a:latin typeface="Cambria Math" panose="02040503050406030204" pitchFamily="18" charset="0"/>
                            </a:rPr>
                            <m:t>𝑿</m:t>
                          </m:r>
                        </m:oMath>
                      </m:oMathPara>
                    </a14:m>
                    <a:endParaRPr kumimoji="1" lang="en-US" altLang="ja-JP" b="1" dirty="0"/>
                  </a:p>
                </p:txBody>
              </p:sp>
            </mc:Choice>
            <mc:Fallback xmlns="">
              <p:sp>
                <p:nvSpPr>
                  <p:cNvPr id="33" name="テキスト ボックス 32">
                    <a:extLst>
                      <a:ext uri="{FF2B5EF4-FFF2-40B4-BE49-F238E27FC236}">
                        <a16:creationId xmlns:a16="http://schemas.microsoft.com/office/drawing/2014/main" id="{5164B46F-FBDE-C26A-6AF5-8D06E5DEDB6A}"/>
                      </a:ext>
                    </a:extLst>
                  </p:cNvPr>
                  <p:cNvSpPr txBox="1">
                    <a:spLocks noRot="1" noChangeAspect="1" noMove="1" noResize="1" noEditPoints="1" noAdjustHandles="1" noChangeArrowheads="1" noChangeShapeType="1" noTextEdit="1"/>
                  </p:cNvSpPr>
                  <p:nvPr/>
                </p:nvSpPr>
                <p:spPr>
                  <a:xfrm>
                    <a:off x="933920" y="3314108"/>
                    <a:ext cx="1209866" cy="876428"/>
                  </a:xfrm>
                  <a:prstGeom prst="rect">
                    <a:avLst/>
                  </a:prstGeom>
                  <a:blipFill>
                    <a:blip r:embed="rId6"/>
                    <a:stretch>
                      <a:fillRect l="-2083" t="-2000" r="-2083"/>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3ABF3F7F-EE47-3E59-E542-EA0AB23426A8}"/>
                    </a:ext>
                  </a:extLst>
                </p:cNvPr>
                <p:cNvSpPr txBox="1"/>
                <p:nvPr/>
              </p:nvSpPr>
              <p:spPr>
                <a:xfrm>
                  <a:off x="6599539" y="2682926"/>
                  <a:ext cx="1377237" cy="369332"/>
                </a:xfrm>
                <a:prstGeom prst="rect">
                  <a:avLst/>
                </a:prstGeom>
                <a:noFill/>
              </p:spPr>
              <p:txBody>
                <a:bodyPr wrap="none" rtlCol="0">
                  <a:spAutoFit/>
                </a:bodyPr>
                <a:lstStyle/>
                <a:p>
                  <a:r>
                    <a:rPr kumimoji="1" lang="ja-JP" altLang="en-US" b="1"/>
                    <a:t>予測確率</a:t>
                  </a:r>
                  <a14:m>
                    <m:oMath xmlns:m="http://schemas.openxmlformats.org/officeDocument/2006/math">
                      <m:sSub>
                        <m:sSubPr>
                          <m:ctrlPr>
                            <a:rPr kumimoji="1" lang="en-US" altLang="ja-JP" b="1" i="1" smtClean="0">
                              <a:latin typeface="Cambria Math" panose="02040503050406030204" pitchFamily="18" charset="0"/>
                            </a:rPr>
                          </m:ctrlPr>
                        </m:sSubPr>
                        <m:e>
                          <m:r>
                            <a:rPr kumimoji="1" lang="en-US" altLang="ja-JP" b="1" i="1" smtClean="0">
                              <a:latin typeface="Cambria Math" panose="02040503050406030204" pitchFamily="18" charset="0"/>
                            </a:rPr>
                            <m:t>𝑷</m:t>
                          </m:r>
                        </m:e>
                        <m:sub>
                          <m:r>
                            <a:rPr kumimoji="1" lang="en-US" altLang="ja-JP" b="1" i="1" smtClean="0">
                              <a:latin typeface="Cambria Math" panose="02040503050406030204" pitchFamily="18" charset="0"/>
                            </a:rPr>
                            <m:t>𝟏</m:t>
                          </m:r>
                        </m:sub>
                      </m:sSub>
                    </m:oMath>
                  </a14:m>
                  <a:endParaRPr kumimoji="1" lang="en-US" altLang="ja-JP" b="1" dirty="0"/>
                </a:p>
              </p:txBody>
            </p:sp>
          </mc:Choice>
          <mc:Fallback xmlns="">
            <p:sp>
              <p:nvSpPr>
                <p:cNvPr id="37" name="テキスト ボックス 36">
                  <a:extLst>
                    <a:ext uri="{FF2B5EF4-FFF2-40B4-BE49-F238E27FC236}">
                      <a16:creationId xmlns:a16="http://schemas.microsoft.com/office/drawing/2014/main" id="{3ABF3F7F-EE47-3E59-E542-EA0AB23426A8}"/>
                    </a:ext>
                  </a:extLst>
                </p:cNvPr>
                <p:cNvSpPr txBox="1">
                  <a:spLocks noRot="1" noChangeAspect="1" noMove="1" noResize="1" noEditPoints="1" noAdjustHandles="1" noChangeArrowheads="1" noChangeShapeType="1" noTextEdit="1"/>
                </p:cNvSpPr>
                <p:nvPr/>
              </p:nvSpPr>
              <p:spPr>
                <a:xfrm>
                  <a:off x="6599539" y="2682926"/>
                  <a:ext cx="1377237" cy="369332"/>
                </a:xfrm>
                <a:prstGeom prst="rect">
                  <a:avLst/>
                </a:prstGeom>
                <a:blipFill>
                  <a:blip r:embed="rId7"/>
                  <a:stretch>
                    <a:fillRect l="-3540" t="-11628" b="-76744"/>
                  </a:stretch>
                </a:blipFill>
              </p:spPr>
              <p:txBody>
                <a:bodyPr/>
                <a:lstStyle/>
                <a:p>
                  <a:r>
                    <a:rPr lang="ja-JP" altLang="en-US">
                      <a:noFill/>
                    </a:rPr>
                    <a:t> </a:t>
                  </a:r>
                </a:p>
              </p:txBody>
            </p:sp>
          </mc:Fallback>
        </mc:AlternateContent>
        <p:sp>
          <p:nvSpPr>
            <p:cNvPr id="46" name="角丸四角形 45">
              <a:extLst>
                <a:ext uri="{FF2B5EF4-FFF2-40B4-BE49-F238E27FC236}">
                  <a16:creationId xmlns:a16="http://schemas.microsoft.com/office/drawing/2014/main" id="{198E279E-475D-8470-BEBA-B1327987071E}"/>
                </a:ext>
              </a:extLst>
            </p:cNvPr>
            <p:cNvSpPr/>
            <p:nvPr/>
          </p:nvSpPr>
          <p:spPr>
            <a:xfrm>
              <a:off x="6035281" y="2484820"/>
              <a:ext cx="2236511" cy="76554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55" name="テキスト ボックス 54">
                  <a:extLst>
                    <a:ext uri="{FF2B5EF4-FFF2-40B4-BE49-F238E27FC236}">
                      <a16:creationId xmlns:a16="http://schemas.microsoft.com/office/drawing/2014/main" id="{F50433BF-7267-69F6-604F-1A8E9E4CFA40}"/>
                    </a:ext>
                  </a:extLst>
                </p:cNvPr>
                <p:cNvSpPr txBox="1"/>
                <p:nvPr/>
              </p:nvSpPr>
              <p:spPr>
                <a:xfrm>
                  <a:off x="6641520" y="4780784"/>
                  <a:ext cx="1431739" cy="369332"/>
                </a:xfrm>
                <a:prstGeom prst="rect">
                  <a:avLst/>
                </a:prstGeom>
                <a:noFill/>
              </p:spPr>
              <p:txBody>
                <a:bodyPr wrap="none" rtlCol="0">
                  <a:spAutoFit/>
                </a:bodyPr>
                <a:lstStyle/>
                <a:p>
                  <a:r>
                    <a:rPr kumimoji="1" lang="ja-JP" altLang="en-US" b="1"/>
                    <a:t>予測確率</a:t>
                  </a:r>
                  <a14:m>
                    <m:oMath xmlns:m="http://schemas.openxmlformats.org/officeDocument/2006/math">
                      <m:sSub>
                        <m:sSubPr>
                          <m:ctrlPr>
                            <a:rPr lang="en-US" altLang="ja-JP" b="1" i="1">
                              <a:latin typeface="Cambria Math" panose="02040503050406030204" pitchFamily="18" charset="0"/>
                            </a:rPr>
                          </m:ctrlPr>
                        </m:sSubPr>
                        <m:e>
                          <m:r>
                            <a:rPr lang="en-US" altLang="ja-JP" b="1" i="1">
                              <a:latin typeface="Cambria Math" panose="02040503050406030204" pitchFamily="18" charset="0"/>
                            </a:rPr>
                            <m:t>𝑷</m:t>
                          </m:r>
                        </m:e>
                        <m:sub>
                          <m:r>
                            <a:rPr lang="en-US" altLang="ja-JP" b="1" i="1" smtClean="0">
                              <a:latin typeface="Cambria Math" panose="02040503050406030204" pitchFamily="18" charset="0"/>
                            </a:rPr>
                            <m:t>𝒌</m:t>
                          </m:r>
                        </m:sub>
                      </m:sSub>
                    </m:oMath>
                  </a14:m>
                  <a:endParaRPr kumimoji="1" lang="ja-JP" altLang="en-US" b="1"/>
                </a:p>
              </p:txBody>
            </p:sp>
          </mc:Choice>
          <mc:Fallback xmlns="">
            <p:sp>
              <p:nvSpPr>
                <p:cNvPr id="55" name="テキスト ボックス 54">
                  <a:extLst>
                    <a:ext uri="{FF2B5EF4-FFF2-40B4-BE49-F238E27FC236}">
                      <a16:creationId xmlns:a16="http://schemas.microsoft.com/office/drawing/2014/main" id="{F50433BF-7267-69F6-604F-1A8E9E4CFA40}"/>
                    </a:ext>
                  </a:extLst>
                </p:cNvPr>
                <p:cNvSpPr txBox="1">
                  <a:spLocks noRot="1" noChangeAspect="1" noMove="1" noResize="1" noEditPoints="1" noAdjustHandles="1" noChangeArrowheads="1" noChangeShapeType="1" noTextEdit="1"/>
                </p:cNvSpPr>
                <p:nvPr/>
              </p:nvSpPr>
              <p:spPr>
                <a:xfrm>
                  <a:off x="6641520" y="4780784"/>
                  <a:ext cx="1431739" cy="369332"/>
                </a:xfrm>
                <a:prstGeom prst="rect">
                  <a:avLst/>
                </a:prstGeom>
                <a:blipFill>
                  <a:blip r:embed="rId8"/>
                  <a:stretch>
                    <a:fillRect l="-3404" t="-14286" b="-80952"/>
                  </a:stretch>
                </a:blipFill>
              </p:spPr>
              <p:txBody>
                <a:bodyPr/>
                <a:lstStyle/>
                <a:p>
                  <a:r>
                    <a:rPr lang="ja-JP" altLang="en-US">
                      <a:noFill/>
                    </a:rPr>
                    <a:t> </a:t>
                  </a:r>
                </a:p>
              </p:txBody>
            </p:sp>
          </mc:Fallback>
        </mc:AlternateContent>
        <p:sp>
          <p:nvSpPr>
            <p:cNvPr id="56" name="角丸四角形 55">
              <a:extLst>
                <a:ext uri="{FF2B5EF4-FFF2-40B4-BE49-F238E27FC236}">
                  <a16:creationId xmlns:a16="http://schemas.microsoft.com/office/drawing/2014/main" id="{1A8BF51A-7840-1A16-19E1-DCF4AFEB90D0}"/>
                </a:ext>
              </a:extLst>
            </p:cNvPr>
            <p:cNvSpPr/>
            <p:nvPr/>
          </p:nvSpPr>
          <p:spPr>
            <a:xfrm>
              <a:off x="6077262" y="4582678"/>
              <a:ext cx="2236511" cy="76554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58" name="テキスト ボックス 57">
                  <a:extLst>
                    <a:ext uri="{FF2B5EF4-FFF2-40B4-BE49-F238E27FC236}">
                      <a16:creationId xmlns:a16="http://schemas.microsoft.com/office/drawing/2014/main" id="{8A8BE97B-3F90-A2DA-3A93-BE37F34BDF94}"/>
                    </a:ext>
                  </a:extLst>
                </p:cNvPr>
                <p:cNvSpPr txBox="1"/>
                <p:nvPr/>
              </p:nvSpPr>
              <p:spPr>
                <a:xfrm>
                  <a:off x="6599540" y="3732189"/>
                  <a:ext cx="1431739" cy="369332"/>
                </a:xfrm>
                <a:prstGeom prst="rect">
                  <a:avLst/>
                </a:prstGeom>
                <a:noFill/>
              </p:spPr>
              <p:txBody>
                <a:bodyPr wrap="none" rtlCol="0">
                  <a:spAutoFit/>
                </a:bodyPr>
                <a:lstStyle/>
                <a:p>
                  <a:r>
                    <a:rPr kumimoji="1" lang="ja-JP" altLang="en-US" b="1"/>
                    <a:t>予測確率</a:t>
                  </a:r>
                  <a14:m>
                    <m:oMath xmlns:m="http://schemas.openxmlformats.org/officeDocument/2006/math">
                      <m:sSub>
                        <m:sSubPr>
                          <m:ctrlPr>
                            <a:rPr lang="en-US" altLang="ja-JP" b="1" i="1">
                              <a:latin typeface="Cambria Math" panose="02040503050406030204" pitchFamily="18" charset="0"/>
                            </a:rPr>
                          </m:ctrlPr>
                        </m:sSubPr>
                        <m:e>
                          <m:r>
                            <a:rPr lang="en-US" altLang="ja-JP" b="1" i="1">
                              <a:latin typeface="Cambria Math" panose="02040503050406030204" pitchFamily="18" charset="0"/>
                            </a:rPr>
                            <m:t>𝑷</m:t>
                          </m:r>
                        </m:e>
                        <m:sub>
                          <m:r>
                            <a:rPr lang="en-US" altLang="ja-JP" b="1" i="1" smtClean="0">
                              <a:latin typeface="Cambria Math" panose="02040503050406030204" pitchFamily="18" charset="0"/>
                            </a:rPr>
                            <m:t>𝟐</m:t>
                          </m:r>
                        </m:sub>
                      </m:sSub>
                    </m:oMath>
                  </a14:m>
                  <a:endParaRPr kumimoji="1" lang="ja-JP" altLang="en-US" b="1"/>
                </a:p>
              </p:txBody>
            </p:sp>
          </mc:Choice>
          <mc:Fallback xmlns="">
            <p:sp>
              <p:nvSpPr>
                <p:cNvPr id="58" name="テキスト ボックス 57">
                  <a:extLst>
                    <a:ext uri="{FF2B5EF4-FFF2-40B4-BE49-F238E27FC236}">
                      <a16:creationId xmlns:a16="http://schemas.microsoft.com/office/drawing/2014/main" id="{8A8BE97B-3F90-A2DA-3A93-BE37F34BDF94}"/>
                    </a:ext>
                  </a:extLst>
                </p:cNvPr>
                <p:cNvSpPr txBox="1">
                  <a:spLocks noRot="1" noChangeAspect="1" noMove="1" noResize="1" noEditPoints="1" noAdjustHandles="1" noChangeArrowheads="1" noChangeShapeType="1" noTextEdit="1"/>
                </p:cNvSpPr>
                <p:nvPr/>
              </p:nvSpPr>
              <p:spPr>
                <a:xfrm>
                  <a:off x="6599540" y="3732189"/>
                  <a:ext cx="1431739" cy="369332"/>
                </a:xfrm>
                <a:prstGeom prst="rect">
                  <a:avLst/>
                </a:prstGeom>
                <a:blipFill>
                  <a:blip r:embed="rId9"/>
                  <a:stretch>
                    <a:fillRect l="-3404" t="-11628" b="-76744"/>
                  </a:stretch>
                </a:blipFill>
              </p:spPr>
              <p:txBody>
                <a:bodyPr/>
                <a:lstStyle/>
                <a:p>
                  <a:r>
                    <a:rPr lang="ja-JP" altLang="en-US">
                      <a:noFill/>
                    </a:rPr>
                    <a:t> </a:t>
                  </a:r>
                </a:p>
              </p:txBody>
            </p:sp>
          </mc:Fallback>
        </mc:AlternateContent>
        <p:sp>
          <p:nvSpPr>
            <p:cNvPr id="59" name="角丸四角形 58">
              <a:extLst>
                <a:ext uri="{FF2B5EF4-FFF2-40B4-BE49-F238E27FC236}">
                  <a16:creationId xmlns:a16="http://schemas.microsoft.com/office/drawing/2014/main" id="{19298A08-6C09-A748-371D-5D89B717CB74}"/>
                </a:ext>
              </a:extLst>
            </p:cNvPr>
            <p:cNvSpPr/>
            <p:nvPr/>
          </p:nvSpPr>
          <p:spPr>
            <a:xfrm>
              <a:off x="6035282" y="3534083"/>
              <a:ext cx="2236511" cy="76554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2" name="グループ化 61">
              <a:extLst>
                <a:ext uri="{FF2B5EF4-FFF2-40B4-BE49-F238E27FC236}">
                  <a16:creationId xmlns:a16="http://schemas.microsoft.com/office/drawing/2014/main" id="{3FBF934F-1671-D963-DB7E-4ECFD4D62217}"/>
                </a:ext>
              </a:extLst>
            </p:cNvPr>
            <p:cNvGrpSpPr/>
            <p:nvPr/>
          </p:nvGrpSpPr>
          <p:grpSpPr>
            <a:xfrm>
              <a:off x="8774787" y="3403631"/>
              <a:ext cx="3293166" cy="1179047"/>
              <a:chOff x="8563646" y="3123264"/>
              <a:chExt cx="3416320" cy="1179047"/>
            </a:xfrm>
          </p:grpSpPr>
          <p:sp>
            <p:nvSpPr>
              <p:cNvPr id="40" name="テキスト ボックス 39">
                <a:extLst>
                  <a:ext uri="{FF2B5EF4-FFF2-40B4-BE49-F238E27FC236}">
                    <a16:creationId xmlns:a16="http://schemas.microsoft.com/office/drawing/2014/main" id="{5FC036B0-B5DB-AF08-C79F-3817229D3AA3}"/>
                  </a:ext>
                </a:extLst>
              </p:cNvPr>
              <p:cNvSpPr txBox="1"/>
              <p:nvPr/>
            </p:nvSpPr>
            <p:spPr>
              <a:xfrm>
                <a:off x="8563646" y="3362006"/>
                <a:ext cx="3416320" cy="646331"/>
              </a:xfrm>
              <a:prstGeom prst="rect">
                <a:avLst/>
              </a:prstGeom>
              <a:noFill/>
            </p:spPr>
            <p:txBody>
              <a:bodyPr wrap="none" rtlCol="0">
                <a:spAutoFit/>
              </a:bodyPr>
              <a:lstStyle/>
              <a:p>
                <a:pPr algn="ctr"/>
                <a:r>
                  <a:rPr kumimoji="1" lang="ja-JP" altLang="en-US" b="1">
                    <a:solidFill>
                      <a:srgbClr val="FF0000"/>
                    </a:solidFill>
                  </a:rPr>
                  <a:t>一貫性損失の計算</a:t>
                </a:r>
                <a:endParaRPr kumimoji="1" lang="en-US" altLang="ja-JP" b="1" dirty="0">
                  <a:solidFill>
                    <a:srgbClr val="FF0000"/>
                  </a:solidFill>
                </a:endParaRPr>
              </a:p>
              <a:p>
                <a:pPr algn="ctr"/>
                <a:r>
                  <a:rPr lang="ja-JP" altLang="en-US" b="1"/>
                  <a:t>（予測値の分散を最小化する）</a:t>
                </a:r>
                <a:endParaRPr kumimoji="1" lang="ja-JP" altLang="en-US" b="1"/>
              </a:p>
            </p:txBody>
          </p:sp>
          <p:sp>
            <p:nvSpPr>
              <p:cNvPr id="60" name="角丸四角形 59">
                <a:extLst>
                  <a:ext uri="{FF2B5EF4-FFF2-40B4-BE49-F238E27FC236}">
                    <a16:creationId xmlns:a16="http://schemas.microsoft.com/office/drawing/2014/main" id="{F09F160C-D5A0-194E-8174-FE5C903D0E05}"/>
                  </a:ext>
                </a:extLst>
              </p:cNvPr>
              <p:cNvSpPr/>
              <p:nvPr/>
            </p:nvSpPr>
            <p:spPr>
              <a:xfrm>
                <a:off x="8723846" y="3123264"/>
                <a:ext cx="3152721" cy="1179047"/>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64" name="右矢印 63">
              <a:extLst>
                <a:ext uri="{FF2B5EF4-FFF2-40B4-BE49-F238E27FC236}">
                  <a16:creationId xmlns:a16="http://schemas.microsoft.com/office/drawing/2014/main" id="{0046B015-1B8C-D44D-36B0-9E05541F362B}"/>
                </a:ext>
              </a:extLst>
            </p:cNvPr>
            <p:cNvSpPr/>
            <p:nvPr/>
          </p:nvSpPr>
          <p:spPr>
            <a:xfrm>
              <a:off x="5501259" y="3792716"/>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65" name="右矢印 64">
              <a:extLst>
                <a:ext uri="{FF2B5EF4-FFF2-40B4-BE49-F238E27FC236}">
                  <a16:creationId xmlns:a16="http://schemas.microsoft.com/office/drawing/2014/main" id="{6D5B1C01-7CEF-0694-2A15-034432621793}"/>
                </a:ext>
              </a:extLst>
            </p:cNvPr>
            <p:cNvSpPr/>
            <p:nvPr/>
          </p:nvSpPr>
          <p:spPr>
            <a:xfrm>
              <a:off x="8337359" y="3868169"/>
              <a:ext cx="426071" cy="314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pSp>
      <p:sp>
        <p:nvSpPr>
          <p:cNvPr id="67" name="テキスト ボックス 66">
            <a:extLst>
              <a:ext uri="{FF2B5EF4-FFF2-40B4-BE49-F238E27FC236}">
                <a16:creationId xmlns:a16="http://schemas.microsoft.com/office/drawing/2014/main" id="{E8C8E926-F4F4-E286-A790-C315BBF39231}"/>
              </a:ext>
            </a:extLst>
          </p:cNvPr>
          <p:cNvSpPr txBox="1"/>
          <p:nvPr/>
        </p:nvSpPr>
        <p:spPr>
          <a:xfrm>
            <a:off x="489098" y="5842185"/>
            <a:ext cx="10864702" cy="923330"/>
          </a:xfrm>
          <a:prstGeom prst="rect">
            <a:avLst/>
          </a:prstGeom>
          <a:noFill/>
        </p:spPr>
        <p:txBody>
          <a:bodyPr wrap="square" rtlCol="0">
            <a:spAutoFit/>
          </a:bodyPr>
          <a:lstStyle/>
          <a:p>
            <a:r>
              <a:rPr lang="ja-JP" altLang="en-US" dirty="0"/>
              <a:t>同じ入力データに由来する複数の破損データは，特徴空間において近傍に存在するはずであり，モデルの出力も一環であるべきという制約をかけることで，決定境界を滑らかにし，ノイズに対して頑健なモデルを構築する</a:t>
            </a:r>
            <a:endParaRPr kumimoji="1" lang="ja-JP" altLang="en-US" dirty="0"/>
          </a:p>
        </p:txBody>
      </p:sp>
      <p:sp>
        <p:nvSpPr>
          <p:cNvPr id="7" name="テキスト ボックス 6">
            <a:extLst>
              <a:ext uri="{FF2B5EF4-FFF2-40B4-BE49-F238E27FC236}">
                <a16:creationId xmlns:a16="http://schemas.microsoft.com/office/drawing/2014/main" id="{4B9ADFE9-7595-2BC9-C7F9-CA4E16973B5D}"/>
              </a:ext>
            </a:extLst>
          </p:cNvPr>
          <p:cNvSpPr txBox="1"/>
          <p:nvPr/>
        </p:nvSpPr>
        <p:spPr>
          <a:xfrm>
            <a:off x="1443100" y="1173706"/>
            <a:ext cx="2510624" cy="461665"/>
          </a:xfrm>
          <a:prstGeom prst="rect">
            <a:avLst/>
          </a:prstGeom>
          <a:noFill/>
        </p:spPr>
        <p:txBody>
          <a:bodyPr wrap="none" rtlCol="0">
            <a:spAutoFit/>
          </a:bodyPr>
          <a:lstStyle/>
          <a:p>
            <a:pPr algn="ctr"/>
            <a:r>
              <a:rPr lang="ja-JP" altLang="en-US" sz="2400" dirty="0"/>
              <a:t>第</a:t>
            </a:r>
            <a:r>
              <a:rPr lang="en-US" altLang="ja-JP" sz="2400" dirty="0"/>
              <a:t>2</a:t>
            </a:r>
            <a:r>
              <a:rPr lang="ja-JP" altLang="en-US" sz="2400" dirty="0"/>
              <a:t>段階の引継ぎ</a:t>
            </a:r>
            <a:endParaRPr kumimoji="1" lang="ja-JP" altLang="en-US" sz="2400" dirty="0"/>
          </a:p>
        </p:txBody>
      </p:sp>
      <p:sp>
        <p:nvSpPr>
          <p:cNvPr id="9" name="テキスト ボックス 8">
            <a:extLst>
              <a:ext uri="{FF2B5EF4-FFF2-40B4-BE49-F238E27FC236}">
                <a16:creationId xmlns:a16="http://schemas.microsoft.com/office/drawing/2014/main" id="{51E91A14-4C2A-B291-9AE6-EB1B04426772}"/>
              </a:ext>
            </a:extLst>
          </p:cNvPr>
          <p:cNvSpPr txBox="1"/>
          <p:nvPr/>
        </p:nvSpPr>
        <p:spPr>
          <a:xfrm>
            <a:off x="341193" y="1797959"/>
            <a:ext cx="5352713" cy="1015663"/>
          </a:xfrm>
          <a:prstGeom prst="rect">
            <a:avLst/>
          </a:prstGeom>
          <a:noFill/>
        </p:spPr>
        <p:txBody>
          <a:bodyPr wrap="square" rtlCol="0">
            <a:spAutoFit/>
          </a:bodyPr>
          <a:lstStyle/>
          <a:p>
            <a:r>
              <a:rPr kumimoji="1" lang="ja-JP" altLang="en-US" sz="2000" dirty="0"/>
              <a:t>全てのラベルなしデータに，第</a:t>
            </a:r>
            <a:r>
              <a:rPr kumimoji="1" lang="en-US" altLang="ja-JP" sz="2000" dirty="0"/>
              <a:t>1</a:t>
            </a:r>
            <a:r>
              <a:rPr lang="ja-JP" altLang="en-US" sz="2000" dirty="0"/>
              <a:t>段階で生成した「疑似ラベル」が付与された状態で，データ拡張の基準として利用</a:t>
            </a:r>
            <a:endParaRPr kumimoji="1" lang="ja-JP" altLang="en-US" sz="2000" dirty="0"/>
          </a:p>
        </p:txBody>
      </p:sp>
      <p:sp>
        <p:nvSpPr>
          <p:cNvPr id="11" name="テキスト ボックス 10">
            <a:extLst>
              <a:ext uri="{FF2B5EF4-FFF2-40B4-BE49-F238E27FC236}">
                <a16:creationId xmlns:a16="http://schemas.microsoft.com/office/drawing/2014/main" id="{E062AD5D-D9F5-CAE6-6EE6-28FE52B25505}"/>
              </a:ext>
            </a:extLst>
          </p:cNvPr>
          <p:cNvSpPr txBox="1"/>
          <p:nvPr/>
        </p:nvSpPr>
        <p:spPr>
          <a:xfrm>
            <a:off x="7524688" y="1178336"/>
            <a:ext cx="3262432" cy="461665"/>
          </a:xfrm>
          <a:prstGeom prst="rect">
            <a:avLst/>
          </a:prstGeom>
          <a:noFill/>
        </p:spPr>
        <p:txBody>
          <a:bodyPr wrap="none" rtlCol="0">
            <a:spAutoFit/>
          </a:bodyPr>
          <a:lstStyle/>
          <a:p>
            <a:pPr algn="ctr"/>
            <a:r>
              <a:rPr lang="ja-JP" altLang="en-US" sz="2400" dirty="0"/>
              <a:t>疑似ラベルの動的更新</a:t>
            </a:r>
            <a:endParaRPr lang="en-US" altLang="ja-JP" sz="2400" dirty="0"/>
          </a:p>
        </p:txBody>
      </p:sp>
      <p:sp>
        <p:nvSpPr>
          <p:cNvPr id="13" name="テキスト ボックス 12">
            <a:extLst>
              <a:ext uri="{FF2B5EF4-FFF2-40B4-BE49-F238E27FC236}">
                <a16:creationId xmlns:a16="http://schemas.microsoft.com/office/drawing/2014/main" id="{D01105D8-A13F-C270-F774-49A4DDED0FDA}"/>
              </a:ext>
            </a:extLst>
          </p:cNvPr>
          <p:cNvSpPr txBox="1"/>
          <p:nvPr/>
        </p:nvSpPr>
        <p:spPr>
          <a:xfrm>
            <a:off x="6922055" y="1807680"/>
            <a:ext cx="4928752" cy="707886"/>
          </a:xfrm>
          <a:prstGeom prst="rect">
            <a:avLst/>
          </a:prstGeom>
          <a:noFill/>
        </p:spPr>
        <p:txBody>
          <a:bodyPr wrap="square" rtlCol="0">
            <a:spAutoFit/>
          </a:bodyPr>
          <a:lstStyle/>
          <a:p>
            <a:r>
              <a:rPr kumimoji="1" lang="ja-JP" altLang="en-US" sz="2000" dirty="0"/>
              <a:t>学習を繰り返すことで，疑似ラベルをより信頼度の高い予測値へと更新していく</a:t>
            </a:r>
            <a:endParaRPr kumimoji="1" lang="en-US" altLang="ja-JP" sz="2000" dirty="0"/>
          </a:p>
        </p:txBody>
      </p:sp>
      <p:sp>
        <p:nvSpPr>
          <p:cNvPr id="6" name="正方形/長方形 5">
            <a:extLst>
              <a:ext uri="{FF2B5EF4-FFF2-40B4-BE49-F238E27FC236}">
                <a16:creationId xmlns:a16="http://schemas.microsoft.com/office/drawing/2014/main" id="{F527E219-10DA-D72A-1E80-DD1A171C7D62}"/>
              </a:ext>
            </a:extLst>
          </p:cNvPr>
          <p:cNvSpPr/>
          <p:nvPr/>
        </p:nvSpPr>
        <p:spPr>
          <a:xfrm>
            <a:off x="166385" y="1045029"/>
            <a:ext cx="5515958" cy="197608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836EBBC4-6F70-B788-37A2-CE4EB47C14AE}"/>
              </a:ext>
            </a:extLst>
          </p:cNvPr>
          <p:cNvSpPr/>
          <p:nvPr/>
        </p:nvSpPr>
        <p:spPr>
          <a:xfrm>
            <a:off x="6743787" y="1041827"/>
            <a:ext cx="5107020" cy="197608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F42C9913-3490-66F3-AA15-6C2FD3983938}"/>
              </a:ext>
            </a:extLst>
          </p:cNvPr>
          <p:cNvCxnSpPr/>
          <p:nvPr/>
        </p:nvCxnSpPr>
        <p:spPr>
          <a:xfrm>
            <a:off x="775607" y="1635371"/>
            <a:ext cx="3755572"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直線コネクタ 14">
            <a:extLst>
              <a:ext uri="{FF2B5EF4-FFF2-40B4-BE49-F238E27FC236}">
                <a16:creationId xmlns:a16="http://schemas.microsoft.com/office/drawing/2014/main" id="{971AF605-A3D9-1E8E-FCF1-B848DC2A525F}"/>
              </a:ext>
            </a:extLst>
          </p:cNvPr>
          <p:cNvCxnSpPr/>
          <p:nvPr/>
        </p:nvCxnSpPr>
        <p:spPr>
          <a:xfrm>
            <a:off x="7358980" y="1635371"/>
            <a:ext cx="3755572"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矢印: 右 15">
            <a:extLst>
              <a:ext uri="{FF2B5EF4-FFF2-40B4-BE49-F238E27FC236}">
                <a16:creationId xmlns:a16="http://schemas.microsoft.com/office/drawing/2014/main" id="{B2AD0FF3-77F6-9072-679C-02F94E04000C}"/>
              </a:ext>
            </a:extLst>
          </p:cNvPr>
          <p:cNvSpPr/>
          <p:nvPr/>
        </p:nvSpPr>
        <p:spPr>
          <a:xfrm>
            <a:off x="5969836" y="1910443"/>
            <a:ext cx="498021" cy="51349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82351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7C2715-F2A2-D208-A85D-67860B4ACC4B}"/>
              </a:ext>
            </a:extLst>
          </p:cNvPr>
          <p:cNvSpPr>
            <a:spLocks noGrp="1"/>
          </p:cNvSpPr>
          <p:nvPr>
            <p:ph type="title"/>
          </p:nvPr>
        </p:nvSpPr>
        <p:spPr/>
        <p:txBody>
          <a:bodyPr/>
          <a:lstStyle/>
          <a:p>
            <a:r>
              <a:rPr lang="ja-JP" altLang="en-US" dirty="0"/>
              <a:t>先行研究２のまとめ</a:t>
            </a:r>
            <a:endParaRPr kumimoji="1" lang="ja-JP" altLang="en-US" dirty="0"/>
          </a:p>
        </p:txBody>
      </p:sp>
      <p:sp>
        <p:nvSpPr>
          <p:cNvPr id="3" name="スライド番号プレースホルダー 2">
            <a:extLst>
              <a:ext uri="{FF2B5EF4-FFF2-40B4-BE49-F238E27FC236}">
                <a16:creationId xmlns:a16="http://schemas.microsoft.com/office/drawing/2014/main" id="{9A1C1500-EDC8-8094-BD2F-F033635B22D7}"/>
              </a:ext>
            </a:extLst>
          </p:cNvPr>
          <p:cNvSpPr>
            <a:spLocks noGrp="1"/>
          </p:cNvSpPr>
          <p:nvPr>
            <p:ph type="sldNum" sz="quarter" idx="12"/>
          </p:nvPr>
        </p:nvSpPr>
        <p:spPr/>
        <p:txBody>
          <a:bodyPr/>
          <a:lstStyle/>
          <a:p>
            <a:fld id="{766CFED1-DF6F-7E4C-BB21-72E6FAF4BC7E}" type="slidenum">
              <a:rPr kumimoji="1" lang="ja-JP" altLang="en-US" smtClean="0"/>
              <a:t>21</a:t>
            </a:fld>
            <a:endParaRPr kumimoji="1" lang="ja-JP" altLang="en-US"/>
          </a:p>
        </p:txBody>
      </p:sp>
      <p:sp>
        <p:nvSpPr>
          <p:cNvPr id="11" name="テキスト ボックス 10">
            <a:extLst>
              <a:ext uri="{FF2B5EF4-FFF2-40B4-BE49-F238E27FC236}">
                <a16:creationId xmlns:a16="http://schemas.microsoft.com/office/drawing/2014/main" id="{642AA03B-B185-C90E-4468-6F686AE3271E}"/>
              </a:ext>
            </a:extLst>
          </p:cNvPr>
          <p:cNvSpPr txBox="1"/>
          <p:nvPr/>
        </p:nvSpPr>
        <p:spPr>
          <a:xfrm>
            <a:off x="818707" y="1527246"/>
            <a:ext cx="3005951" cy="400110"/>
          </a:xfrm>
          <a:prstGeom prst="rect">
            <a:avLst/>
          </a:prstGeom>
          <a:noFill/>
        </p:spPr>
        <p:txBody>
          <a:bodyPr wrap="none" rtlCol="0">
            <a:spAutoFit/>
          </a:bodyPr>
          <a:lstStyle/>
          <a:p>
            <a:r>
              <a:rPr kumimoji="1" lang="ja-JP" altLang="en-US" sz="2000" b="1" dirty="0"/>
              <a:t>相関を考慮した事前学習</a:t>
            </a:r>
          </a:p>
        </p:txBody>
      </p:sp>
      <p:sp>
        <p:nvSpPr>
          <p:cNvPr id="15" name="テキスト ボックス 14">
            <a:extLst>
              <a:ext uri="{FF2B5EF4-FFF2-40B4-BE49-F238E27FC236}">
                <a16:creationId xmlns:a16="http://schemas.microsoft.com/office/drawing/2014/main" id="{8D4AE2CF-2B82-9151-1800-CF5CD7BAFF87}"/>
              </a:ext>
            </a:extLst>
          </p:cNvPr>
          <p:cNvSpPr txBox="1"/>
          <p:nvPr/>
        </p:nvSpPr>
        <p:spPr>
          <a:xfrm>
            <a:off x="441355" y="1965568"/>
            <a:ext cx="5277293" cy="923330"/>
          </a:xfrm>
          <a:prstGeom prst="rect">
            <a:avLst/>
          </a:prstGeom>
          <a:noFill/>
        </p:spPr>
        <p:txBody>
          <a:bodyPr wrap="square" rtlCol="0">
            <a:spAutoFit/>
          </a:bodyPr>
          <a:lstStyle/>
          <a:p>
            <a:r>
              <a:rPr kumimoji="1" lang="ja-JP" altLang="en-US" dirty="0"/>
              <a:t>・無作為な置換を避け，相関ベースのマスクとクラス条件を用いることで，意味的におかしなデータの生成を抑制</a:t>
            </a:r>
            <a:endParaRPr kumimoji="1" lang="en-US" altLang="ja-JP" dirty="0"/>
          </a:p>
        </p:txBody>
      </p:sp>
      <p:sp>
        <p:nvSpPr>
          <p:cNvPr id="19" name="角丸四角形 11">
            <a:extLst>
              <a:ext uri="{FF2B5EF4-FFF2-40B4-BE49-F238E27FC236}">
                <a16:creationId xmlns:a16="http://schemas.microsoft.com/office/drawing/2014/main" id="{A7BEC913-DE66-5788-839F-EFFAC40F0493}"/>
              </a:ext>
            </a:extLst>
          </p:cNvPr>
          <p:cNvSpPr/>
          <p:nvPr/>
        </p:nvSpPr>
        <p:spPr>
          <a:xfrm>
            <a:off x="212034" y="973289"/>
            <a:ext cx="6073019" cy="435746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角丸四角形 12">
            <a:extLst>
              <a:ext uri="{FF2B5EF4-FFF2-40B4-BE49-F238E27FC236}">
                <a16:creationId xmlns:a16="http://schemas.microsoft.com/office/drawing/2014/main" id="{552F6B69-D4B6-C2FB-8746-24B85430B8B5}"/>
              </a:ext>
            </a:extLst>
          </p:cNvPr>
          <p:cNvSpPr/>
          <p:nvPr/>
        </p:nvSpPr>
        <p:spPr>
          <a:xfrm>
            <a:off x="6516914" y="973289"/>
            <a:ext cx="5413840" cy="435746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F3D63764-23FD-68EA-3BF7-93A7D2FB0769}"/>
              </a:ext>
            </a:extLst>
          </p:cNvPr>
          <p:cNvSpPr txBox="1"/>
          <p:nvPr/>
        </p:nvSpPr>
        <p:spPr>
          <a:xfrm>
            <a:off x="6904078" y="1078790"/>
            <a:ext cx="4944139" cy="461665"/>
          </a:xfrm>
          <a:prstGeom prst="rect">
            <a:avLst/>
          </a:prstGeom>
          <a:noFill/>
        </p:spPr>
        <p:txBody>
          <a:bodyPr wrap="square" rtlCol="0">
            <a:spAutoFit/>
          </a:bodyPr>
          <a:lstStyle/>
          <a:p>
            <a:pPr algn="ctr"/>
            <a:r>
              <a:rPr kumimoji="1" lang="ja-JP" altLang="en-US" sz="2400" b="1" dirty="0">
                <a:solidFill>
                  <a:srgbClr val="FF0000"/>
                </a:solidFill>
              </a:rPr>
              <a:t>課題</a:t>
            </a:r>
            <a:endParaRPr kumimoji="1" lang="en-US" altLang="ja-JP" sz="2400" b="1" dirty="0">
              <a:solidFill>
                <a:srgbClr val="FF0000"/>
              </a:solidFill>
            </a:endParaRPr>
          </a:p>
        </p:txBody>
      </p:sp>
      <p:sp>
        <p:nvSpPr>
          <p:cNvPr id="29" name="テキスト ボックス 28">
            <a:extLst>
              <a:ext uri="{FF2B5EF4-FFF2-40B4-BE49-F238E27FC236}">
                <a16:creationId xmlns:a16="http://schemas.microsoft.com/office/drawing/2014/main" id="{40D1D59C-A5AC-E434-28FD-33B2F061B397}"/>
              </a:ext>
            </a:extLst>
          </p:cNvPr>
          <p:cNvSpPr txBox="1"/>
          <p:nvPr/>
        </p:nvSpPr>
        <p:spPr>
          <a:xfrm>
            <a:off x="871212" y="2912249"/>
            <a:ext cx="1723549" cy="400110"/>
          </a:xfrm>
          <a:prstGeom prst="rect">
            <a:avLst/>
          </a:prstGeom>
          <a:noFill/>
        </p:spPr>
        <p:txBody>
          <a:bodyPr wrap="none" rtlCol="0">
            <a:spAutoFit/>
          </a:bodyPr>
          <a:lstStyle/>
          <a:p>
            <a:r>
              <a:rPr kumimoji="1" lang="ja-JP" altLang="en-US" sz="2000" b="1" dirty="0"/>
              <a:t>表現力の向上</a:t>
            </a:r>
          </a:p>
        </p:txBody>
      </p:sp>
      <p:sp>
        <p:nvSpPr>
          <p:cNvPr id="31" name="テキスト ボックス 30">
            <a:extLst>
              <a:ext uri="{FF2B5EF4-FFF2-40B4-BE49-F238E27FC236}">
                <a16:creationId xmlns:a16="http://schemas.microsoft.com/office/drawing/2014/main" id="{93DBBD8B-B42B-E6DD-1D19-9A0CD86DDE71}"/>
              </a:ext>
            </a:extLst>
          </p:cNvPr>
          <p:cNvSpPr txBox="1"/>
          <p:nvPr/>
        </p:nvSpPr>
        <p:spPr>
          <a:xfrm>
            <a:off x="493860" y="3394113"/>
            <a:ext cx="5277293" cy="646331"/>
          </a:xfrm>
          <a:prstGeom prst="rect">
            <a:avLst/>
          </a:prstGeom>
          <a:noFill/>
        </p:spPr>
        <p:txBody>
          <a:bodyPr wrap="square" rtlCol="0">
            <a:spAutoFit/>
          </a:bodyPr>
          <a:lstStyle/>
          <a:p>
            <a:r>
              <a:rPr kumimoji="1" lang="ja-JP" altLang="en-US" dirty="0"/>
              <a:t>・</a:t>
            </a:r>
            <a:r>
              <a:rPr lang="ja-JP" altLang="en-US" dirty="0"/>
              <a:t>相関を考慮した事前学習により，少量のラベル付きデータでも高精度な分類が可能となる</a:t>
            </a:r>
            <a:endParaRPr kumimoji="1" lang="en-US" altLang="ja-JP" dirty="0"/>
          </a:p>
        </p:txBody>
      </p:sp>
      <p:sp>
        <p:nvSpPr>
          <p:cNvPr id="33" name="テキスト ボックス 32">
            <a:extLst>
              <a:ext uri="{FF2B5EF4-FFF2-40B4-BE49-F238E27FC236}">
                <a16:creationId xmlns:a16="http://schemas.microsoft.com/office/drawing/2014/main" id="{67282139-179F-47B0-27C5-0932AD7BB48C}"/>
              </a:ext>
            </a:extLst>
          </p:cNvPr>
          <p:cNvSpPr txBox="1"/>
          <p:nvPr/>
        </p:nvSpPr>
        <p:spPr>
          <a:xfrm>
            <a:off x="871212" y="4032013"/>
            <a:ext cx="1467068" cy="400110"/>
          </a:xfrm>
          <a:prstGeom prst="rect">
            <a:avLst/>
          </a:prstGeom>
          <a:noFill/>
        </p:spPr>
        <p:txBody>
          <a:bodyPr wrap="none" rtlCol="0">
            <a:spAutoFit/>
          </a:bodyPr>
          <a:lstStyle/>
          <a:p>
            <a:r>
              <a:rPr kumimoji="1" lang="ja-JP" altLang="en-US" sz="2000" b="1" dirty="0"/>
              <a:t>精度の向上</a:t>
            </a:r>
          </a:p>
        </p:txBody>
      </p:sp>
      <p:sp>
        <p:nvSpPr>
          <p:cNvPr id="35" name="テキスト ボックス 34">
            <a:extLst>
              <a:ext uri="{FF2B5EF4-FFF2-40B4-BE49-F238E27FC236}">
                <a16:creationId xmlns:a16="http://schemas.microsoft.com/office/drawing/2014/main" id="{1DE44916-F710-8F5D-E80E-31BBE09EB4FE}"/>
              </a:ext>
            </a:extLst>
          </p:cNvPr>
          <p:cNvSpPr txBox="1"/>
          <p:nvPr/>
        </p:nvSpPr>
        <p:spPr>
          <a:xfrm>
            <a:off x="493860" y="4513877"/>
            <a:ext cx="5277293" cy="646331"/>
          </a:xfrm>
          <a:prstGeom prst="rect">
            <a:avLst/>
          </a:prstGeom>
          <a:noFill/>
        </p:spPr>
        <p:txBody>
          <a:bodyPr wrap="square" rtlCol="0">
            <a:spAutoFit/>
          </a:bodyPr>
          <a:lstStyle/>
          <a:p>
            <a:r>
              <a:rPr kumimoji="1" lang="ja-JP" altLang="en-US" dirty="0"/>
              <a:t>・データ全体からランダムにした時と比べ，精度が向上したことが示された</a:t>
            </a:r>
            <a:endParaRPr kumimoji="1" lang="en-US" altLang="ja-JP" dirty="0"/>
          </a:p>
        </p:txBody>
      </p:sp>
      <p:sp>
        <p:nvSpPr>
          <p:cNvPr id="42" name="テキスト ボックス 41">
            <a:extLst>
              <a:ext uri="{FF2B5EF4-FFF2-40B4-BE49-F238E27FC236}">
                <a16:creationId xmlns:a16="http://schemas.microsoft.com/office/drawing/2014/main" id="{4C7A226B-2413-ADA6-28D8-6244E1A4979E}"/>
              </a:ext>
            </a:extLst>
          </p:cNvPr>
          <p:cNvSpPr txBox="1"/>
          <p:nvPr/>
        </p:nvSpPr>
        <p:spPr>
          <a:xfrm>
            <a:off x="6944231" y="1498438"/>
            <a:ext cx="2236510" cy="400110"/>
          </a:xfrm>
          <a:prstGeom prst="rect">
            <a:avLst/>
          </a:prstGeom>
          <a:noFill/>
        </p:spPr>
        <p:txBody>
          <a:bodyPr wrap="none" rtlCol="0">
            <a:spAutoFit/>
          </a:bodyPr>
          <a:lstStyle/>
          <a:p>
            <a:r>
              <a:rPr lang="ja-JP" altLang="en-US" sz="2000" b="1" dirty="0"/>
              <a:t>誤分類による連鎖</a:t>
            </a:r>
            <a:endParaRPr kumimoji="1" lang="ja-JP" altLang="en-US" sz="2000" b="1" dirty="0"/>
          </a:p>
        </p:txBody>
      </p:sp>
      <p:sp>
        <p:nvSpPr>
          <p:cNvPr id="44" name="テキスト ボックス 43">
            <a:extLst>
              <a:ext uri="{FF2B5EF4-FFF2-40B4-BE49-F238E27FC236}">
                <a16:creationId xmlns:a16="http://schemas.microsoft.com/office/drawing/2014/main" id="{F0FBBE2A-CD72-D9D3-8138-9E4743223311}"/>
              </a:ext>
            </a:extLst>
          </p:cNvPr>
          <p:cNvSpPr txBox="1"/>
          <p:nvPr/>
        </p:nvSpPr>
        <p:spPr>
          <a:xfrm>
            <a:off x="6566879" y="1980302"/>
            <a:ext cx="5277293" cy="923330"/>
          </a:xfrm>
          <a:prstGeom prst="rect">
            <a:avLst/>
          </a:prstGeom>
          <a:noFill/>
        </p:spPr>
        <p:txBody>
          <a:bodyPr wrap="square" rtlCol="0">
            <a:spAutoFit/>
          </a:bodyPr>
          <a:lstStyle/>
          <a:p>
            <a:r>
              <a:rPr kumimoji="1" lang="ja-JP" altLang="en-US" dirty="0"/>
              <a:t>・事前学習の初期段階で</a:t>
            </a:r>
            <a:r>
              <a:rPr kumimoji="1" lang="ja-JP" altLang="en-US"/>
              <a:t>付与した疑似</a:t>
            </a:r>
            <a:r>
              <a:rPr kumimoji="1" lang="ja-JP" altLang="en-US" dirty="0"/>
              <a:t>ラベルを基準にデータ拡張を行うため，初期の誤分類が致命的なノイズ</a:t>
            </a:r>
            <a:endParaRPr kumimoji="1" lang="en-US" altLang="ja-JP" dirty="0"/>
          </a:p>
        </p:txBody>
      </p:sp>
      <p:sp>
        <p:nvSpPr>
          <p:cNvPr id="46" name="テキスト ボックス 45">
            <a:extLst>
              <a:ext uri="{FF2B5EF4-FFF2-40B4-BE49-F238E27FC236}">
                <a16:creationId xmlns:a16="http://schemas.microsoft.com/office/drawing/2014/main" id="{1CB82D4A-F38B-5A28-F1F8-F4136B98766F}"/>
              </a:ext>
            </a:extLst>
          </p:cNvPr>
          <p:cNvSpPr txBox="1"/>
          <p:nvPr/>
        </p:nvSpPr>
        <p:spPr>
          <a:xfrm>
            <a:off x="6996736" y="2926983"/>
            <a:ext cx="4288353" cy="400110"/>
          </a:xfrm>
          <a:prstGeom prst="rect">
            <a:avLst/>
          </a:prstGeom>
          <a:noFill/>
        </p:spPr>
        <p:txBody>
          <a:bodyPr wrap="none" rtlCol="0">
            <a:spAutoFit/>
          </a:bodyPr>
          <a:lstStyle/>
          <a:p>
            <a:r>
              <a:rPr lang="ja-JP" altLang="en-US" sz="2000" b="1" dirty="0"/>
              <a:t>一貫性正則化における誤分類の影響</a:t>
            </a:r>
            <a:endParaRPr lang="en-US" altLang="ja-JP" sz="2000" b="1" dirty="0"/>
          </a:p>
        </p:txBody>
      </p:sp>
      <p:sp>
        <p:nvSpPr>
          <p:cNvPr id="48" name="テキスト ボックス 47">
            <a:extLst>
              <a:ext uri="{FF2B5EF4-FFF2-40B4-BE49-F238E27FC236}">
                <a16:creationId xmlns:a16="http://schemas.microsoft.com/office/drawing/2014/main" id="{5851AD87-6CAC-172A-AC95-E64A8457C8EC}"/>
              </a:ext>
            </a:extLst>
          </p:cNvPr>
          <p:cNvSpPr txBox="1"/>
          <p:nvPr/>
        </p:nvSpPr>
        <p:spPr>
          <a:xfrm>
            <a:off x="6619384" y="3408847"/>
            <a:ext cx="5277293" cy="1200329"/>
          </a:xfrm>
          <a:prstGeom prst="rect">
            <a:avLst/>
          </a:prstGeom>
          <a:noFill/>
        </p:spPr>
        <p:txBody>
          <a:bodyPr wrap="square" rtlCol="0">
            <a:spAutoFit/>
          </a:bodyPr>
          <a:lstStyle/>
          <a:p>
            <a:r>
              <a:rPr kumimoji="1" lang="ja-JP" altLang="en-US" dirty="0"/>
              <a:t>・</a:t>
            </a:r>
            <a:r>
              <a:rPr lang="ja-JP" altLang="en-US" dirty="0"/>
              <a:t>第</a:t>
            </a:r>
            <a:r>
              <a:rPr lang="en-US" altLang="ja-JP" dirty="0"/>
              <a:t>2</a:t>
            </a:r>
            <a:r>
              <a:rPr lang="ja-JP" altLang="en-US" dirty="0"/>
              <a:t>段階の一貫性正則化において，誤ったラベルを前提とした破損データに対して，元の誤分類のラベルに従うように学習が行われるので，モデルの精度が低下していく恐れがある</a:t>
            </a:r>
            <a:endParaRPr lang="en-US" altLang="ja-JP" dirty="0"/>
          </a:p>
        </p:txBody>
      </p:sp>
      <p:sp>
        <p:nvSpPr>
          <p:cNvPr id="6" name="テキスト ボックス 5">
            <a:extLst>
              <a:ext uri="{FF2B5EF4-FFF2-40B4-BE49-F238E27FC236}">
                <a16:creationId xmlns:a16="http://schemas.microsoft.com/office/drawing/2014/main" id="{E26C5694-5933-1B36-2CC1-7451CC5C393D}"/>
              </a:ext>
            </a:extLst>
          </p:cNvPr>
          <p:cNvSpPr txBox="1"/>
          <p:nvPr/>
        </p:nvSpPr>
        <p:spPr>
          <a:xfrm>
            <a:off x="252185" y="5733183"/>
            <a:ext cx="11687629" cy="707886"/>
          </a:xfrm>
          <a:prstGeom prst="rect">
            <a:avLst/>
          </a:prstGeom>
          <a:noFill/>
        </p:spPr>
        <p:txBody>
          <a:bodyPr wrap="square" rtlCol="0">
            <a:spAutoFit/>
          </a:bodyPr>
          <a:lstStyle/>
          <a:p>
            <a:pPr algn="ctr"/>
            <a:r>
              <a:rPr kumimoji="1" lang="ja-JP" altLang="en-US" sz="2000" b="1" dirty="0"/>
              <a:t>初期段階の疑似ラベルが誤っていた場合，モデルは疑似ラベルを「正解」として学習をし続けるため，決定境界が不可逆的に歪められる可能性がある</a:t>
            </a:r>
          </a:p>
        </p:txBody>
      </p:sp>
    </p:spTree>
    <p:extLst>
      <p:ext uri="{BB962C8B-B14F-4D97-AF65-F5344CB8AC3E}">
        <p14:creationId xmlns:p14="http://schemas.microsoft.com/office/powerpoint/2010/main" val="7544612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1614</TotalTime>
  <Words>3516</Words>
  <Application>Microsoft Macintosh PowerPoint</Application>
  <PresentationFormat>ワイド画面</PresentationFormat>
  <Paragraphs>403</Paragraphs>
  <Slides>21</Slides>
  <Notes>17</Notes>
  <HiddenSlides>12</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21</vt:i4>
      </vt:variant>
    </vt:vector>
  </HeadingPairs>
  <TitlesOfParts>
    <vt:vector size="28" baseType="lpstr">
      <vt:lpstr>Noto Sans JP</vt:lpstr>
      <vt:lpstr>游ゴシック</vt:lpstr>
      <vt:lpstr>游ゴシック</vt:lpstr>
      <vt:lpstr>游ゴシック Light</vt:lpstr>
      <vt:lpstr>Arial</vt:lpstr>
      <vt:lpstr>Cambria Math</vt:lpstr>
      <vt:lpstr>Office テーマ</vt:lpstr>
      <vt:lpstr>ゼミ発表</vt:lpstr>
      <vt:lpstr>目次</vt:lpstr>
      <vt:lpstr>本研究の問題設定</vt:lpstr>
      <vt:lpstr>本研究の問題設定</vt:lpstr>
      <vt:lpstr>コピュラとは</vt:lpstr>
      <vt:lpstr>PowerPoint プレゼンテーション</vt:lpstr>
      <vt:lpstr>PowerPoint プレゼンテーション</vt:lpstr>
      <vt:lpstr>提案モデル</vt:lpstr>
      <vt:lpstr>PowerPoint プレゼンテーション</vt:lpstr>
      <vt:lpstr>先行研究１</vt:lpstr>
      <vt:lpstr>先行研究１</vt:lpstr>
      <vt:lpstr>先行研究１　自己教師あり学習とは</vt:lpstr>
      <vt:lpstr>先行研究１</vt:lpstr>
      <vt:lpstr>先行研究1　半教師あり学習とは</vt:lpstr>
      <vt:lpstr>先行研究1　半教師あり学習とは</vt:lpstr>
      <vt:lpstr>先行研究１のまとめ</vt:lpstr>
      <vt:lpstr>先行研究２</vt:lpstr>
      <vt:lpstr>先行研究２　事前学習</vt:lpstr>
      <vt:lpstr>先行研究２</vt:lpstr>
      <vt:lpstr>先行研究２　半教師あり学習とは</vt:lpstr>
      <vt:lpstr>先行研究２のまとめ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光汰 齊藤</dc:creator>
  <cp:lastModifiedBy>光汰 齊藤</cp:lastModifiedBy>
  <cp:revision>1</cp:revision>
  <dcterms:created xsi:type="dcterms:W3CDTF">2026-06-13T00:28:46Z</dcterms:created>
  <dcterms:modified xsi:type="dcterms:W3CDTF">2026-10-04T02:07:33Z</dcterms:modified>
</cp:coreProperties>
</file>